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43400.0" y="2571750.0"/>
            <a:ext cx="29718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-171450.0"/>
            <a:ext cx="0.0" cy="29718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4572000" y="180841"/>
            <a:ext cx="2514600" cy="2162309"/>
          </a:xfrm>
          <a:custGeom>
            <a:avLst/>
            <a:gdLst/>
            <a:ahLst/>
            <a:cxnLst/>
            <a:rect l="l" t="t" r="r" b="b"/>
            <a:pathLst>
              <a:path w="2514600" h="2162309">
                <a:moveTo>
                  <a:pt x="0" y="2162309"/>
                </a:moveTo>
                <a:lnTo>
                  <a:pt x="8181" y="2150872"/>
                </a:lnTo>
                <a:close/>
                <a:lnTo>
                  <a:pt x="16361" y="2139436"/>
                </a:lnTo>
                <a:close/>
                <a:lnTo>
                  <a:pt x="24542" y="2127999"/>
                </a:lnTo>
                <a:close/>
                <a:lnTo>
                  <a:pt x="32723" y="2116563"/>
                </a:lnTo>
                <a:close/>
                <a:lnTo>
                  <a:pt x="40903" y="2105126"/>
                </a:lnTo>
                <a:close/>
                <a:lnTo>
                  <a:pt x="49084" y="2093690"/>
                </a:lnTo>
                <a:close/>
                <a:lnTo>
                  <a:pt x="57265" y="2082253"/>
                </a:lnTo>
                <a:close/>
                <a:lnTo>
                  <a:pt x="65445" y="2070816"/>
                </a:lnTo>
                <a:close/>
                <a:lnTo>
                  <a:pt x="73626" y="2059380"/>
                </a:lnTo>
                <a:close/>
                <a:lnTo>
                  <a:pt x="81807" y="2047943"/>
                </a:lnTo>
                <a:close/>
                <a:lnTo>
                  <a:pt x="89987" y="2036507"/>
                </a:lnTo>
                <a:close/>
                <a:lnTo>
                  <a:pt x="98168" y="2025070"/>
                </a:lnTo>
                <a:close/>
                <a:lnTo>
                  <a:pt x="106349" y="2013634"/>
                </a:lnTo>
                <a:close/>
                <a:lnTo>
                  <a:pt x="114529" y="2002197"/>
                </a:lnTo>
                <a:close/>
                <a:lnTo>
                  <a:pt x="122710" y="1990760"/>
                </a:lnTo>
                <a:close/>
                <a:lnTo>
                  <a:pt x="130891" y="1979323"/>
                </a:lnTo>
                <a:close/>
                <a:lnTo>
                  <a:pt x="139071" y="1967888"/>
                </a:lnTo>
                <a:close/>
                <a:lnTo>
                  <a:pt x="147252" y="1956452"/>
                </a:lnTo>
                <a:close/>
                <a:lnTo>
                  <a:pt x="155433" y="1945016"/>
                </a:lnTo>
                <a:close/>
                <a:lnTo>
                  <a:pt x="163613" y="1933575"/>
                </a:lnTo>
                <a:close/>
                <a:lnTo>
                  <a:pt x="171794" y="1922134"/>
                </a:lnTo>
                <a:close/>
                <a:lnTo>
                  <a:pt x="179975" y="1910700"/>
                </a:lnTo>
                <a:close/>
                <a:lnTo>
                  <a:pt x="188155" y="1899280"/>
                </a:lnTo>
                <a:close/>
                <a:lnTo>
                  <a:pt x="196336" y="1887858"/>
                </a:lnTo>
                <a:close/>
                <a:lnTo>
                  <a:pt x="204517" y="1876402"/>
                </a:lnTo>
                <a:close/>
                <a:lnTo>
                  <a:pt x="212697" y="1864883"/>
                </a:lnTo>
                <a:close/>
                <a:lnTo>
                  <a:pt x="220878" y="1853287"/>
                </a:lnTo>
                <a:close/>
                <a:lnTo>
                  <a:pt x="229059" y="1841612"/>
                </a:lnTo>
                <a:close/>
                <a:lnTo>
                  <a:pt x="237239" y="1829860"/>
                </a:lnTo>
                <a:close/>
                <a:lnTo>
                  <a:pt x="245420" y="1818065"/>
                </a:lnTo>
                <a:close/>
                <a:lnTo>
                  <a:pt x="253601" y="1806264"/>
                </a:lnTo>
                <a:close/>
                <a:lnTo>
                  <a:pt x="261781" y="1794480"/>
                </a:lnTo>
                <a:close/>
                <a:lnTo>
                  <a:pt x="269962" y="1782705"/>
                </a:lnTo>
                <a:close/>
                <a:lnTo>
                  <a:pt x="278143" y="1770928"/>
                </a:lnTo>
                <a:close/>
                <a:lnTo>
                  <a:pt x="286323" y="1759147"/>
                </a:lnTo>
                <a:close/>
                <a:lnTo>
                  <a:pt x="294504" y="1747366"/>
                </a:lnTo>
                <a:close/>
                <a:lnTo>
                  <a:pt x="302685" y="1735590"/>
                </a:lnTo>
                <a:close/>
                <a:lnTo>
                  <a:pt x="310865" y="1723814"/>
                </a:lnTo>
                <a:close/>
                <a:lnTo>
                  <a:pt x="319046" y="1712028"/>
                </a:lnTo>
                <a:close/>
                <a:lnTo>
                  <a:pt x="327227" y="1700228"/>
                </a:lnTo>
                <a:close/>
                <a:lnTo>
                  <a:pt x="335407" y="1688438"/>
                </a:lnTo>
                <a:close/>
                <a:lnTo>
                  <a:pt x="343588" y="1676692"/>
                </a:lnTo>
                <a:close/>
                <a:lnTo>
                  <a:pt x="351769" y="1664990"/>
                </a:lnTo>
                <a:close/>
                <a:lnTo>
                  <a:pt x="359949" y="1653225"/>
                </a:lnTo>
                <a:close/>
                <a:lnTo>
                  <a:pt x="368130" y="1641269"/>
                </a:lnTo>
                <a:close/>
                <a:lnTo>
                  <a:pt x="376311" y="1629204"/>
                </a:lnTo>
                <a:close/>
                <a:lnTo>
                  <a:pt x="384491" y="1617477"/>
                </a:lnTo>
                <a:close/>
                <a:lnTo>
                  <a:pt x="392672" y="1606525"/>
                </a:lnTo>
                <a:close/>
                <a:lnTo>
                  <a:pt x="400853" y="1595695"/>
                </a:lnTo>
                <a:close/>
                <a:lnTo>
                  <a:pt x="409033" y="1583234"/>
                </a:lnTo>
                <a:close/>
                <a:lnTo>
                  <a:pt x="417214" y="1567827"/>
                </a:lnTo>
                <a:close/>
                <a:lnTo>
                  <a:pt x="425395" y="1553202"/>
                </a:lnTo>
                <a:close/>
                <a:lnTo>
                  <a:pt x="433575" y="1546050"/>
                </a:lnTo>
                <a:close/>
                <a:lnTo>
                  <a:pt x="441756" y="1551020"/>
                </a:lnTo>
                <a:close/>
                <a:lnTo>
                  <a:pt x="449937" y="1561727"/>
                </a:lnTo>
                <a:close/>
                <a:lnTo>
                  <a:pt x="458117" y="1568144"/>
                </a:lnTo>
                <a:close/>
                <a:lnTo>
                  <a:pt x="466298" y="1563903"/>
                </a:lnTo>
                <a:close/>
                <a:lnTo>
                  <a:pt x="474479" y="1553123"/>
                </a:lnTo>
                <a:close/>
                <a:lnTo>
                  <a:pt x="482659" y="1541753"/>
                </a:lnTo>
                <a:close/>
                <a:lnTo>
                  <a:pt x="490840" y="1533008"/>
                </a:lnTo>
                <a:close/>
                <a:lnTo>
                  <a:pt x="499021" y="1525685"/>
                </a:lnTo>
                <a:close/>
                <a:lnTo>
                  <a:pt x="507201" y="1518228"/>
                </a:lnTo>
                <a:close/>
                <a:lnTo>
                  <a:pt x="515382" y="1510085"/>
                </a:lnTo>
                <a:close/>
                <a:lnTo>
                  <a:pt x="523563" y="1501650"/>
                </a:lnTo>
                <a:close/>
                <a:lnTo>
                  <a:pt x="531743" y="1493316"/>
                </a:lnTo>
                <a:close/>
                <a:lnTo>
                  <a:pt x="539924" y="1485151"/>
                </a:lnTo>
                <a:close/>
                <a:lnTo>
                  <a:pt x="548105" y="1477040"/>
                </a:lnTo>
                <a:close/>
                <a:lnTo>
                  <a:pt x="556285" y="1468889"/>
                </a:lnTo>
                <a:close/>
                <a:lnTo>
                  <a:pt x="564466" y="1460699"/>
                </a:lnTo>
                <a:close/>
                <a:lnTo>
                  <a:pt x="572647" y="1452500"/>
                </a:lnTo>
                <a:close/>
                <a:lnTo>
                  <a:pt x="580827" y="1444315"/>
                </a:lnTo>
                <a:close/>
                <a:lnTo>
                  <a:pt x="589008" y="1436138"/>
                </a:lnTo>
                <a:close/>
                <a:lnTo>
                  <a:pt x="597189" y="1427961"/>
                </a:lnTo>
                <a:close/>
                <a:lnTo>
                  <a:pt x="605369" y="1419781"/>
                </a:lnTo>
                <a:close/>
                <a:lnTo>
                  <a:pt x="613550" y="1411599"/>
                </a:lnTo>
                <a:close/>
                <a:lnTo>
                  <a:pt x="621731" y="1403418"/>
                </a:lnTo>
                <a:close/>
                <a:lnTo>
                  <a:pt x="629912" y="1395237"/>
                </a:lnTo>
                <a:close/>
                <a:lnTo>
                  <a:pt x="638092" y="1387057"/>
                </a:lnTo>
                <a:close/>
                <a:lnTo>
                  <a:pt x="646273" y="1378876"/>
                </a:lnTo>
                <a:close/>
                <a:lnTo>
                  <a:pt x="654454" y="1370696"/>
                </a:lnTo>
                <a:close/>
                <a:lnTo>
                  <a:pt x="662634" y="1362515"/>
                </a:lnTo>
                <a:close/>
                <a:lnTo>
                  <a:pt x="670815" y="1354334"/>
                </a:lnTo>
                <a:close/>
                <a:lnTo>
                  <a:pt x="678996" y="1346153"/>
                </a:lnTo>
                <a:close/>
                <a:lnTo>
                  <a:pt x="687176" y="1337973"/>
                </a:lnTo>
                <a:close/>
                <a:lnTo>
                  <a:pt x="695357" y="1329792"/>
                </a:lnTo>
                <a:close/>
                <a:lnTo>
                  <a:pt x="703538" y="1321611"/>
                </a:lnTo>
                <a:close/>
                <a:lnTo>
                  <a:pt x="711718" y="1313431"/>
                </a:lnTo>
                <a:close/>
                <a:lnTo>
                  <a:pt x="719899" y="1305250"/>
                </a:lnTo>
                <a:close/>
                <a:lnTo>
                  <a:pt x="728080" y="1297069"/>
                </a:lnTo>
                <a:close/>
                <a:lnTo>
                  <a:pt x="736260" y="1288889"/>
                </a:lnTo>
                <a:close/>
                <a:lnTo>
                  <a:pt x="744441" y="1280708"/>
                </a:lnTo>
                <a:close/>
                <a:lnTo>
                  <a:pt x="752622" y="1272527"/>
                </a:lnTo>
                <a:close/>
                <a:lnTo>
                  <a:pt x="760802" y="1264347"/>
                </a:lnTo>
                <a:close/>
                <a:lnTo>
                  <a:pt x="768983" y="1256166"/>
                </a:lnTo>
                <a:close/>
                <a:lnTo>
                  <a:pt x="777164" y="1247985"/>
                </a:lnTo>
                <a:close/>
                <a:lnTo>
                  <a:pt x="785344" y="1239805"/>
                </a:lnTo>
                <a:close/>
                <a:lnTo>
                  <a:pt x="793525" y="1231624"/>
                </a:lnTo>
                <a:close/>
                <a:lnTo>
                  <a:pt x="801706" y="1223443"/>
                </a:lnTo>
                <a:close/>
                <a:lnTo>
                  <a:pt x="809886" y="1215263"/>
                </a:lnTo>
                <a:close/>
                <a:lnTo>
                  <a:pt x="818067" y="1207082"/>
                </a:lnTo>
                <a:close/>
                <a:lnTo>
                  <a:pt x="826248" y="1198901"/>
                </a:lnTo>
                <a:close/>
                <a:lnTo>
                  <a:pt x="834428" y="1190721"/>
                </a:lnTo>
                <a:close/>
                <a:lnTo>
                  <a:pt x="842609" y="1182540"/>
                </a:lnTo>
                <a:close/>
                <a:lnTo>
                  <a:pt x="850790" y="1174359"/>
                </a:lnTo>
                <a:close/>
                <a:lnTo>
                  <a:pt x="858970" y="1166179"/>
                </a:lnTo>
                <a:close/>
                <a:lnTo>
                  <a:pt x="867151" y="1157998"/>
                </a:lnTo>
                <a:close/>
                <a:lnTo>
                  <a:pt x="875332" y="1149817"/>
                </a:lnTo>
                <a:close/>
                <a:lnTo>
                  <a:pt x="883512" y="1141637"/>
                </a:lnTo>
                <a:close/>
                <a:lnTo>
                  <a:pt x="891693" y="1133456"/>
                </a:lnTo>
                <a:close/>
                <a:lnTo>
                  <a:pt x="899874" y="1125275"/>
                </a:lnTo>
                <a:close/>
                <a:lnTo>
                  <a:pt x="908054" y="1117095"/>
                </a:lnTo>
                <a:close/>
                <a:lnTo>
                  <a:pt x="916235" y="1108914"/>
                </a:lnTo>
                <a:close/>
                <a:lnTo>
                  <a:pt x="924416" y="1100733"/>
                </a:lnTo>
                <a:close/>
                <a:lnTo>
                  <a:pt x="932596" y="1092553"/>
                </a:lnTo>
                <a:close/>
                <a:lnTo>
                  <a:pt x="940777" y="1084372"/>
                </a:lnTo>
                <a:close/>
                <a:lnTo>
                  <a:pt x="948958" y="1076191"/>
                </a:lnTo>
                <a:close/>
                <a:lnTo>
                  <a:pt x="957138" y="1068011"/>
                </a:lnTo>
                <a:close/>
                <a:lnTo>
                  <a:pt x="965319" y="1059830"/>
                </a:lnTo>
                <a:close/>
                <a:lnTo>
                  <a:pt x="973500" y="1051649"/>
                </a:lnTo>
                <a:close/>
                <a:lnTo>
                  <a:pt x="981680" y="1043469"/>
                </a:lnTo>
                <a:close/>
                <a:lnTo>
                  <a:pt x="989861" y="1035288"/>
                </a:lnTo>
                <a:close/>
                <a:lnTo>
                  <a:pt x="998042" y="1027107"/>
                </a:lnTo>
                <a:close/>
                <a:lnTo>
                  <a:pt x="1006222" y="1018927"/>
                </a:lnTo>
                <a:close/>
                <a:lnTo>
                  <a:pt x="1014403" y="1010746"/>
                </a:lnTo>
                <a:close/>
                <a:lnTo>
                  <a:pt x="1022584" y="1002565"/>
                </a:lnTo>
                <a:close/>
                <a:lnTo>
                  <a:pt x="1030764" y="994385"/>
                </a:lnTo>
                <a:close/>
                <a:lnTo>
                  <a:pt x="1038945" y="986204"/>
                </a:lnTo>
                <a:close/>
                <a:lnTo>
                  <a:pt x="1047126" y="978023"/>
                </a:lnTo>
                <a:close/>
                <a:lnTo>
                  <a:pt x="1055306" y="969843"/>
                </a:lnTo>
                <a:close/>
                <a:lnTo>
                  <a:pt x="1063487" y="961662"/>
                </a:lnTo>
                <a:close/>
                <a:lnTo>
                  <a:pt x="1071668" y="953481"/>
                </a:lnTo>
                <a:close/>
                <a:lnTo>
                  <a:pt x="1079848" y="945301"/>
                </a:lnTo>
                <a:close/>
                <a:lnTo>
                  <a:pt x="1088029" y="937120"/>
                </a:lnTo>
                <a:close/>
                <a:lnTo>
                  <a:pt x="1096210" y="928939"/>
                </a:lnTo>
                <a:close/>
                <a:lnTo>
                  <a:pt x="1104390" y="920759"/>
                </a:lnTo>
                <a:close/>
                <a:lnTo>
                  <a:pt x="1112571" y="912578"/>
                </a:lnTo>
                <a:close/>
                <a:lnTo>
                  <a:pt x="1120752" y="904397"/>
                </a:lnTo>
                <a:close/>
                <a:lnTo>
                  <a:pt x="1128932" y="896217"/>
                </a:lnTo>
                <a:close/>
                <a:lnTo>
                  <a:pt x="1137113" y="888036"/>
                </a:lnTo>
                <a:close/>
                <a:lnTo>
                  <a:pt x="1145294" y="879855"/>
                </a:lnTo>
                <a:close/>
                <a:lnTo>
                  <a:pt x="1153474" y="871675"/>
                </a:lnTo>
                <a:close/>
                <a:lnTo>
                  <a:pt x="1161655" y="863494"/>
                </a:lnTo>
                <a:close/>
                <a:lnTo>
                  <a:pt x="1169836" y="855313"/>
                </a:lnTo>
                <a:close/>
                <a:lnTo>
                  <a:pt x="1178016" y="847133"/>
                </a:lnTo>
                <a:close/>
                <a:lnTo>
                  <a:pt x="1186197" y="838952"/>
                </a:lnTo>
                <a:close/>
                <a:lnTo>
                  <a:pt x="1194378" y="830771"/>
                </a:lnTo>
                <a:close/>
                <a:lnTo>
                  <a:pt x="1202558" y="822591"/>
                </a:lnTo>
                <a:close/>
                <a:lnTo>
                  <a:pt x="1210739" y="814410"/>
                </a:lnTo>
                <a:close/>
                <a:lnTo>
                  <a:pt x="1218920" y="806229"/>
                </a:lnTo>
                <a:close/>
                <a:lnTo>
                  <a:pt x="1227100" y="798049"/>
                </a:lnTo>
                <a:close/>
                <a:lnTo>
                  <a:pt x="1235281" y="789868"/>
                </a:lnTo>
                <a:close/>
                <a:lnTo>
                  <a:pt x="1243462" y="781688"/>
                </a:lnTo>
                <a:close/>
                <a:lnTo>
                  <a:pt x="1251642" y="773507"/>
                </a:lnTo>
                <a:close/>
                <a:lnTo>
                  <a:pt x="1259823" y="765326"/>
                </a:lnTo>
                <a:close/>
                <a:lnTo>
                  <a:pt x="1268004" y="757144"/>
                </a:lnTo>
                <a:close/>
                <a:lnTo>
                  <a:pt x="1276184" y="748964"/>
                </a:lnTo>
                <a:close/>
                <a:lnTo>
                  <a:pt x="1284365" y="740786"/>
                </a:lnTo>
                <a:close/>
                <a:lnTo>
                  <a:pt x="1292546" y="732608"/>
                </a:lnTo>
                <a:close/>
                <a:lnTo>
                  <a:pt x="1300726" y="724425"/>
                </a:lnTo>
                <a:close/>
                <a:lnTo>
                  <a:pt x="1308907" y="716233"/>
                </a:lnTo>
                <a:close/>
                <a:lnTo>
                  <a:pt x="1317088" y="708044"/>
                </a:lnTo>
                <a:close/>
                <a:lnTo>
                  <a:pt x="1325268" y="699878"/>
                </a:lnTo>
                <a:close/>
                <a:lnTo>
                  <a:pt x="1333449" y="691743"/>
                </a:lnTo>
                <a:close/>
                <a:lnTo>
                  <a:pt x="1341630" y="683582"/>
                </a:lnTo>
                <a:close/>
                <a:lnTo>
                  <a:pt x="1349810" y="675320"/>
                </a:lnTo>
                <a:close/>
                <a:lnTo>
                  <a:pt x="1357991" y="666966"/>
                </a:lnTo>
                <a:close/>
                <a:lnTo>
                  <a:pt x="1366172" y="658766"/>
                </a:lnTo>
                <a:close/>
                <a:lnTo>
                  <a:pt x="1374353" y="651000"/>
                </a:lnTo>
                <a:close/>
                <a:lnTo>
                  <a:pt x="1382534" y="643738"/>
                </a:lnTo>
                <a:close/>
                <a:lnTo>
                  <a:pt x="1390714" y="636727"/>
                </a:lnTo>
                <a:close/>
                <a:lnTo>
                  <a:pt x="1398893" y="629696"/>
                </a:lnTo>
                <a:close/>
                <a:lnTo>
                  <a:pt x="1407072" y="622552"/>
                </a:lnTo>
                <a:close/>
                <a:lnTo>
                  <a:pt x="1415254" y="615358"/>
                </a:lnTo>
                <a:close/>
                <a:lnTo>
                  <a:pt x="1423442" y="608181"/>
                </a:lnTo>
                <a:close/>
                <a:lnTo>
                  <a:pt x="1431627" y="601033"/>
                </a:lnTo>
                <a:close/>
                <a:lnTo>
                  <a:pt x="1439799" y="593898"/>
                </a:lnTo>
                <a:close/>
                <a:lnTo>
                  <a:pt x="1447952" y="586760"/>
                </a:lnTo>
                <a:close/>
                <a:lnTo>
                  <a:pt x="1456122" y="579599"/>
                </a:lnTo>
                <a:close/>
                <a:lnTo>
                  <a:pt x="1464354" y="572389"/>
                </a:lnTo>
                <a:close/>
                <a:lnTo>
                  <a:pt x="1472636" y="565146"/>
                </a:lnTo>
                <a:close/>
                <a:lnTo>
                  <a:pt x="1480824" y="557976"/>
                </a:lnTo>
                <a:close/>
                <a:lnTo>
                  <a:pt x="1488753" y="550998"/>
                </a:lnTo>
                <a:close/>
                <a:lnTo>
                  <a:pt x="1496575" y="544103"/>
                </a:lnTo>
                <a:close/>
                <a:lnTo>
                  <a:pt x="1504882" y="536865"/>
                </a:lnTo>
                <a:close/>
                <a:lnTo>
                  <a:pt x="1514213" y="528894"/>
                </a:lnTo>
                <a:close/>
                <a:lnTo>
                  <a:pt x="1523552" y="520916"/>
                </a:lnTo>
                <a:close/>
                <a:lnTo>
                  <a:pt x="1530595" y="514579"/>
                </a:lnTo>
                <a:close/>
                <a:lnTo>
                  <a:pt x="1533858" y="510944"/>
                </a:lnTo>
                <a:close/>
                <a:lnTo>
                  <a:pt x="1538762" y="506125"/>
                </a:lnTo>
                <a:close/>
                <a:lnTo>
                  <a:pt x="1554040" y="493869"/>
                </a:lnTo>
                <a:close/>
                <a:lnTo>
                  <a:pt x="1584889" y="470478"/>
                </a:lnTo>
                <a:close/>
                <a:lnTo>
                  <a:pt x="1621479" y="443136"/>
                </a:lnTo>
                <a:close/>
                <a:lnTo>
                  <a:pt x="1650030" y="421890"/>
                </a:lnTo>
                <a:close/>
                <a:lnTo>
                  <a:pt x="1662950" y="412242"/>
                </a:lnTo>
                <a:close/>
                <a:lnTo>
                  <a:pt x="1666970" y="409190"/>
                </a:lnTo>
                <a:close/>
                <a:lnTo>
                  <a:pt x="1670729" y="406331"/>
                </a:lnTo>
                <a:close/>
                <a:lnTo>
                  <a:pt x="1678322" y="400631"/>
                </a:lnTo>
                <a:close/>
                <a:lnTo>
                  <a:pt x="1687817" y="393521"/>
                </a:lnTo>
                <a:close/>
                <a:lnTo>
                  <a:pt x="1696976" y="386661"/>
                </a:lnTo>
                <a:close/>
                <a:lnTo>
                  <a:pt x="1705158" y="380525"/>
                </a:lnTo>
                <a:close/>
                <a:lnTo>
                  <a:pt x="1712960" y="374670"/>
                </a:lnTo>
                <a:close/>
                <a:lnTo>
                  <a:pt x="1720940" y="368681"/>
                </a:lnTo>
                <a:close/>
                <a:lnTo>
                  <a:pt x="1729155" y="362519"/>
                </a:lnTo>
                <a:close/>
                <a:lnTo>
                  <a:pt x="1737437" y="356311"/>
                </a:lnTo>
                <a:close/>
                <a:lnTo>
                  <a:pt x="1745655" y="350155"/>
                </a:lnTo>
                <a:close/>
                <a:lnTo>
                  <a:pt x="1753819" y="344034"/>
                </a:lnTo>
                <a:close/>
                <a:lnTo>
                  <a:pt x="1761974" y="337903"/>
                </a:lnTo>
                <a:close/>
                <a:lnTo>
                  <a:pt x="1770149" y="331748"/>
                </a:lnTo>
                <a:close/>
                <a:lnTo>
                  <a:pt x="1778336" y="325609"/>
                </a:lnTo>
                <a:close/>
                <a:lnTo>
                  <a:pt x="1786522" y="319534"/>
                </a:lnTo>
                <a:close/>
                <a:lnTo>
                  <a:pt x="1794704" y="313484"/>
                </a:lnTo>
                <a:close/>
                <a:lnTo>
                  <a:pt x="1802882" y="307307"/>
                </a:lnTo>
                <a:close/>
                <a:lnTo>
                  <a:pt x="1811062" y="300878"/>
                </a:lnTo>
                <a:close/>
                <a:lnTo>
                  <a:pt x="1819243" y="294475"/>
                </a:lnTo>
                <a:close/>
                <a:lnTo>
                  <a:pt x="1827424" y="288667"/>
                </a:lnTo>
                <a:close/>
                <a:lnTo>
                  <a:pt x="1835605" y="283919"/>
                </a:lnTo>
                <a:close/>
                <a:lnTo>
                  <a:pt x="1843785" y="279961"/>
                </a:lnTo>
                <a:close/>
                <a:lnTo>
                  <a:pt x="1851966" y="276216"/>
                </a:lnTo>
                <a:close/>
                <a:lnTo>
                  <a:pt x="1860146" y="272246"/>
                </a:lnTo>
                <a:close/>
                <a:lnTo>
                  <a:pt x="1868327" y="268096"/>
                </a:lnTo>
                <a:close/>
                <a:lnTo>
                  <a:pt x="1876508" y="263920"/>
                </a:lnTo>
                <a:close/>
                <a:lnTo>
                  <a:pt x="1884689" y="259811"/>
                </a:lnTo>
                <a:close/>
                <a:lnTo>
                  <a:pt x="1892869" y="255741"/>
                </a:lnTo>
                <a:close/>
                <a:lnTo>
                  <a:pt x="1901050" y="251671"/>
                </a:lnTo>
                <a:close/>
                <a:lnTo>
                  <a:pt x="1909230" y="247582"/>
                </a:lnTo>
                <a:close/>
                <a:lnTo>
                  <a:pt x="1917411" y="243486"/>
                </a:lnTo>
                <a:close/>
                <a:lnTo>
                  <a:pt x="1925592" y="239391"/>
                </a:lnTo>
                <a:close/>
                <a:lnTo>
                  <a:pt x="1933773" y="235301"/>
                </a:lnTo>
                <a:close/>
                <a:lnTo>
                  <a:pt x="1941953" y="231212"/>
                </a:lnTo>
                <a:close/>
                <a:lnTo>
                  <a:pt x="1950134" y="227122"/>
                </a:lnTo>
                <a:close/>
                <a:lnTo>
                  <a:pt x="1958315" y="223031"/>
                </a:lnTo>
                <a:close/>
                <a:lnTo>
                  <a:pt x="1966495" y="218942"/>
                </a:lnTo>
                <a:close/>
                <a:lnTo>
                  <a:pt x="1974676" y="214854"/>
                </a:lnTo>
                <a:close/>
                <a:lnTo>
                  <a:pt x="1982857" y="210764"/>
                </a:lnTo>
                <a:close/>
                <a:lnTo>
                  <a:pt x="1991037" y="206668"/>
                </a:lnTo>
                <a:close/>
                <a:lnTo>
                  <a:pt x="1999218" y="202568"/>
                </a:lnTo>
                <a:close/>
                <a:lnTo>
                  <a:pt x="2007399" y="198479"/>
                </a:lnTo>
                <a:close/>
                <a:lnTo>
                  <a:pt x="2015579" y="194416"/>
                </a:lnTo>
                <a:close/>
                <a:lnTo>
                  <a:pt x="2023760" y="190359"/>
                </a:lnTo>
                <a:close/>
                <a:lnTo>
                  <a:pt x="2031941" y="186247"/>
                </a:lnTo>
                <a:close/>
                <a:lnTo>
                  <a:pt x="2040121" y="182034"/>
                </a:lnTo>
                <a:close/>
                <a:lnTo>
                  <a:pt x="2048302" y="177844"/>
                </a:lnTo>
                <a:close/>
                <a:lnTo>
                  <a:pt x="2056483" y="173905"/>
                </a:lnTo>
                <a:close/>
                <a:lnTo>
                  <a:pt x="2064663" y="170394"/>
                </a:lnTo>
                <a:close/>
                <a:lnTo>
                  <a:pt x="2072844" y="167185"/>
                </a:lnTo>
                <a:close/>
                <a:lnTo>
                  <a:pt x="2081025" y="164049"/>
                </a:lnTo>
                <a:close/>
                <a:lnTo>
                  <a:pt x="2089205" y="160819"/>
                </a:lnTo>
                <a:close/>
                <a:lnTo>
                  <a:pt x="2097386" y="157521"/>
                </a:lnTo>
                <a:close/>
                <a:lnTo>
                  <a:pt x="2105567" y="154215"/>
                </a:lnTo>
                <a:close/>
                <a:lnTo>
                  <a:pt x="2113747" y="150937"/>
                </a:lnTo>
                <a:close/>
                <a:lnTo>
                  <a:pt x="2121928" y="147673"/>
                </a:lnTo>
                <a:close/>
                <a:lnTo>
                  <a:pt x="2130109" y="144408"/>
                </a:lnTo>
                <a:close/>
                <a:lnTo>
                  <a:pt x="2138289" y="141137"/>
                </a:lnTo>
                <a:close/>
                <a:lnTo>
                  <a:pt x="2146470" y="137862"/>
                </a:lnTo>
                <a:close/>
                <a:lnTo>
                  <a:pt x="2154651" y="134588"/>
                </a:lnTo>
                <a:close/>
                <a:lnTo>
                  <a:pt x="2162831" y="131316"/>
                </a:lnTo>
                <a:close/>
                <a:lnTo>
                  <a:pt x="2171012" y="128044"/>
                </a:lnTo>
                <a:close/>
                <a:lnTo>
                  <a:pt x="2179193" y="124772"/>
                </a:lnTo>
                <a:close/>
                <a:lnTo>
                  <a:pt x="2187373" y="121500"/>
                </a:lnTo>
                <a:close/>
                <a:lnTo>
                  <a:pt x="2195554" y="118227"/>
                </a:lnTo>
                <a:close/>
                <a:lnTo>
                  <a:pt x="2203735" y="114955"/>
                </a:lnTo>
                <a:close/>
                <a:lnTo>
                  <a:pt x="2211915" y="111683"/>
                </a:lnTo>
                <a:close/>
                <a:lnTo>
                  <a:pt x="2220096" y="108411"/>
                </a:lnTo>
                <a:close/>
                <a:lnTo>
                  <a:pt x="2228277" y="105138"/>
                </a:lnTo>
                <a:close/>
                <a:lnTo>
                  <a:pt x="2236457" y="101866"/>
                </a:lnTo>
                <a:close/>
                <a:lnTo>
                  <a:pt x="2244638" y="98594"/>
                </a:lnTo>
                <a:close/>
                <a:lnTo>
                  <a:pt x="2252819" y="95322"/>
                </a:lnTo>
                <a:close/>
                <a:lnTo>
                  <a:pt x="2260999" y="92049"/>
                </a:lnTo>
                <a:close/>
                <a:lnTo>
                  <a:pt x="2269180" y="88777"/>
                </a:lnTo>
                <a:close/>
                <a:lnTo>
                  <a:pt x="2277361" y="85505"/>
                </a:lnTo>
                <a:close/>
                <a:lnTo>
                  <a:pt x="2285541" y="82232"/>
                </a:lnTo>
                <a:close/>
                <a:lnTo>
                  <a:pt x="2293722" y="78960"/>
                </a:lnTo>
                <a:close/>
                <a:lnTo>
                  <a:pt x="2301903" y="75688"/>
                </a:lnTo>
                <a:close/>
                <a:lnTo>
                  <a:pt x="2310083" y="72416"/>
                </a:lnTo>
                <a:close/>
                <a:lnTo>
                  <a:pt x="2318264" y="69144"/>
                </a:lnTo>
                <a:close/>
                <a:lnTo>
                  <a:pt x="2326445" y="65871"/>
                </a:lnTo>
                <a:close/>
                <a:lnTo>
                  <a:pt x="2334625" y="62599"/>
                </a:lnTo>
                <a:close/>
                <a:lnTo>
                  <a:pt x="2342806" y="59326"/>
                </a:lnTo>
                <a:close/>
                <a:lnTo>
                  <a:pt x="2350987" y="56054"/>
                </a:lnTo>
                <a:close/>
                <a:lnTo>
                  <a:pt x="2359167" y="52783"/>
                </a:lnTo>
                <a:close/>
                <a:lnTo>
                  <a:pt x="2367348" y="49511"/>
                </a:lnTo>
                <a:close/>
                <a:lnTo>
                  <a:pt x="2375529" y="46238"/>
                </a:lnTo>
                <a:close/>
                <a:lnTo>
                  <a:pt x="2383709" y="42962"/>
                </a:lnTo>
                <a:close/>
                <a:lnTo>
                  <a:pt x="2391890" y="39687"/>
                </a:lnTo>
                <a:close/>
                <a:lnTo>
                  <a:pt x="2400071" y="36420"/>
                </a:lnTo>
                <a:close/>
                <a:lnTo>
                  <a:pt x="2408251" y="33164"/>
                </a:lnTo>
                <a:close/>
                <a:lnTo>
                  <a:pt x="2416432" y="29897"/>
                </a:lnTo>
                <a:close/>
                <a:lnTo>
                  <a:pt x="2424613" y="26595"/>
                </a:lnTo>
                <a:close/>
                <a:lnTo>
                  <a:pt x="2432793" y="23265"/>
                </a:lnTo>
                <a:close/>
                <a:lnTo>
                  <a:pt x="2440974" y="19991"/>
                </a:lnTo>
                <a:close/>
                <a:lnTo>
                  <a:pt x="2449155" y="16864"/>
                </a:lnTo>
                <a:close/>
                <a:lnTo>
                  <a:pt x="2457335" y="13793"/>
                </a:lnTo>
                <a:close/>
                <a:lnTo>
                  <a:pt x="2465516" y="10441"/>
                </a:lnTo>
                <a:close/>
                <a:lnTo>
                  <a:pt x="2473697" y="6507"/>
                </a:lnTo>
                <a:close/>
                <a:lnTo>
                  <a:pt x="2481877" y="2591"/>
                </a:lnTo>
                <a:close/>
                <a:lnTo>
                  <a:pt x="2490058" y="0"/>
                </a:lnTo>
                <a:close/>
                <a:lnTo>
                  <a:pt x="2498239" y="64"/>
                </a:lnTo>
                <a:close/>
                <a:lnTo>
                  <a:pt x="2506419" y="4111"/>
                </a:lnTo>
                <a:close/>
                <a:lnTo>
                  <a:pt x="2514600" y="13469"/>
                </a:lnTo>
                <a:close/>
              </a:path>
            </a:pathLst>
          </a:custGeom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6172200.0" y="651510.0"/>
            <a:ext cx="0.0" cy="192024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121400" y="600710"/>
            <a:ext cx="101600" cy="1016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1400" y="11493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852160" y="694395"/>
            <a:ext cx="251460" cy="231435"/>
          </a:xfrm>
          <a:custGeom>
            <a:avLst/>
            <a:gdLst/>
            <a:ahLst/>
            <a:cxnLst/>
            <a:rect l="l" t="t" r="r" b="b"/>
            <a:pathLst>
              <a:path w="251460" h="231435">
                <a:moveTo>
                  <a:pt x="0" y="231435"/>
                </a:moveTo>
                <a:lnTo>
                  <a:pt x="2586" y="229124"/>
                </a:lnTo>
                <a:close/>
                <a:lnTo>
                  <a:pt x="5172" y="226860"/>
                </a:lnTo>
                <a:close/>
                <a:lnTo>
                  <a:pt x="7759" y="224626"/>
                </a:lnTo>
                <a:close/>
                <a:lnTo>
                  <a:pt x="10345" y="222401"/>
                </a:lnTo>
                <a:close/>
                <a:lnTo>
                  <a:pt x="12931" y="220168"/>
                </a:lnTo>
                <a:close/>
                <a:lnTo>
                  <a:pt x="15517" y="217907"/>
                </a:lnTo>
                <a:close/>
                <a:lnTo>
                  <a:pt x="18103" y="215600"/>
                </a:lnTo>
                <a:close/>
                <a:lnTo>
                  <a:pt x="20689" y="213242"/>
                </a:lnTo>
                <a:close/>
                <a:lnTo>
                  <a:pt x="23276" y="210906"/>
                </a:lnTo>
                <a:close/>
                <a:lnTo>
                  <a:pt x="25862" y="208684"/>
                </a:lnTo>
                <a:close/>
                <a:lnTo>
                  <a:pt x="28448" y="206668"/>
                </a:lnTo>
                <a:close/>
                <a:lnTo>
                  <a:pt x="31034" y="204762"/>
                </a:lnTo>
                <a:close/>
                <a:lnTo>
                  <a:pt x="33620" y="202622"/>
                </a:lnTo>
                <a:close/>
                <a:lnTo>
                  <a:pt x="36207" y="199890"/>
                </a:lnTo>
                <a:close/>
                <a:lnTo>
                  <a:pt x="38793" y="196305"/>
                </a:lnTo>
                <a:close/>
                <a:lnTo>
                  <a:pt x="41379" y="192203"/>
                </a:lnTo>
                <a:close/>
                <a:lnTo>
                  <a:pt x="43965" y="188150"/>
                </a:lnTo>
                <a:close/>
                <a:lnTo>
                  <a:pt x="46551" y="184706"/>
                </a:lnTo>
                <a:close/>
                <a:lnTo>
                  <a:pt x="49137" y="182100"/>
                </a:lnTo>
                <a:close/>
                <a:lnTo>
                  <a:pt x="51724" y="180026"/>
                </a:lnTo>
                <a:close/>
                <a:lnTo>
                  <a:pt x="54310" y="178131"/>
                </a:lnTo>
                <a:close/>
                <a:lnTo>
                  <a:pt x="56896" y="176096"/>
                </a:lnTo>
                <a:close/>
                <a:lnTo>
                  <a:pt x="59482" y="173867"/>
                </a:lnTo>
                <a:close/>
                <a:lnTo>
                  <a:pt x="62068" y="171516"/>
                </a:lnTo>
                <a:close/>
                <a:lnTo>
                  <a:pt x="64655" y="169111"/>
                </a:lnTo>
                <a:close/>
                <a:lnTo>
                  <a:pt x="67241" y="166723"/>
                </a:lnTo>
                <a:close/>
                <a:lnTo>
                  <a:pt x="69827" y="164424"/>
                </a:lnTo>
                <a:close/>
                <a:lnTo>
                  <a:pt x="72413" y="162284"/>
                </a:lnTo>
                <a:close/>
                <a:lnTo>
                  <a:pt x="74999" y="160348"/>
                </a:lnTo>
                <a:close/>
                <a:lnTo>
                  <a:pt x="77585" y="158408"/>
                </a:lnTo>
                <a:close/>
                <a:lnTo>
                  <a:pt x="80172" y="156112"/>
                </a:lnTo>
                <a:close/>
                <a:lnTo>
                  <a:pt x="82758" y="153108"/>
                </a:lnTo>
                <a:close/>
                <a:lnTo>
                  <a:pt x="85344" y="149291"/>
                </a:lnTo>
                <a:close/>
                <a:lnTo>
                  <a:pt x="87930" y="145142"/>
                </a:lnTo>
                <a:close/>
                <a:lnTo>
                  <a:pt x="90516" y="141228"/>
                </a:lnTo>
                <a:close/>
                <a:lnTo>
                  <a:pt x="93103" y="138074"/>
                </a:lnTo>
                <a:close/>
                <a:lnTo>
                  <a:pt x="95689" y="135683"/>
                </a:lnTo>
                <a:close/>
                <a:lnTo>
                  <a:pt x="98275" y="133705"/>
                </a:lnTo>
                <a:close/>
                <a:lnTo>
                  <a:pt x="100861" y="131779"/>
                </a:lnTo>
                <a:close/>
                <a:lnTo>
                  <a:pt x="103447" y="129649"/>
                </a:lnTo>
                <a:close/>
                <a:lnTo>
                  <a:pt x="106033" y="127357"/>
                </a:lnTo>
                <a:close/>
                <a:lnTo>
                  <a:pt x="108620" y="125000"/>
                </a:lnTo>
                <a:close/>
                <a:lnTo>
                  <a:pt x="111206" y="122669"/>
                </a:lnTo>
                <a:close/>
                <a:lnTo>
                  <a:pt x="113792" y="120394"/>
                </a:lnTo>
                <a:close/>
                <a:lnTo>
                  <a:pt x="116378" y="118150"/>
                </a:lnTo>
                <a:close/>
                <a:lnTo>
                  <a:pt x="118964" y="115912"/>
                </a:lnTo>
                <a:close/>
                <a:lnTo>
                  <a:pt x="121551" y="113660"/>
                </a:lnTo>
                <a:close/>
                <a:lnTo>
                  <a:pt x="124137" y="111395"/>
                </a:lnTo>
                <a:close/>
                <a:lnTo>
                  <a:pt x="126723" y="109126"/>
                </a:lnTo>
                <a:close/>
                <a:lnTo>
                  <a:pt x="129309" y="106858"/>
                </a:lnTo>
                <a:close/>
                <a:lnTo>
                  <a:pt x="131895" y="104593"/>
                </a:lnTo>
                <a:close/>
                <a:lnTo>
                  <a:pt x="134481" y="102332"/>
                </a:lnTo>
                <a:close/>
                <a:lnTo>
                  <a:pt x="137068" y="100071"/>
                </a:lnTo>
                <a:close/>
                <a:lnTo>
                  <a:pt x="139654" y="97809"/>
                </a:lnTo>
                <a:close/>
                <a:lnTo>
                  <a:pt x="142240" y="95546"/>
                </a:lnTo>
                <a:close/>
                <a:lnTo>
                  <a:pt x="144826" y="93282"/>
                </a:lnTo>
                <a:close/>
                <a:lnTo>
                  <a:pt x="147412" y="91019"/>
                </a:lnTo>
                <a:close/>
                <a:lnTo>
                  <a:pt x="149999" y="88756"/>
                </a:lnTo>
                <a:close/>
                <a:lnTo>
                  <a:pt x="152585" y="86493"/>
                </a:lnTo>
                <a:close/>
                <a:lnTo>
                  <a:pt x="155171" y="84230"/>
                </a:lnTo>
                <a:close/>
                <a:lnTo>
                  <a:pt x="157757" y="81968"/>
                </a:lnTo>
                <a:close/>
                <a:lnTo>
                  <a:pt x="160343" y="79705"/>
                </a:lnTo>
                <a:close/>
                <a:lnTo>
                  <a:pt x="162929" y="77442"/>
                </a:lnTo>
                <a:close/>
                <a:lnTo>
                  <a:pt x="165516" y="75179"/>
                </a:lnTo>
                <a:close/>
                <a:lnTo>
                  <a:pt x="168102" y="72916"/>
                </a:lnTo>
                <a:close/>
                <a:lnTo>
                  <a:pt x="170688" y="70653"/>
                </a:lnTo>
                <a:close/>
                <a:lnTo>
                  <a:pt x="173274" y="68390"/>
                </a:lnTo>
                <a:close/>
                <a:lnTo>
                  <a:pt x="175860" y="66127"/>
                </a:lnTo>
                <a:close/>
                <a:lnTo>
                  <a:pt x="178447" y="63864"/>
                </a:lnTo>
                <a:close/>
                <a:lnTo>
                  <a:pt x="181033" y="61601"/>
                </a:lnTo>
                <a:close/>
                <a:lnTo>
                  <a:pt x="183619" y="59338"/>
                </a:lnTo>
                <a:close/>
                <a:lnTo>
                  <a:pt x="186205" y="57075"/>
                </a:lnTo>
                <a:close/>
                <a:lnTo>
                  <a:pt x="188791" y="54813"/>
                </a:lnTo>
                <a:close/>
                <a:lnTo>
                  <a:pt x="191377" y="52550"/>
                </a:lnTo>
                <a:close/>
                <a:lnTo>
                  <a:pt x="193964" y="50287"/>
                </a:lnTo>
                <a:close/>
                <a:lnTo>
                  <a:pt x="196550" y="48024"/>
                </a:lnTo>
                <a:close/>
                <a:lnTo>
                  <a:pt x="199136" y="45761"/>
                </a:lnTo>
                <a:close/>
                <a:lnTo>
                  <a:pt x="201722" y="43498"/>
                </a:lnTo>
                <a:close/>
                <a:lnTo>
                  <a:pt x="204309" y="41234"/>
                </a:lnTo>
                <a:close/>
                <a:lnTo>
                  <a:pt x="206896" y="38971"/>
                </a:lnTo>
                <a:close/>
                <a:lnTo>
                  <a:pt x="209481" y="36709"/>
                </a:lnTo>
                <a:close/>
                <a:lnTo>
                  <a:pt x="212065" y="34448"/>
                </a:lnTo>
                <a:close/>
                <a:lnTo>
                  <a:pt x="214649" y="32187"/>
                </a:lnTo>
                <a:close/>
                <a:lnTo>
                  <a:pt x="217235" y="29924"/>
                </a:lnTo>
                <a:close/>
                <a:lnTo>
                  <a:pt x="219827" y="27657"/>
                </a:lnTo>
                <a:close/>
                <a:lnTo>
                  <a:pt x="222422" y="25386"/>
                </a:lnTo>
                <a:close/>
                <a:lnTo>
                  <a:pt x="225014" y="23118"/>
                </a:lnTo>
                <a:close/>
                <a:lnTo>
                  <a:pt x="227593" y="20861"/>
                </a:lnTo>
                <a:close/>
                <a:lnTo>
                  <a:pt x="230150" y="18624"/>
                </a:lnTo>
                <a:close/>
                <a:lnTo>
                  <a:pt x="232704" y="16390"/>
                </a:lnTo>
                <a:close/>
                <a:lnTo>
                  <a:pt x="235287" y="14129"/>
                </a:lnTo>
                <a:close/>
                <a:lnTo>
                  <a:pt x="237936" y="11811"/>
                </a:lnTo>
                <a:close/>
                <a:lnTo>
                  <a:pt x="240651" y="9434"/>
                </a:lnTo>
                <a:close/>
                <a:lnTo>
                  <a:pt x="243324" y="7095"/>
                </a:lnTo>
                <a:close/>
                <a:lnTo>
                  <a:pt x="245823" y="4909"/>
                </a:lnTo>
                <a:close/>
                <a:lnTo>
                  <a:pt x="248018" y="2991"/>
                </a:lnTo>
                <a:close/>
                <a:lnTo>
                  <a:pt x="249776" y="1456"/>
                </a:lnTo>
                <a:close/>
                <a:lnTo>
                  <a:pt x="250967" y="421"/>
                </a:lnTo>
                <a:close/>
                <a:lnTo>
                  <a:pt x="251460" y="0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240780" y="422910"/>
            <a:ext cx="251460" cy="188595"/>
          </a:xfrm>
          <a:custGeom>
            <a:avLst/>
            <a:gdLst/>
            <a:ahLst/>
            <a:cxnLst/>
            <a:rect l="l" t="t" r="r" b="b"/>
            <a:pathLst>
              <a:path w="251460" h="188595">
                <a:moveTo>
                  <a:pt x="251460" y="0"/>
                </a:moveTo>
                <a:lnTo>
                  <a:pt x="248874" y="1940"/>
                </a:lnTo>
                <a:close/>
                <a:lnTo>
                  <a:pt x="246288" y="3879"/>
                </a:lnTo>
                <a:close/>
                <a:lnTo>
                  <a:pt x="243701" y="5819"/>
                </a:lnTo>
                <a:close/>
                <a:lnTo>
                  <a:pt x="241115" y="7759"/>
                </a:lnTo>
                <a:close/>
                <a:lnTo>
                  <a:pt x="238529" y="9698"/>
                </a:lnTo>
                <a:close/>
                <a:lnTo>
                  <a:pt x="235943" y="11638"/>
                </a:lnTo>
                <a:close/>
                <a:lnTo>
                  <a:pt x="233357" y="13577"/>
                </a:lnTo>
                <a:close/>
                <a:lnTo>
                  <a:pt x="230771" y="15517"/>
                </a:lnTo>
                <a:close/>
                <a:lnTo>
                  <a:pt x="228184" y="17457"/>
                </a:lnTo>
                <a:close/>
                <a:lnTo>
                  <a:pt x="225598" y="19396"/>
                </a:lnTo>
                <a:close/>
                <a:lnTo>
                  <a:pt x="223012" y="21336"/>
                </a:lnTo>
                <a:close/>
                <a:lnTo>
                  <a:pt x="220426" y="23276"/>
                </a:lnTo>
                <a:close/>
                <a:lnTo>
                  <a:pt x="217840" y="25215"/>
                </a:lnTo>
                <a:close/>
                <a:lnTo>
                  <a:pt x="215253" y="27155"/>
                </a:lnTo>
                <a:close/>
                <a:lnTo>
                  <a:pt x="212667" y="29095"/>
                </a:lnTo>
                <a:close/>
                <a:lnTo>
                  <a:pt x="210081" y="31034"/>
                </a:lnTo>
                <a:close/>
                <a:lnTo>
                  <a:pt x="207495" y="32974"/>
                </a:lnTo>
                <a:close/>
                <a:lnTo>
                  <a:pt x="204909" y="34913"/>
                </a:lnTo>
                <a:close/>
                <a:lnTo>
                  <a:pt x="202323" y="36853"/>
                </a:lnTo>
                <a:close/>
                <a:lnTo>
                  <a:pt x="199736" y="38793"/>
                </a:lnTo>
                <a:close/>
                <a:lnTo>
                  <a:pt x="197150" y="40732"/>
                </a:lnTo>
                <a:close/>
                <a:lnTo>
                  <a:pt x="194564" y="42672"/>
                </a:lnTo>
                <a:close/>
                <a:lnTo>
                  <a:pt x="191978" y="44612"/>
                </a:lnTo>
                <a:close/>
                <a:lnTo>
                  <a:pt x="189392" y="46551"/>
                </a:lnTo>
                <a:close/>
                <a:lnTo>
                  <a:pt x="186805" y="48491"/>
                </a:lnTo>
                <a:close/>
                <a:lnTo>
                  <a:pt x="184219" y="50431"/>
                </a:lnTo>
                <a:close/>
                <a:lnTo>
                  <a:pt x="181633" y="52370"/>
                </a:lnTo>
                <a:close/>
                <a:lnTo>
                  <a:pt x="179047" y="54310"/>
                </a:lnTo>
                <a:close/>
                <a:lnTo>
                  <a:pt x="176461" y="56249"/>
                </a:lnTo>
                <a:close/>
                <a:lnTo>
                  <a:pt x="173875" y="58189"/>
                </a:lnTo>
                <a:close/>
                <a:lnTo>
                  <a:pt x="171288" y="60129"/>
                </a:lnTo>
                <a:close/>
                <a:lnTo>
                  <a:pt x="168702" y="62068"/>
                </a:lnTo>
                <a:close/>
                <a:lnTo>
                  <a:pt x="166116" y="64008"/>
                </a:lnTo>
                <a:close/>
                <a:lnTo>
                  <a:pt x="163530" y="65948"/>
                </a:lnTo>
                <a:close/>
                <a:lnTo>
                  <a:pt x="160944" y="67887"/>
                </a:lnTo>
                <a:close/>
                <a:lnTo>
                  <a:pt x="158357" y="69827"/>
                </a:lnTo>
                <a:close/>
                <a:lnTo>
                  <a:pt x="155771" y="71767"/>
                </a:lnTo>
                <a:close/>
                <a:lnTo>
                  <a:pt x="153185" y="73706"/>
                </a:lnTo>
                <a:close/>
                <a:lnTo>
                  <a:pt x="150599" y="75646"/>
                </a:lnTo>
                <a:close/>
                <a:lnTo>
                  <a:pt x="148013" y="77585"/>
                </a:lnTo>
                <a:close/>
                <a:lnTo>
                  <a:pt x="145427" y="79525"/>
                </a:lnTo>
                <a:close/>
                <a:lnTo>
                  <a:pt x="142840" y="81465"/>
                </a:lnTo>
                <a:close/>
                <a:lnTo>
                  <a:pt x="140254" y="83404"/>
                </a:lnTo>
                <a:close/>
                <a:lnTo>
                  <a:pt x="137668" y="85344"/>
                </a:lnTo>
                <a:close/>
                <a:lnTo>
                  <a:pt x="135082" y="87284"/>
                </a:lnTo>
                <a:close/>
                <a:lnTo>
                  <a:pt x="132496" y="89223"/>
                </a:lnTo>
                <a:close/>
                <a:lnTo>
                  <a:pt x="129909" y="91163"/>
                </a:lnTo>
                <a:close/>
                <a:lnTo>
                  <a:pt x="127323" y="93103"/>
                </a:lnTo>
                <a:close/>
                <a:lnTo>
                  <a:pt x="124737" y="95042"/>
                </a:lnTo>
                <a:close/>
                <a:lnTo>
                  <a:pt x="122151" y="96982"/>
                </a:lnTo>
                <a:close/>
                <a:lnTo>
                  <a:pt x="119565" y="98921"/>
                </a:lnTo>
                <a:close/>
                <a:lnTo>
                  <a:pt x="116979" y="100861"/>
                </a:lnTo>
                <a:close/>
                <a:lnTo>
                  <a:pt x="114392" y="102801"/>
                </a:lnTo>
                <a:close/>
                <a:lnTo>
                  <a:pt x="111806" y="104740"/>
                </a:lnTo>
                <a:close/>
                <a:lnTo>
                  <a:pt x="109220" y="106680"/>
                </a:lnTo>
                <a:close/>
                <a:lnTo>
                  <a:pt x="106634" y="108620"/>
                </a:lnTo>
                <a:close/>
                <a:lnTo>
                  <a:pt x="104048" y="110559"/>
                </a:lnTo>
                <a:close/>
                <a:lnTo>
                  <a:pt x="101461" y="112499"/>
                </a:lnTo>
                <a:close/>
                <a:lnTo>
                  <a:pt x="98875" y="114439"/>
                </a:lnTo>
                <a:close/>
                <a:lnTo>
                  <a:pt x="96289" y="116378"/>
                </a:lnTo>
                <a:close/>
                <a:lnTo>
                  <a:pt x="93703" y="118318"/>
                </a:lnTo>
                <a:close/>
                <a:lnTo>
                  <a:pt x="91117" y="120257"/>
                </a:lnTo>
                <a:close/>
                <a:lnTo>
                  <a:pt x="88531" y="122197"/>
                </a:lnTo>
                <a:close/>
                <a:lnTo>
                  <a:pt x="85944" y="124137"/>
                </a:lnTo>
                <a:close/>
                <a:lnTo>
                  <a:pt x="83358" y="126076"/>
                </a:lnTo>
                <a:close/>
                <a:lnTo>
                  <a:pt x="80772" y="128016"/>
                </a:lnTo>
                <a:close/>
                <a:lnTo>
                  <a:pt x="78186" y="129956"/>
                </a:lnTo>
                <a:close/>
                <a:lnTo>
                  <a:pt x="75600" y="131895"/>
                </a:lnTo>
                <a:close/>
                <a:lnTo>
                  <a:pt x="73013" y="133835"/>
                </a:lnTo>
                <a:close/>
                <a:lnTo>
                  <a:pt x="70427" y="135775"/>
                </a:lnTo>
                <a:close/>
                <a:lnTo>
                  <a:pt x="67841" y="137714"/>
                </a:lnTo>
                <a:close/>
                <a:lnTo>
                  <a:pt x="65255" y="139654"/>
                </a:lnTo>
                <a:close/>
                <a:lnTo>
                  <a:pt x="62669" y="141594"/>
                </a:lnTo>
                <a:close/>
                <a:lnTo>
                  <a:pt x="60083" y="143533"/>
                </a:lnTo>
                <a:close/>
                <a:lnTo>
                  <a:pt x="57496" y="145473"/>
                </a:lnTo>
                <a:close/>
                <a:lnTo>
                  <a:pt x="54910" y="147412"/>
                </a:lnTo>
                <a:close/>
                <a:lnTo>
                  <a:pt x="52324" y="149352"/>
                </a:lnTo>
                <a:close/>
                <a:lnTo>
                  <a:pt x="49738" y="151292"/>
                </a:lnTo>
                <a:close/>
                <a:lnTo>
                  <a:pt x="47151" y="153232"/>
                </a:lnTo>
                <a:close/>
                <a:lnTo>
                  <a:pt x="44564" y="155172"/>
                </a:lnTo>
                <a:close/>
                <a:lnTo>
                  <a:pt x="41979" y="157111"/>
                </a:lnTo>
                <a:close/>
                <a:lnTo>
                  <a:pt x="39395" y="159049"/>
                </a:lnTo>
                <a:close/>
                <a:lnTo>
                  <a:pt x="36811" y="160987"/>
                </a:lnTo>
                <a:close/>
                <a:lnTo>
                  <a:pt x="34225" y="162927"/>
                </a:lnTo>
                <a:close/>
                <a:lnTo>
                  <a:pt x="31633" y="164870"/>
                </a:lnTo>
                <a:close/>
                <a:lnTo>
                  <a:pt x="29038" y="166817"/>
                </a:lnTo>
                <a:close/>
                <a:lnTo>
                  <a:pt x="26446" y="168760"/>
                </a:lnTo>
                <a:close/>
                <a:lnTo>
                  <a:pt x="23867" y="170694"/>
                </a:lnTo>
                <a:close/>
                <a:lnTo>
                  <a:pt x="21310" y="172613"/>
                </a:lnTo>
                <a:close/>
                <a:lnTo>
                  <a:pt x="18756" y="174528"/>
                </a:lnTo>
                <a:close/>
                <a:lnTo>
                  <a:pt x="16173" y="176465"/>
                </a:lnTo>
                <a:close/>
                <a:lnTo>
                  <a:pt x="13524" y="178452"/>
                </a:lnTo>
                <a:close/>
                <a:lnTo>
                  <a:pt x="10809" y="180489"/>
                </a:lnTo>
                <a:close/>
                <a:lnTo>
                  <a:pt x="8136" y="182493"/>
                </a:lnTo>
                <a:close/>
                <a:lnTo>
                  <a:pt x="5637" y="184368"/>
                </a:lnTo>
                <a:close/>
                <a:lnTo>
                  <a:pt x="3442" y="186013"/>
                </a:lnTo>
                <a:close/>
                <a:lnTo>
                  <a:pt x="1684" y="187332"/>
                </a:lnTo>
                <a:close/>
                <a:lnTo>
                  <a:pt x="493" y="188225"/>
                </a:lnTo>
                <a:close/>
                <a:lnTo>
                  <a:pt x="0" y="188595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8200" y="234569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