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51435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E1E23"/>
        </a:solidFill>
        <a:effectLst/>
      </p:bgPr>
    </p:bg>
    <p:spTree>
      <p:nvGrpSpPr>
        <p:cNvPr id="1" name=""/>
        <p:cNvGrpSpPr/>
        <p:nvPr/>
      </p:nvGrpSpPr>
      <p:grpSpPr/>
      <p:cxnSp>
        <p:nvCxnSpPr>
          <p:cNvPr id="2" name="Connector 1"/>
          <p:cNvCxnSpPr/>
          <p:nvPr/>
        </p:nvCxnSpPr>
        <p:spPr>
          <a:xfrm>
            <a:off x="4389120.0" y="2571750.0"/>
            <a:ext cx="1097280.0" cy="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3" name="Connector 2"/>
          <p:cNvCxnSpPr/>
          <p:nvPr/>
        </p:nvCxnSpPr>
        <p:spPr>
          <a:xfrm flipV="1">
            <a:off x="4572000.0" y="1748790.0"/>
            <a:ext cx="0.0" cy="868680.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Freeform 3"/>
          <p:cNvSpPr/>
          <p:nvPr/>
        </p:nvSpPr>
        <p:spPr>
          <a:xfrm>
            <a:off x="4664400" y="2139162"/>
            <a:ext cx="766359" cy="3657905"/>
          </a:xfrm>
          <a:custGeom>
            <a:avLst/>
            <a:gdLst/>
            <a:ahLst/>
            <a:cxnLst/>
            <a:rect l="l" t="t" r="r" b="b"/>
            <a:pathLst>
              <a:path w="766359" h="3657905">
                <a:moveTo>
                  <a:pt x="0" y="383942"/>
                </a:moveTo>
                <a:lnTo>
                  <a:pt x="2563" y="381557"/>
                </a:lnTo>
                <a:close/>
                <a:lnTo>
                  <a:pt x="5126" y="379086"/>
                </a:lnTo>
                <a:close/>
                <a:lnTo>
                  <a:pt x="7689" y="376570"/>
                </a:lnTo>
                <a:close/>
                <a:lnTo>
                  <a:pt x="10252" y="374012"/>
                </a:lnTo>
                <a:close/>
                <a:lnTo>
                  <a:pt x="12815" y="371414"/>
                </a:lnTo>
                <a:close/>
                <a:lnTo>
                  <a:pt x="15379" y="368734"/>
                </a:lnTo>
                <a:close/>
                <a:lnTo>
                  <a:pt x="17942" y="366000"/>
                </a:lnTo>
                <a:close/>
                <a:lnTo>
                  <a:pt x="20505" y="363234"/>
                </a:lnTo>
                <a:close/>
                <a:lnTo>
                  <a:pt x="23068" y="360379"/>
                </a:lnTo>
                <a:close/>
                <a:lnTo>
                  <a:pt x="25631" y="357509"/>
                </a:lnTo>
                <a:close/>
                <a:lnTo>
                  <a:pt x="28194" y="354583"/>
                </a:lnTo>
                <a:close/>
                <a:lnTo>
                  <a:pt x="30757" y="351590"/>
                </a:lnTo>
                <a:close/>
                <a:lnTo>
                  <a:pt x="33320" y="348560"/>
                </a:lnTo>
                <a:close/>
                <a:lnTo>
                  <a:pt x="35883" y="345487"/>
                </a:lnTo>
                <a:close/>
                <a:lnTo>
                  <a:pt x="38446" y="342369"/>
                </a:lnTo>
                <a:close/>
                <a:lnTo>
                  <a:pt x="41009" y="339217"/>
                </a:lnTo>
                <a:close/>
                <a:lnTo>
                  <a:pt x="43572" y="335990"/>
                </a:lnTo>
                <a:close/>
                <a:lnTo>
                  <a:pt x="46135" y="332718"/>
                </a:lnTo>
                <a:close/>
                <a:lnTo>
                  <a:pt x="48698" y="329422"/>
                </a:lnTo>
                <a:close/>
                <a:lnTo>
                  <a:pt x="51262" y="326041"/>
                </a:lnTo>
                <a:close/>
                <a:lnTo>
                  <a:pt x="53825" y="322627"/>
                </a:lnTo>
                <a:close/>
                <a:lnTo>
                  <a:pt x="56388" y="319166"/>
                </a:lnTo>
                <a:close/>
                <a:lnTo>
                  <a:pt x="58951" y="315667"/>
                </a:lnTo>
                <a:close/>
                <a:lnTo>
                  <a:pt x="61514" y="312112"/>
                </a:lnTo>
                <a:close/>
                <a:lnTo>
                  <a:pt x="64077" y="308485"/>
                </a:lnTo>
                <a:close/>
                <a:lnTo>
                  <a:pt x="66640" y="304854"/>
                </a:lnTo>
                <a:close/>
                <a:lnTo>
                  <a:pt x="69203" y="301133"/>
                </a:lnTo>
                <a:close/>
                <a:lnTo>
                  <a:pt x="71766" y="297374"/>
                </a:lnTo>
                <a:close/>
                <a:lnTo>
                  <a:pt x="74329" y="293572"/>
                </a:lnTo>
                <a:close/>
                <a:lnTo>
                  <a:pt x="76892" y="289726"/>
                </a:lnTo>
                <a:close/>
                <a:lnTo>
                  <a:pt x="79455" y="285838"/>
                </a:lnTo>
                <a:close/>
                <a:lnTo>
                  <a:pt x="82018" y="281908"/>
                </a:lnTo>
                <a:close/>
                <a:lnTo>
                  <a:pt x="84582" y="277935"/>
                </a:lnTo>
                <a:close/>
                <a:lnTo>
                  <a:pt x="87145" y="273918"/>
                </a:lnTo>
                <a:close/>
                <a:lnTo>
                  <a:pt x="89708" y="269860"/>
                </a:lnTo>
                <a:close/>
                <a:lnTo>
                  <a:pt x="92271" y="265758"/>
                </a:lnTo>
                <a:close/>
                <a:lnTo>
                  <a:pt x="94834" y="261614"/>
                </a:lnTo>
                <a:close/>
                <a:lnTo>
                  <a:pt x="97397" y="257427"/>
                </a:lnTo>
                <a:close/>
                <a:lnTo>
                  <a:pt x="99960" y="253199"/>
                </a:lnTo>
                <a:close/>
                <a:lnTo>
                  <a:pt x="102523" y="248920"/>
                </a:lnTo>
                <a:close/>
                <a:lnTo>
                  <a:pt x="105086" y="244641"/>
                </a:lnTo>
                <a:close/>
                <a:lnTo>
                  <a:pt x="107649" y="240298"/>
                </a:lnTo>
                <a:close/>
                <a:lnTo>
                  <a:pt x="110212" y="235919"/>
                </a:lnTo>
                <a:close/>
                <a:lnTo>
                  <a:pt x="112775" y="231526"/>
                </a:lnTo>
                <a:close/>
                <a:lnTo>
                  <a:pt x="115338" y="227082"/>
                </a:lnTo>
                <a:close/>
                <a:lnTo>
                  <a:pt x="117901" y="222599"/>
                </a:lnTo>
                <a:close/>
                <a:lnTo>
                  <a:pt x="120465" y="218068"/>
                </a:lnTo>
                <a:close/>
                <a:lnTo>
                  <a:pt x="123028" y="213515"/>
                </a:lnTo>
                <a:close/>
                <a:lnTo>
                  <a:pt x="125591" y="208953"/>
                </a:lnTo>
                <a:close/>
                <a:lnTo>
                  <a:pt x="128154" y="204336"/>
                </a:lnTo>
                <a:close/>
                <a:lnTo>
                  <a:pt x="130717" y="199700"/>
                </a:lnTo>
                <a:close/>
                <a:lnTo>
                  <a:pt x="133280" y="195035"/>
                </a:lnTo>
                <a:close/>
                <a:lnTo>
                  <a:pt x="135843" y="190312"/>
                </a:lnTo>
                <a:close/>
                <a:lnTo>
                  <a:pt x="138406" y="185617"/>
                </a:lnTo>
                <a:close/>
                <a:lnTo>
                  <a:pt x="140969" y="180842"/>
                </a:lnTo>
                <a:close/>
                <a:lnTo>
                  <a:pt x="143532" y="176116"/>
                </a:lnTo>
                <a:close/>
                <a:lnTo>
                  <a:pt x="146095" y="171335"/>
                </a:lnTo>
                <a:close/>
                <a:lnTo>
                  <a:pt x="148658" y="166519"/>
                </a:lnTo>
                <a:close/>
                <a:lnTo>
                  <a:pt x="151221" y="161747"/>
                </a:lnTo>
                <a:close/>
                <a:lnTo>
                  <a:pt x="153784" y="156930"/>
                </a:lnTo>
                <a:close/>
                <a:lnTo>
                  <a:pt x="156348" y="152112"/>
                </a:lnTo>
                <a:close/>
                <a:lnTo>
                  <a:pt x="158911" y="147338"/>
                </a:lnTo>
                <a:close/>
                <a:lnTo>
                  <a:pt x="161474" y="142566"/>
                </a:lnTo>
                <a:close/>
                <a:lnTo>
                  <a:pt x="164037" y="137794"/>
                </a:lnTo>
                <a:close/>
                <a:lnTo>
                  <a:pt x="166600" y="133019"/>
                </a:lnTo>
                <a:close/>
                <a:lnTo>
                  <a:pt x="169163" y="128279"/>
                </a:lnTo>
                <a:close/>
                <a:lnTo>
                  <a:pt x="171726" y="123591"/>
                </a:lnTo>
                <a:close/>
                <a:lnTo>
                  <a:pt x="174289" y="118899"/>
                </a:lnTo>
                <a:close/>
                <a:lnTo>
                  <a:pt x="176852" y="114282"/>
                </a:lnTo>
                <a:close/>
                <a:lnTo>
                  <a:pt x="179415" y="109684"/>
                </a:lnTo>
                <a:close/>
                <a:lnTo>
                  <a:pt x="181978" y="105142"/>
                </a:lnTo>
                <a:close/>
                <a:lnTo>
                  <a:pt x="184541" y="100663"/>
                </a:lnTo>
                <a:close/>
                <a:lnTo>
                  <a:pt x="187104" y="96245"/>
                </a:lnTo>
                <a:close/>
                <a:lnTo>
                  <a:pt x="189667" y="91924"/>
                </a:lnTo>
                <a:close/>
                <a:lnTo>
                  <a:pt x="192231" y="87660"/>
                </a:lnTo>
                <a:close/>
                <a:lnTo>
                  <a:pt x="194794" y="83453"/>
                </a:lnTo>
                <a:close/>
                <a:lnTo>
                  <a:pt x="197357" y="79345"/>
                </a:lnTo>
                <a:close/>
                <a:lnTo>
                  <a:pt x="199920" y="75294"/>
                </a:lnTo>
                <a:close/>
                <a:lnTo>
                  <a:pt x="202483" y="71315"/>
                </a:lnTo>
                <a:close/>
                <a:lnTo>
                  <a:pt x="205046" y="67467"/>
                </a:lnTo>
                <a:close/>
                <a:lnTo>
                  <a:pt x="207609" y="63677"/>
                </a:lnTo>
                <a:close/>
                <a:lnTo>
                  <a:pt x="210172" y="59951"/>
                </a:lnTo>
                <a:close/>
                <a:lnTo>
                  <a:pt x="212735" y="56355"/>
                </a:lnTo>
                <a:close/>
                <a:lnTo>
                  <a:pt x="215298" y="52836"/>
                </a:lnTo>
                <a:close/>
                <a:lnTo>
                  <a:pt x="217861" y="49405"/>
                </a:lnTo>
                <a:close/>
                <a:lnTo>
                  <a:pt x="220424" y="46058"/>
                </a:lnTo>
                <a:close/>
                <a:lnTo>
                  <a:pt x="222987" y="42801"/>
                </a:lnTo>
                <a:close/>
                <a:lnTo>
                  <a:pt x="225550" y="39671"/>
                </a:lnTo>
                <a:close/>
                <a:lnTo>
                  <a:pt x="228114" y="36626"/>
                </a:lnTo>
                <a:close/>
                <a:lnTo>
                  <a:pt x="230677" y="33711"/>
                </a:lnTo>
                <a:close/>
                <a:lnTo>
                  <a:pt x="233240" y="30879"/>
                </a:lnTo>
                <a:close/>
                <a:lnTo>
                  <a:pt x="235803" y="28177"/>
                </a:lnTo>
                <a:close/>
                <a:lnTo>
                  <a:pt x="238366" y="25560"/>
                </a:lnTo>
                <a:close/>
                <a:lnTo>
                  <a:pt x="240929" y="23068"/>
                </a:lnTo>
                <a:close/>
                <a:lnTo>
                  <a:pt x="243492" y="20704"/>
                </a:lnTo>
                <a:close/>
                <a:lnTo>
                  <a:pt x="246055" y="18474"/>
                </a:lnTo>
                <a:close/>
                <a:lnTo>
                  <a:pt x="248618" y="16325"/>
                </a:lnTo>
                <a:close/>
                <a:lnTo>
                  <a:pt x="251181" y="14338"/>
                </a:lnTo>
                <a:close/>
                <a:lnTo>
                  <a:pt x="253744" y="12460"/>
                </a:lnTo>
                <a:close/>
                <a:lnTo>
                  <a:pt x="256307" y="10682"/>
                </a:lnTo>
                <a:close/>
                <a:lnTo>
                  <a:pt x="258870" y="9079"/>
                </a:lnTo>
                <a:close/>
                <a:lnTo>
                  <a:pt x="261434" y="7590"/>
                </a:lnTo>
                <a:close/>
                <a:lnTo>
                  <a:pt x="263997" y="6196"/>
                </a:lnTo>
                <a:close/>
                <a:lnTo>
                  <a:pt x="266560" y="4973"/>
                </a:lnTo>
                <a:close/>
                <a:lnTo>
                  <a:pt x="269123" y="3868"/>
                </a:lnTo>
                <a:close/>
                <a:lnTo>
                  <a:pt x="271686" y="2885"/>
                </a:lnTo>
                <a:close/>
                <a:lnTo>
                  <a:pt x="274249" y="2067"/>
                </a:lnTo>
                <a:close/>
                <a:lnTo>
                  <a:pt x="276812" y="1362"/>
                </a:lnTo>
                <a:close/>
                <a:lnTo>
                  <a:pt x="279375" y="814"/>
                </a:lnTo>
                <a:close/>
                <a:lnTo>
                  <a:pt x="281938" y="401"/>
                </a:lnTo>
                <a:close/>
                <a:lnTo>
                  <a:pt x="284501" y="109"/>
                </a:lnTo>
                <a:close/>
                <a:lnTo>
                  <a:pt x="287064" y="10"/>
                </a:lnTo>
                <a:close/>
                <a:lnTo>
                  <a:pt x="289627" y="0"/>
                </a:lnTo>
                <a:close/>
                <a:lnTo>
                  <a:pt x="292190" y="162"/>
                </a:lnTo>
                <a:close/>
                <a:lnTo>
                  <a:pt x="294753" y="460"/>
                </a:lnTo>
                <a:close/>
                <a:lnTo>
                  <a:pt x="297317" y="970"/>
                </a:lnTo>
                <a:close/>
                <a:lnTo>
                  <a:pt x="299880" y="1603"/>
                </a:lnTo>
                <a:close/>
                <a:lnTo>
                  <a:pt x="302443" y="2413"/>
                </a:lnTo>
                <a:close/>
                <a:lnTo>
                  <a:pt x="305006" y="3390"/>
                </a:lnTo>
                <a:close/>
                <a:lnTo>
                  <a:pt x="307569" y="4495"/>
                </a:lnTo>
                <a:close/>
                <a:lnTo>
                  <a:pt x="310132" y="5815"/>
                </a:lnTo>
                <a:close/>
                <a:lnTo>
                  <a:pt x="312695" y="7306"/>
                </a:lnTo>
                <a:close/>
                <a:lnTo>
                  <a:pt x="315258" y="8968"/>
                </a:lnTo>
                <a:close/>
                <a:lnTo>
                  <a:pt x="317821" y="10801"/>
                </a:lnTo>
                <a:close/>
                <a:lnTo>
                  <a:pt x="320384" y="12805"/>
                </a:lnTo>
                <a:close/>
                <a:lnTo>
                  <a:pt x="322947" y="14980"/>
                </a:lnTo>
                <a:close/>
                <a:lnTo>
                  <a:pt x="325510" y="17325"/>
                </a:lnTo>
                <a:close/>
                <a:lnTo>
                  <a:pt x="328073" y="19842"/>
                </a:lnTo>
                <a:close/>
                <a:lnTo>
                  <a:pt x="330636" y="22529"/>
                </a:lnTo>
                <a:close/>
                <a:lnTo>
                  <a:pt x="333200" y="25388"/>
                </a:lnTo>
                <a:close/>
                <a:lnTo>
                  <a:pt x="335763" y="28412"/>
                </a:lnTo>
                <a:close/>
                <a:lnTo>
                  <a:pt x="338326" y="31639"/>
                </a:lnTo>
                <a:close/>
                <a:lnTo>
                  <a:pt x="340889" y="35059"/>
                </a:lnTo>
                <a:close/>
                <a:lnTo>
                  <a:pt x="343452" y="38639"/>
                </a:lnTo>
                <a:close/>
                <a:lnTo>
                  <a:pt x="346015" y="42419"/>
                </a:lnTo>
                <a:close/>
                <a:lnTo>
                  <a:pt x="348578" y="46391"/>
                </a:lnTo>
                <a:close/>
                <a:lnTo>
                  <a:pt x="351141" y="50550"/>
                </a:lnTo>
                <a:close/>
                <a:lnTo>
                  <a:pt x="353704" y="54914"/>
                </a:lnTo>
                <a:close/>
                <a:lnTo>
                  <a:pt x="356267" y="59438"/>
                </a:lnTo>
                <a:close/>
                <a:lnTo>
                  <a:pt x="358830" y="64148"/>
                </a:lnTo>
                <a:close/>
                <a:lnTo>
                  <a:pt x="361393" y="69079"/>
                </a:lnTo>
                <a:close/>
                <a:lnTo>
                  <a:pt x="363956" y="74210"/>
                </a:lnTo>
                <a:close/>
                <a:lnTo>
                  <a:pt x="366519" y="79515"/>
                </a:lnTo>
                <a:close/>
                <a:lnTo>
                  <a:pt x="369083" y="85042"/>
                </a:lnTo>
                <a:close/>
                <a:lnTo>
                  <a:pt x="371646" y="90774"/>
                </a:lnTo>
                <a:close/>
                <a:lnTo>
                  <a:pt x="374209" y="96678"/>
                </a:lnTo>
                <a:close/>
                <a:lnTo>
                  <a:pt x="376772" y="102800"/>
                </a:lnTo>
                <a:close/>
                <a:lnTo>
                  <a:pt x="379335" y="109132"/>
                </a:lnTo>
                <a:close/>
                <a:lnTo>
                  <a:pt x="381898" y="115634"/>
                </a:lnTo>
                <a:close/>
                <a:lnTo>
                  <a:pt x="384461" y="122351"/>
                </a:lnTo>
                <a:close/>
                <a:lnTo>
                  <a:pt x="387024" y="129283"/>
                </a:lnTo>
                <a:close/>
                <a:lnTo>
                  <a:pt x="389587" y="136382"/>
                </a:lnTo>
                <a:close/>
                <a:lnTo>
                  <a:pt x="392150" y="143740"/>
                </a:lnTo>
                <a:close/>
                <a:lnTo>
                  <a:pt x="394713" y="151269"/>
                </a:lnTo>
                <a:close/>
                <a:lnTo>
                  <a:pt x="397276" y="159045"/>
                </a:lnTo>
                <a:close/>
                <a:lnTo>
                  <a:pt x="399839" y="167051"/>
                </a:lnTo>
                <a:close/>
                <a:lnTo>
                  <a:pt x="402402" y="175223"/>
                </a:lnTo>
                <a:close/>
                <a:lnTo>
                  <a:pt x="404966" y="183636"/>
                </a:lnTo>
                <a:close/>
                <a:lnTo>
                  <a:pt x="407529" y="192278"/>
                </a:lnTo>
                <a:close/>
                <a:lnTo>
                  <a:pt x="410092" y="201131"/>
                </a:lnTo>
                <a:close/>
                <a:lnTo>
                  <a:pt x="412655" y="210191"/>
                </a:lnTo>
                <a:close/>
                <a:lnTo>
                  <a:pt x="415218" y="219504"/>
                </a:lnTo>
                <a:close/>
                <a:lnTo>
                  <a:pt x="417781" y="229017"/>
                </a:lnTo>
                <a:close/>
                <a:lnTo>
                  <a:pt x="420344" y="238737"/>
                </a:lnTo>
                <a:close/>
                <a:lnTo>
                  <a:pt x="422907" y="248730"/>
                </a:lnTo>
                <a:close/>
                <a:lnTo>
                  <a:pt x="425470" y="258957"/>
                </a:lnTo>
                <a:close/>
                <a:lnTo>
                  <a:pt x="428033" y="269387"/>
                </a:lnTo>
                <a:close/>
                <a:lnTo>
                  <a:pt x="430596" y="280055"/>
                </a:lnTo>
                <a:close/>
                <a:lnTo>
                  <a:pt x="433159" y="290963"/>
                </a:lnTo>
                <a:close/>
                <a:lnTo>
                  <a:pt x="435722" y="302097"/>
                </a:lnTo>
                <a:close/>
                <a:lnTo>
                  <a:pt x="438285" y="313478"/>
                </a:lnTo>
                <a:close/>
                <a:lnTo>
                  <a:pt x="440849" y="325079"/>
                </a:lnTo>
                <a:close/>
                <a:lnTo>
                  <a:pt x="443412" y="336934"/>
                </a:lnTo>
                <a:close/>
                <a:lnTo>
                  <a:pt x="445975" y="348993"/>
                </a:lnTo>
                <a:close/>
                <a:lnTo>
                  <a:pt x="448538" y="361282"/>
                </a:lnTo>
                <a:close/>
                <a:lnTo>
                  <a:pt x="451101" y="373866"/>
                </a:lnTo>
                <a:close/>
                <a:lnTo>
                  <a:pt x="453664" y="386660"/>
                </a:lnTo>
                <a:close/>
                <a:lnTo>
                  <a:pt x="456227" y="399712"/>
                </a:lnTo>
                <a:close/>
                <a:lnTo>
                  <a:pt x="458790" y="412977"/>
                </a:lnTo>
                <a:close/>
                <a:lnTo>
                  <a:pt x="461353" y="426498"/>
                </a:lnTo>
                <a:close/>
                <a:lnTo>
                  <a:pt x="463916" y="440275"/>
                </a:lnTo>
                <a:close/>
                <a:lnTo>
                  <a:pt x="466479" y="454351"/>
                </a:lnTo>
                <a:close/>
                <a:lnTo>
                  <a:pt x="469042" y="468687"/>
                </a:lnTo>
                <a:close/>
                <a:lnTo>
                  <a:pt x="471605" y="483277"/>
                </a:lnTo>
                <a:close/>
                <a:lnTo>
                  <a:pt x="474169" y="498124"/>
                </a:lnTo>
                <a:close/>
                <a:lnTo>
                  <a:pt x="476732" y="513228"/>
                </a:lnTo>
                <a:close/>
                <a:lnTo>
                  <a:pt x="479295" y="528587"/>
                </a:lnTo>
                <a:close/>
                <a:lnTo>
                  <a:pt x="481858" y="544204"/>
                </a:lnTo>
                <a:close/>
                <a:lnTo>
                  <a:pt x="484421" y="560074"/>
                </a:lnTo>
                <a:close/>
                <a:lnTo>
                  <a:pt x="486984" y="576209"/>
                </a:lnTo>
                <a:close/>
                <a:lnTo>
                  <a:pt x="489547" y="592559"/>
                </a:lnTo>
                <a:close/>
                <a:lnTo>
                  <a:pt x="492110" y="609184"/>
                </a:lnTo>
                <a:close/>
                <a:lnTo>
                  <a:pt x="494673" y="626061"/>
                </a:lnTo>
                <a:close/>
                <a:lnTo>
                  <a:pt x="497236" y="643165"/>
                </a:lnTo>
                <a:close/>
                <a:lnTo>
                  <a:pt x="499799" y="660531"/>
                </a:lnTo>
                <a:close/>
                <a:lnTo>
                  <a:pt x="502362" y="678157"/>
                </a:lnTo>
                <a:close/>
                <a:lnTo>
                  <a:pt x="504925" y="696017"/>
                </a:lnTo>
                <a:close/>
                <a:lnTo>
                  <a:pt x="507488" y="714103"/>
                </a:lnTo>
                <a:close/>
                <a:lnTo>
                  <a:pt x="510052" y="732449"/>
                </a:lnTo>
                <a:close/>
                <a:lnTo>
                  <a:pt x="512615" y="751055"/>
                </a:lnTo>
                <a:close/>
                <a:lnTo>
                  <a:pt x="515178" y="769902"/>
                </a:lnTo>
                <a:close/>
                <a:lnTo>
                  <a:pt x="517741" y="788971"/>
                </a:lnTo>
                <a:close/>
                <a:lnTo>
                  <a:pt x="520304" y="808292"/>
                </a:lnTo>
                <a:close/>
                <a:lnTo>
                  <a:pt x="522867" y="827827"/>
                </a:lnTo>
                <a:close/>
                <a:lnTo>
                  <a:pt x="525430" y="847625"/>
                </a:lnTo>
                <a:close/>
                <a:lnTo>
                  <a:pt x="527993" y="867673"/>
                </a:lnTo>
                <a:close/>
                <a:lnTo>
                  <a:pt x="530556" y="887935"/>
                </a:lnTo>
                <a:close/>
                <a:lnTo>
                  <a:pt x="533119" y="908456"/>
                </a:lnTo>
                <a:close/>
                <a:lnTo>
                  <a:pt x="535682" y="929232"/>
                </a:lnTo>
                <a:close/>
                <a:lnTo>
                  <a:pt x="538245" y="950221"/>
                </a:lnTo>
                <a:close/>
                <a:lnTo>
                  <a:pt x="540808" y="971468"/>
                </a:lnTo>
                <a:close/>
                <a:lnTo>
                  <a:pt x="543371" y="992926"/>
                </a:lnTo>
                <a:close/>
                <a:lnTo>
                  <a:pt x="545935" y="1014642"/>
                </a:lnTo>
                <a:close/>
                <a:lnTo>
                  <a:pt x="548498" y="1036572"/>
                </a:lnTo>
                <a:close/>
                <a:lnTo>
                  <a:pt x="551061" y="1058755"/>
                </a:lnTo>
                <a:close/>
                <a:lnTo>
                  <a:pt x="553624" y="1081161"/>
                </a:lnTo>
                <a:close/>
                <a:lnTo>
                  <a:pt x="556187" y="1103774"/>
                </a:lnTo>
                <a:close/>
                <a:lnTo>
                  <a:pt x="558750" y="1126632"/>
                </a:lnTo>
                <a:close/>
                <a:lnTo>
                  <a:pt x="561313" y="1149762"/>
                </a:lnTo>
                <a:close/>
                <a:lnTo>
                  <a:pt x="563876" y="1173069"/>
                </a:lnTo>
                <a:close/>
                <a:lnTo>
                  <a:pt x="566439" y="1196643"/>
                </a:lnTo>
                <a:close/>
                <a:lnTo>
                  <a:pt x="569002" y="1220439"/>
                </a:lnTo>
                <a:close/>
                <a:lnTo>
                  <a:pt x="571565" y="1244439"/>
                </a:lnTo>
                <a:close/>
                <a:lnTo>
                  <a:pt x="574128" y="1268712"/>
                </a:lnTo>
                <a:close/>
                <a:lnTo>
                  <a:pt x="576691" y="1293218"/>
                </a:lnTo>
                <a:close/>
                <a:lnTo>
                  <a:pt x="579254" y="1317929"/>
                </a:lnTo>
                <a:close/>
                <a:lnTo>
                  <a:pt x="581818" y="1342876"/>
                </a:lnTo>
                <a:close/>
                <a:lnTo>
                  <a:pt x="584381" y="1368069"/>
                </a:lnTo>
                <a:close/>
                <a:lnTo>
                  <a:pt x="586944" y="1393465"/>
                </a:lnTo>
                <a:close/>
                <a:lnTo>
                  <a:pt x="589507" y="1419092"/>
                </a:lnTo>
                <a:close/>
                <a:lnTo>
                  <a:pt x="592070" y="1444969"/>
                </a:lnTo>
                <a:close/>
                <a:lnTo>
                  <a:pt x="594633" y="1471051"/>
                </a:lnTo>
                <a:close/>
                <a:lnTo>
                  <a:pt x="597196" y="1497358"/>
                </a:lnTo>
                <a:close/>
                <a:lnTo>
                  <a:pt x="599759" y="1523919"/>
                </a:lnTo>
                <a:close/>
                <a:lnTo>
                  <a:pt x="602322" y="1550688"/>
                </a:lnTo>
                <a:close/>
                <a:lnTo>
                  <a:pt x="604885" y="1577672"/>
                </a:lnTo>
                <a:close/>
                <a:lnTo>
                  <a:pt x="607448" y="1604869"/>
                </a:lnTo>
                <a:close/>
                <a:lnTo>
                  <a:pt x="610011" y="1632280"/>
                </a:lnTo>
                <a:close/>
                <a:lnTo>
                  <a:pt x="612574" y="1659905"/>
                </a:lnTo>
                <a:close/>
                <a:lnTo>
                  <a:pt x="615137" y="1687743"/>
                </a:lnTo>
                <a:close/>
                <a:lnTo>
                  <a:pt x="617701" y="1715794"/>
                </a:lnTo>
                <a:close/>
                <a:lnTo>
                  <a:pt x="620264" y="1744060"/>
                </a:lnTo>
                <a:close/>
                <a:lnTo>
                  <a:pt x="622827" y="1772538"/>
                </a:lnTo>
                <a:close/>
                <a:lnTo>
                  <a:pt x="625390" y="1801230"/>
                </a:lnTo>
                <a:close/>
                <a:lnTo>
                  <a:pt x="627953" y="1830140"/>
                </a:lnTo>
                <a:close/>
                <a:lnTo>
                  <a:pt x="630516" y="1859222"/>
                </a:lnTo>
                <a:close/>
                <a:lnTo>
                  <a:pt x="633079" y="1888509"/>
                </a:lnTo>
                <a:close/>
                <a:lnTo>
                  <a:pt x="635642" y="1918012"/>
                </a:lnTo>
                <a:close/>
                <a:lnTo>
                  <a:pt x="638205" y="1947728"/>
                </a:lnTo>
                <a:close/>
                <a:lnTo>
                  <a:pt x="640768" y="1977656"/>
                </a:lnTo>
                <a:close/>
                <a:lnTo>
                  <a:pt x="643331" y="2007804"/>
                </a:lnTo>
                <a:close/>
                <a:lnTo>
                  <a:pt x="645894" y="2038134"/>
                </a:lnTo>
                <a:close/>
                <a:lnTo>
                  <a:pt x="648457" y="2068655"/>
                </a:lnTo>
                <a:close/>
                <a:lnTo>
                  <a:pt x="651021" y="2099401"/>
                </a:lnTo>
                <a:close/>
                <a:lnTo>
                  <a:pt x="653584" y="2130331"/>
                </a:lnTo>
                <a:close/>
                <a:lnTo>
                  <a:pt x="656147" y="2161453"/>
                </a:lnTo>
                <a:close/>
                <a:lnTo>
                  <a:pt x="658710" y="2192772"/>
                </a:lnTo>
                <a:close/>
                <a:lnTo>
                  <a:pt x="661273" y="2224272"/>
                </a:lnTo>
                <a:close/>
                <a:lnTo>
                  <a:pt x="663836" y="2255995"/>
                </a:lnTo>
                <a:close/>
                <a:lnTo>
                  <a:pt x="666399" y="2287917"/>
                </a:lnTo>
                <a:close/>
                <a:lnTo>
                  <a:pt x="668962" y="2320006"/>
                </a:lnTo>
                <a:close/>
                <a:lnTo>
                  <a:pt x="671525" y="2352263"/>
                </a:lnTo>
                <a:close/>
                <a:lnTo>
                  <a:pt x="674088" y="2384703"/>
                </a:lnTo>
                <a:close/>
                <a:lnTo>
                  <a:pt x="676651" y="2417351"/>
                </a:lnTo>
                <a:close/>
                <a:lnTo>
                  <a:pt x="679214" y="2450173"/>
                </a:lnTo>
                <a:close/>
                <a:lnTo>
                  <a:pt x="681777" y="2483204"/>
                </a:lnTo>
                <a:close/>
                <a:lnTo>
                  <a:pt x="684340" y="2516362"/>
                </a:lnTo>
                <a:close/>
                <a:lnTo>
                  <a:pt x="686904" y="2549738"/>
                </a:lnTo>
                <a:close/>
                <a:lnTo>
                  <a:pt x="689467" y="2583282"/>
                </a:lnTo>
                <a:close/>
                <a:lnTo>
                  <a:pt x="692030" y="2616952"/>
                </a:lnTo>
                <a:close/>
                <a:lnTo>
                  <a:pt x="694593" y="2650837"/>
                </a:lnTo>
                <a:close/>
                <a:lnTo>
                  <a:pt x="697156" y="2684894"/>
                </a:lnTo>
                <a:close/>
                <a:lnTo>
                  <a:pt x="699719" y="2719125"/>
                </a:lnTo>
                <a:close/>
                <a:lnTo>
                  <a:pt x="702282" y="2753484"/>
                </a:lnTo>
                <a:close/>
                <a:lnTo>
                  <a:pt x="704845" y="2788007"/>
                </a:lnTo>
                <a:close/>
                <a:lnTo>
                  <a:pt x="707408" y="2822708"/>
                </a:lnTo>
                <a:close/>
                <a:lnTo>
                  <a:pt x="709971" y="2857539"/>
                </a:lnTo>
                <a:close/>
                <a:lnTo>
                  <a:pt x="712534" y="2892535"/>
                </a:lnTo>
                <a:close/>
                <a:lnTo>
                  <a:pt x="715097" y="2927667"/>
                </a:lnTo>
                <a:close/>
                <a:lnTo>
                  <a:pt x="717660" y="2962960"/>
                </a:lnTo>
                <a:close/>
                <a:lnTo>
                  <a:pt x="720223" y="2998394"/>
                </a:lnTo>
                <a:close/>
                <a:lnTo>
                  <a:pt x="722787" y="3033982"/>
                </a:lnTo>
                <a:close/>
                <a:lnTo>
                  <a:pt x="725350" y="3069722"/>
                </a:lnTo>
                <a:close/>
                <a:lnTo>
                  <a:pt x="727913" y="3105584"/>
                </a:lnTo>
                <a:close/>
                <a:lnTo>
                  <a:pt x="730476" y="3141576"/>
                </a:lnTo>
                <a:close/>
                <a:lnTo>
                  <a:pt x="733039" y="3177695"/>
                </a:lnTo>
                <a:close/>
                <a:lnTo>
                  <a:pt x="735602" y="3213943"/>
                </a:lnTo>
                <a:close/>
                <a:lnTo>
                  <a:pt x="738165" y="3250318"/>
                </a:lnTo>
                <a:close/>
                <a:lnTo>
                  <a:pt x="740728" y="3286826"/>
                </a:lnTo>
                <a:close/>
                <a:lnTo>
                  <a:pt x="743291" y="3323445"/>
                </a:lnTo>
                <a:close/>
                <a:lnTo>
                  <a:pt x="745854" y="3360159"/>
                </a:lnTo>
                <a:close/>
                <a:lnTo>
                  <a:pt x="748417" y="3396994"/>
                </a:lnTo>
                <a:close/>
                <a:lnTo>
                  <a:pt x="750980" y="3433920"/>
                </a:lnTo>
                <a:close/>
                <a:lnTo>
                  <a:pt x="753543" y="3470970"/>
                </a:lnTo>
                <a:close/>
                <a:lnTo>
                  <a:pt x="756106" y="3508111"/>
                </a:lnTo>
                <a:close/>
                <a:lnTo>
                  <a:pt x="758670" y="3545429"/>
                </a:lnTo>
                <a:close/>
                <a:lnTo>
                  <a:pt x="761233" y="3582865"/>
                </a:lnTo>
                <a:close/>
                <a:lnTo>
                  <a:pt x="763796" y="3620341"/>
                </a:lnTo>
                <a:close/>
                <a:lnTo>
                  <a:pt x="766359" y="3657905"/>
                </a:lnTo>
                <a:close/>
              </a:path>
            </a:pathLst>
          </a:custGeom>
          <a:ln w="31750">
            <a:solidFill>
              <a:srgbClr val="00E5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5" name="Connector 4"/>
          <p:cNvCxnSpPr/>
          <p:nvPr/>
        </p:nvCxnSpPr>
        <p:spPr>
          <a:xfrm flipV="1">
            <a:off x="5029200.0" y="2258019.36"/>
            <a:ext cx="0.0" cy="313730.64000000013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" name="Connector 5"/>
          <p:cNvCxnSpPr/>
          <p:nvPr/>
        </p:nvCxnSpPr>
        <p:spPr>
          <a:xfrm>
            <a:off x="4572000.0" y="2258019.36"/>
            <a:ext cx="457200.0" cy="0.0"/>
          </a:xfrm>
          <a:prstGeom prst="line">
            <a:avLst/>
          </a:prstGeom>
          <a:ln w="12700">
            <a:solidFill>
              <a:srgbClr val="787878"/>
            </a:solidFill>
            <a:prstDash val="sys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Oval 6"/>
          <p:cNvSpPr/>
          <p:nvPr/>
        </p:nvSpPr>
        <p:spPr>
          <a:xfrm>
            <a:off x="4978400" y="2207219"/>
            <a:ext cx="101600" cy="101600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cxnSp>
        <p:nvCxnSpPr>
          <p:cNvPr id="8" name="Connector 7"/>
          <p:cNvCxnSpPr/>
          <p:nvPr/>
        </p:nvCxnSpPr>
        <p:spPr>
          <a:xfrm>
            <a:off x="4912476.84" y="2571750.0"/>
            <a:ext cx="86319.36000000034" cy="0.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 flipH="1">
            <a:off x="5047945.2" y="2571750.0"/>
            <a:ext cx="85816.43999999948" cy="0.0"/>
          </a:xfrm>
          <a:prstGeom prst="line">
            <a:avLst/>
          </a:prstGeom>
          <a:ln w="15240">
            <a:solidFill>
              <a:srgbClr val="B4B4B4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Freeform 9"/>
          <p:cNvSpPr/>
          <p:nvPr/>
        </p:nvSpPr>
        <p:spPr>
          <a:xfrm>
            <a:off x="4869180" y="2226535"/>
            <a:ext cx="137160" cy="75558"/>
          </a:xfrm>
          <a:custGeom>
            <a:avLst/>
            <a:gdLst/>
            <a:ahLst/>
            <a:cxnLst/>
            <a:rect l="l" t="t" r="r" b="b"/>
            <a:pathLst>
              <a:path w="137160" h="75558">
                <a:moveTo>
                  <a:pt x="0" y="75558"/>
                </a:moveTo>
                <a:lnTo>
                  <a:pt x="1386" y="73751"/>
                </a:lnTo>
                <a:close/>
                <a:lnTo>
                  <a:pt x="2773" y="71965"/>
                </a:lnTo>
                <a:close/>
                <a:lnTo>
                  <a:pt x="4159" y="70199"/>
                </a:lnTo>
                <a:close/>
                <a:lnTo>
                  <a:pt x="5546" y="68454"/>
                </a:lnTo>
                <a:close/>
                <a:lnTo>
                  <a:pt x="6932" y="66729"/>
                </a:lnTo>
                <a:close/>
                <a:lnTo>
                  <a:pt x="8318" y="65025"/>
                </a:lnTo>
                <a:close/>
                <a:lnTo>
                  <a:pt x="9705" y="63340"/>
                </a:lnTo>
                <a:close/>
                <a:lnTo>
                  <a:pt x="11091" y="61676"/>
                </a:lnTo>
                <a:close/>
                <a:lnTo>
                  <a:pt x="12477" y="60031"/>
                </a:lnTo>
                <a:close/>
                <a:lnTo>
                  <a:pt x="13864" y="58406"/>
                </a:lnTo>
                <a:close/>
                <a:lnTo>
                  <a:pt x="15250" y="56800"/>
                </a:lnTo>
                <a:close/>
                <a:lnTo>
                  <a:pt x="16637" y="55215"/>
                </a:lnTo>
                <a:close/>
                <a:lnTo>
                  <a:pt x="18023" y="53649"/>
                </a:lnTo>
                <a:close/>
                <a:lnTo>
                  <a:pt x="19410" y="52106"/>
                </a:lnTo>
                <a:close/>
                <a:lnTo>
                  <a:pt x="20796" y="50584"/>
                </a:lnTo>
                <a:close/>
                <a:lnTo>
                  <a:pt x="22182" y="49086"/>
                </a:lnTo>
                <a:close/>
                <a:lnTo>
                  <a:pt x="23568" y="47610"/>
                </a:lnTo>
                <a:close/>
                <a:lnTo>
                  <a:pt x="24954" y="46157"/>
                </a:lnTo>
                <a:close/>
                <a:lnTo>
                  <a:pt x="26340" y="44725"/>
                </a:lnTo>
                <a:close/>
                <a:lnTo>
                  <a:pt x="27727" y="43312"/>
                </a:lnTo>
                <a:close/>
                <a:lnTo>
                  <a:pt x="29114" y="41918"/>
                </a:lnTo>
                <a:close/>
                <a:lnTo>
                  <a:pt x="30502" y="40543"/>
                </a:lnTo>
                <a:close/>
                <a:lnTo>
                  <a:pt x="31891" y="39187"/>
                </a:lnTo>
                <a:close/>
                <a:lnTo>
                  <a:pt x="33278" y="37852"/>
                </a:lnTo>
                <a:close/>
                <a:lnTo>
                  <a:pt x="34663" y="36541"/>
                </a:lnTo>
                <a:close/>
                <a:lnTo>
                  <a:pt x="36046" y="35255"/>
                </a:lnTo>
                <a:close/>
                <a:lnTo>
                  <a:pt x="37425" y="33994"/>
                </a:lnTo>
                <a:close/>
                <a:lnTo>
                  <a:pt x="38802" y="32759"/>
                </a:lnTo>
                <a:close/>
                <a:lnTo>
                  <a:pt x="40179" y="31546"/>
                </a:lnTo>
                <a:close/>
                <a:lnTo>
                  <a:pt x="41555" y="30355"/>
                </a:lnTo>
                <a:close/>
                <a:lnTo>
                  <a:pt x="42934" y="29184"/>
                </a:lnTo>
                <a:close/>
                <a:lnTo>
                  <a:pt x="44315" y="28030"/>
                </a:lnTo>
                <a:close/>
                <a:lnTo>
                  <a:pt x="45700" y="26894"/>
                </a:lnTo>
                <a:close/>
                <a:lnTo>
                  <a:pt x="47087" y="25779"/>
                </a:lnTo>
                <a:close/>
                <a:lnTo>
                  <a:pt x="48475" y="24686"/>
                </a:lnTo>
                <a:close/>
                <a:lnTo>
                  <a:pt x="49863" y="23616"/>
                </a:lnTo>
                <a:close/>
                <a:lnTo>
                  <a:pt x="51251" y="22571"/>
                </a:lnTo>
                <a:close/>
                <a:lnTo>
                  <a:pt x="52638" y="21551"/>
                </a:lnTo>
                <a:close/>
                <a:lnTo>
                  <a:pt x="54024" y="20556"/>
                </a:lnTo>
                <a:close/>
                <a:lnTo>
                  <a:pt x="55410" y="19584"/>
                </a:lnTo>
                <a:close/>
                <a:lnTo>
                  <a:pt x="56796" y="18635"/>
                </a:lnTo>
                <a:close/>
                <a:lnTo>
                  <a:pt x="58182" y="17706"/>
                </a:lnTo>
                <a:close/>
                <a:lnTo>
                  <a:pt x="59568" y="16798"/>
                </a:lnTo>
                <a:close/>
                <a:lnTo>
                  <a:pt x="60955" y="15911"/>
                </a:lnTo>
                <a:close/>
                <a:lnTo>
                  <a:pt x="62341" y="15046"/>
                </a:lnTo>
                <a:close/>
                <a:lnTo>
                  <a:pt x="63728" y="14204"/>
                </a:lnTo>
                <a:close/>
                <a:lnTo>
                  <a:pt x="65114" y="13386"/>
                </a:lnTo>
                <a:close/>
                <a:lnTo>
                  <a:pt x="66501" y="12592"/>
                </a:lnTo>
                <a:close/>
                <a:lnTo>
                  <a:pt x="67887" y="11822"/>
                </a:lnTo>
                <a:close/>
                <a:lnTo>
                  <a:pt x="69273" y="11076"/>
                </a:lnTo>
                <a:close/>
                <a:lnTo>
                  <a:pt x="70660" y="10355"/>
                </a:lnTo>
                <a:close/>
                <a:lnTo>
                  <a:pt x="72046" y="9657"/>
                </a:lnTo>
                <a:close/>
                <a:lnTo>
                  <a:pt x="73432" y="8982"/>
                </a:lnTo>
                <a:close/>
                <a:lnTo>
                  <a:pt x="74819" y="8331"/>
                </a:lnTo>
                <a:close/>
                <a:lnTo>
                  <a:pt x="76205" y="7703"/>
                </a:lnTo>
                <a:close/>
                <a:lnTo>
                  <a:pt x="77591" y="7099"/>
                </a:lnTo>
                <a:close/>
                <a:lnTo>
                  <a:pt x="78978" y="6517"/>
                </a:lnTo>
                <a:close/>
                <a:lnTo>
                  <a:pt x="80364" y="5959"/>
                </a:lnTo>
                <a:close/>
                <a:lnTo>
                  <a:pt x="81751" y="5424"/>
                </a:lnTo>
                <a:close/>
                <a:lnTo>
                  <a:pt x="83137" y="4913"/>
                </a:lnTo>
                <a:close/>
                <a:lnTo>
                  <a:pt x="84524" y="4426"/>
                </a:lnTo>
                <a:close/>
                <a:lnTo>
                  <a:pt x="85910" y="3965"/>
                </a:lnTo>
                <a:close/>
                <a:lnTo>
                  <a:pt x="87296" y="3529"/>
                </a:lnTo>
                <a:close/>
                <a:lnTo>
                  <a:pt x="88682" y="3119"/>
                </a:lnTo>
                <a:close/>
                <a:lnTo>
                  <a:pt x="90068" y="2734"/>
                </a:lnTo>
                <a:close/>
                <a:lnTo>
                  <a:pt x="91454" y="2375"/>
                </a:lnTo>
                <a:close/>
                <a:lnTo>
                  <a:pt x="92841" y="2042"/>
                </a:lnTo>
                <a:close/>
                <a:lnTo>
                  <a:pt x="94228" y="1733"/>
                </a:lnTo>
                <a:close/>
                <a:lnTo>
                  <a:pt x="95617" y="1450"/>
                </a:lnTo>
                <a:close/>
                <a:lnTo>
                  <a:pt x="97005" y="1192"/>
                </a:lnTo>
                <a:close/>
                <a:lnTo>
                  <a:pt x="98392" y="959"/>
                </a:lnTo>
                <a:close/>
                <a:lnTo>
                  <a:pt x="99777" y="751"/>
                </a:lnTo>
                <a:close/>
                <a:lnTo>
                  <a:pt x="101160" y="569"/>
                </a:lnTo>
                <a:close/>
                <a:lnTo>
                  <a:pt x="102539" y="411"/>
                </a:lnTo>
                <a:close/>
                <a:lnTo>
                  <a:pt x="103915" y="279"/>
                </a:lnTo>
                <a:close/>
                <a:lnTo>
                  <a:pt x="105292" y="173"/>
                </a:lnTo>
                <a:close/>
                <a:lnTo>
                  <a:pt x="106668" y="91"/>
                </a:lnTo>
                <a:close/>
                <a:lnTo>
                  <a:pt x="108047" y="36"/>
                </a:lnTo>
                <a:close/>
                <a:lnTo>
                  <a:pt x="109429" y="5"/>
                </a:lnTo>
                <a:close/>
                <a:lnTo>
                  <a:pt x="110814" y="0"/>
                </a:lnTo>
                <a:close/>
                <a:lnTo>
                  <a:pt x="112201" y="20"/>
                </a:lnTo>
                <a:close/>
                <a:lnTo>
                  <a:pt x="113589" y="64"/>
                </a:lnTo>
                <a:close/>
                <a:lnTo>
                  <a:pt x="114977" y="134"/>
                </a:lnTo>
                <a:close/>
                <a:lnTo>
                  <a:pt x="116365" y="229"/>
                </a:lnTo>
                <a:close/>
                <a:lnTo>
                  <a:pt x="117752" y="348"/>
                </a:lnTo>
                <a:close/>
                <a:lnTo>
                  <a:pt x="119138" y="493"/>
                </a:lnTo>
                <a:close/>
                <a:lnTo>
                  <a:pt x="120524" y="664"/>
                </a:lnTo>
                <a:close/>
                <a:lnTo>
                  <a:pt x="121910" y="862"/>
                </a:lnTo>
                <a:close/>
                <a:lnTo>
                  <a:pt x="123296" y="1087"/>
                </a:lnTo>
                <a:close/>
                <a:lnTo>
                  <a:pt x="124682" y="1340"/>
                </a:lnTo>
                <a:close/>
                <a:lnTo>
                  <a:pt x="126069" y="1619"/>
                </a:lnTo>
                <a:close/>
                <a:lnTo>
                  <a:pt x="127455" y="1926"/>
                </a:lnTo>
                <a:close/>
                <a:lnTo>
                  <a:pt x="128842" y="2261"/>
                </a:lnTo>
                <a:close/>
                <a:lnTo>
                  <a:pt x="130228" y="2622"/>
                </a:lnTo>
                <a:close/>
                <a:lnTo>
                  <a:pt x="131615" y="3010"/>
                </a:lnTo>
                <a:close/>
                <a:lnTo>
                  <a:pt x="133001" y="3425"/>
                </a:lnTo>
                <a:close/>
                <a:lnTo>
                  <a:pt x="134388" y="3867"/>
                </a:lnTo>
                <a:close/>
                <a:lnTo>
                  <a:pt x="135774" y="4335"/>
                </a:lnTo>
                <a:close/>
                <a:lnTo>
                  <a:pt x="137160" y="4830"/>
                </a:lnTo>
                <a:close/>
              </a:path>
            </a:pathLst>
          </a:custGeom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Freeform 10"/>
          <p:cNvSpPr/>
          <p:nvPr/>
        </p:nvSpPr>
        <p:spPr>
          <a:xfrm>
            <a:off x="5052060" y="2233559"/>
            <a:ext cx="114300" cy="40683"/>
          </a:xfrm>
          <a:custGeom>
            <a:avLst/>
            <a:gdLst/>
            <a:ahLst/>
            <a:cxnLst/>
            <a:rect l="l" t="t" r="r" b="b"/>
            <a:pathLst>
              <a:path w="114300" h="40683">
                <a:moveTo>
                  <a:pt x="114300" y="0"/>
                </a:moveTo>
                <a:lnTo>
                  <a:pt x="113131" y="1135"/>
                </a:lnTo>
                <a:close/>
                <a:lnTo>
                  <a:pt x="111968" y="2257"/>
                </a:lnTo>
                <a:close/>
                <a:lnTo>
                  <a:pt x="110811" y="3364"/>
                </a:lnTo>
                <a:close/>
                <a:lnTo>
                  <a:pt x="109657" y="4457"/>
                </a:lnTo>
                <a:close/>
                <a:lnTo>
                  <a:pt x="108507" y="5536"/>
                </a:lnTo>
                <a:close/>
                <a:lnTo>
                  <a:pt x="107358" y="6599"/>
                </a:lnTo>
                <a:close/>
                <a:lnTo>
                  <a:pt x="106211" y="7647"/>
                </a:lnTo>
                <a:close/>
                <a:lnTo>
                  <a:pt x="105063" y="8679"/>
                </a:lnTo>
                <a:close/>
                <a:lnTo>
                  <a:pt x="103914" y="9695"/>
                </a:lnTo>
                <a:close/>
                <a:lnTo>
                  <a:pt x="102762" y="10694"/>
                </a:lnTo>
                <a:close/>
                <a:lnTo>
                  <a:pt x="101606" y="11677"/>
                </a:lnTo>
                <a:close/>
                <a:lnTo>
                  <a:pt x="100448" y="12642"/>
                </a:lnTo>
                <a:close/>
                <a:lnTo>
                  <a:pt x="99288" y="13590"/>
                </a:lnTo>
                <a:close/>
                <a:lnTo>
                  <a:pt x="98128" y="14521"/>
                </a:lnTo>
                <a:close/>
                <a:lnTo>
                  <a:pt x="96970" y="15434"/>
                </a:lnTo>
                <a:close/>
                <a:lnTo>
                  <a:pt x="95816" y="16330"/>
                </a:lnTo>
                <a:close/>
                <a:lnTo>
                  <a:pt x="94666" y="17209"/>
                </a:lnTo>
                <a:close/>
                <a:lnTo>
                  <a:pt x="93518" y="18071"/>
                </a:lnTo>
                <a:close/>
                <a:lnTo>
                  <a:pt x="92370" y="18917"/>
                </a:lnTo>
                <a:close/>
                <a:lnTo>
                  <a:pt x="91221" y="19749"/>
                </a:lnTo>
                <a:close/>
                <a:lnTo>
                  <a:pt x="90069" y="20565"/>
                </a:lnTo>
                <a:close/>
                <a:lnTo>
                  <a:pt x="88912" y="21367"/>
                </a:lnTo>
                <a:close/>
                <a:lnTo>
                  <a:pt x="87753" y="22155"/>
                </a:lnTo>
                <a:close/>
                <a:lnTo>
                  <a:pt x="86593" y="22927"/>
                </a:lnTo>
                <a:close/>
                <a:lnTo>
                  <a:pt x="85434" y="23683"/>
                </a:lnTo>
                <a:close/>
                <a:lnTo>
                  <a:pt x="84277" y="24422"/>
                </a:lnTo>
                <a:close/>
                <a:lnTo>
                  <a:pt x="83124" y="25144"/>
                </a:lnTo>
                <a:close/>
                <a:lnTo>
                  <a:pt x="81975" y="25849"/>
                </a:lnTo>
                <a:close/>
                <a:lnTo>
                  <a:pt x="80827" y="26536"/>
                </a:lnTo>
                <a:close/>
                <a:lnTo>
                  <a:pt x="79679" y="27206"/>
                </a:lnTo>
                <a:close/>
                <a:lnTo>
                  <a:pt x="78530" y="27858"/>
                </a:lnTo>
                <a:close/>
                <a:lnTo>
                  <a:pt x="77377" y="28492"/>
                </a:lnTo>
                <a:close/>
                <a:lnTo>
                  <a:pt x="76221" y="29110"/>
                </a:lnTo>
                <a:close/>
                <a:lnTo>
                  <a:pt x="75063" y="29711"/>
                </a:lnTo>
                <a:close/>
                <a:lnTo>
                  <a:pt x="73903" y="30298"/>
                </a:lnTo>
                <a:close/>
                <a:lnTo>
                  <a:pt x="72742" y="30869"/>
                </a:lnTo>
                <a:close/>
                <a:lnTo>
                  <a:pt x="71581" y="31428"/>
                </a:lnTo>
                <a:close/>
                <a:lnTo>
                  <a:pt x="70420" y="31972"/>
                </a:lnTo>
                <a:close/>
                <a:lnTo>
                  <a:pt x="69260" y="32501"/>
                </a:lnTo>
                <a:close/>
                <a:lnTo>
                  <a:pt x="68101" y="33013"/>
                </a:lnTo>
                <a:close/>
                <a:lnTo>
                  <a:pt x="66946" y="33507"/>
                </a:lnTo>
                <a:close/>
                <a:lnTo>
                  <a:pt x="65793" y="33980"/>
                </a:lnTo>
                <a:close/>
                <a:lnTo>
                  <a:pt x="64644" y="34433"/>
                </a:lnTo>
                <a:close/>
                <a:lnTo>
                  <a:pt x="63496" y="34867"/>
                </a:lnTo>
                <a:close/>
                <a:lnTo>
                  <a:pt x="62348" y="35283"/>
                </a:lnTo>
                <a:close/>
                <a:lnTo>
                  <a:pt x="61199" y="35683"/>
                </a:lnTo>
                <a:close/>
                <a:lnTo>
                  <a:pt x="60046" y="36067"/>
                </a:lnTo>
                <a:close/>
                <a:lnTo>
                  <a:pt x="58889" y="36438"/>
                </a:lnTo>
                <a:close/>
                <a:lnTo>
                  <a:pt x="57730" y="36794"/>
                </a:lnTo>
                <a:close/>
                <a:lnTo>
                  <a:pt x="56570" y="37137"/>
                </a:lnTo>
                <a:close/>
                <a:lnTo>
                  <a:pt x="55411" y="37465"/>
                </a:lnTo>
                <a:close/>
                <a:lnTo>
                  <a:pt x="54254" y="37778"/>
                </a:lnTo>
                <a:close/>
                <a:lnTo>
                  <a:pt x="53101" y="38077"/>
                </a:lnTo>
                <a:close/>
                <a:lnTo>
                  <a:pt x="51952" y="38361"/>
                </a:lnTo>
                <a:close/>
                <a:lnTo>
                  <a:pt x="50804" y="38628"/>
                </a:lnTo>
                <a:close/>
                <a:lnTo>
                  <a:pt x="49656" y="38879"/>
                </a:lnTo>
                <a:close/>
                <a:lnTo>
                  <a:pt x="48507" y="39112"/>
                </a:lnTo>
                <a:close/>
                <a:lnTo>
                  <a:pt x="47354" y="39328"/>
                </a:lnTo>
                <a:close/>
                <a:lnTo>
                  <a:pt x="46199" y="39526"/>
                </a:lnTo>
                <a:close/>
                <a:lnTo>
                  <a:pt x="45040" y="39707"/>
                </a:lnTo>
                <a:close/>
                <a:lnTo>
                  <a:pt x="43880" y="39873"/>
                </a:lnTo>
                <a:close/>
                <a:lnTo>
                  <a:pt x="42719" y="40023"/>
                </a:lnTo>
                <a:close/>
                <a:lnTo>
                  <a:pt x="41558" y="40159"/>
                </a:lnTo>
                <a:close/>
                <a:lnTo>
                  <a:pt x="40397" y="40281"/>
                </a:lnTo>
                <a:close/>
                <a:lnTo>
                  <a:pt x="39237" y="40388"/>
                </a:lnTo>
                <a:close/>
                <a:lnTo>
                  <a:pt x="38079" y="40480"/>
                </a:lnTo>
                <a:close/>
                <a:lnTo>
                  <a:pt x="36923" y="40555"/>
                </a:lnTo>
                <a:close/>
                <a:lnTo>
                  <a:pt x="35770" y="40613"/>
                </a:lnTo>
                <a:close/>
                <a:lnTo>
                  <a:pt x="34621" y="40654"/>
                </a:lnTo>
                <a:close/>
                <a:lnTo>
                  <a:pt x="33473" y="40677"/>
                </a:lnTo>
                <a:close/>
                <a:lnTo>
                  <a:pt x="32325" y="40683"/>
                </a:lnTo>
                <a:close/>
                <a:lnTo>
                  <a:pt x="31176" y="40671"/>
                </a:lnTo>
                <a:close/>
                <a:lnTo>
                  <a:pt x="30023" y="40643"/>
                </a:lnTo>
                <a:close/>
                <a:lnTo>
                  <a:pt x="28866" y="40599"/>
                </a:lnTo>
                <a:close/>
                <a:lnTo>
                  <a:pt x="27707" y="40537"/>
                </a:lnTo>
                <a:close/>
                <a:lnTo>
                  <a:pt x="26547" y="40459"/>
                </a:lnTo>
                <a:close/>
                <a:lnTo>
                  <a:pt x="25388" y="40364"/>
                </a:lnTo>
                <a:close/>
                <a:lnTo>
                  <a:pt x="24231" y="40253"/>
                </a:lnTo>
                <a:close/>
                <a:lnTo>
                  <a:pt x="23079" y="40125"/>
                </a:lnTo>
                <a:close/>
                <a:lnTo>
                  <a:pt x="21930" y="39980"/>
                </a:lnTo>
                <a:close/>
                <a:lnTo>
                  <a:pt x="20782" y="39818"/>
                </a:lnTo>
                <a:close/>
                <a:lnTo>
                  <a:pt x="19634" y="39638"/>
                </a:lnTo>
                <a:close/>
                <a:lnTo>
                  <a:pt x="18484" y="39442"/>
                </a:lnTo>
                <a:close/>
                <a:lnTo>
                  <a:pt x="17330" y="39228"/>
                </a:lnTo>
                <a:close/>
                <a:lnTo>
                  <a:pt x="16172" y="38997"/>
                </a:lnTo>
                <a:close/>
                <a:lnTo>
                  <a:pt x="15012" y="38749"/>
                </a:lnTo>
                <a:close/>
                <a:lnTo>
                  <a:pt x="13852" y="38486"/>
                </a:lnTo>
                <a:close/>
                <a:lnTo>
                  <a:pt x="12694" y="38207"/>
                </a:lnTo>
                <a:close/>
                <a:lnTo>
                  <a:pt x="11538" y="37914"/>
                </a:lnTo>
                <a:close/>
                <a:lnTo>
                  <a:pt x="10386" y="37607"/>
                </a:lnTo>
                <a:close/>
                <a:lnTo>
                  <a:pt x="9237" y="37284"/>
                </a:lnTo>
                <a:close/>
                <a:lnTo>
                  <a:pt x="8089" y="36946"/>
                </a:lnTo>
                <a:close/>
                <a:lnTo>
                  <a:pt x="6942" y="36593"/>
                </a:lnTo>
                <a:close/>
                <a:lnTo>
                  <a:pt x="5793" y="36223"/>
                </a:lnTo>
                <a:close/>
                <a:lnTo>
                  <a:pt x="4643" y="35835"/>
                </a:lnTo>
                <a:close/>
                <a:lnTo>
                  <a:pt x="3489" y="35431"/>
                </a:lnTo>
                <a:close/>
                <a:lnTo>
                  <a:pt x="2332" y="35008"/>
                </a:lnTo>
                <a:close/>
                <a:lnTo>
                  <a:pt x="1169" y="34567"/>
                </a:lnTo>
                <a:close/>
                <a:lnTo>
                  <a:pt x="0" y="34107"/>
                </a:lnTo>
                <a:close/>
              </a:path>
            </a:pathLst>
          </a:custGeom>
          <a:ln w="19050">
            <a:solidFill>
              <a:srgbClr val="B4B4B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247454" y="1942942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f(a)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772776" y="2278573"/>
            <a:ext cx="1524000" cy="50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 b="1">
                <a:solidFill>
                  <a:srgbClr val="FFFFFF"/>
                </a:solidFill>
                <a:latin typeface="Inter"/>
              </a:defRPr>
            </a:pPr>
            <a:r>
              <a:t>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