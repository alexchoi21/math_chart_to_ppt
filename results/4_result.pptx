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43400.0" y="2571750.0"/>
            <a:ext cx="41148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-400050.0"/>
            <a:ext cx="0.0" cy="32004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572000" y="-2701229"/>
            <a:ext cx="3657600" cy="4907219"/>
          </a:xfrm>
          <a:custGeom>
            <a:avLst/>
            <a:gdLst/>
            <a:ahLst/>
            <a:cxnLst/>
            <a:rect l="l" t="t" r="r" b="b"/>
            <a:pathLst>
              <a:path w="3657600" h="4907219">
                <a:moveTo>
                  <a:pt x="0" y="4907219"/>
                </a:moveTo>
                <a:lnTo>
                  <a:pt x="12233" y="4899992"/>
                </a:lnTo>
                <a:close/>
                <a:lnTo>
                  <a:pt x="24466" y="4892449"/>
                </a:lnTo>
                <a:close/>
                <a:lnTo>
                  <a:pt x="36698" y="4884576"/>
                </a:lnTo>
                <a:close/>
                <a:lnTo>
                  <a:pt x="48931" y="4876364"/>
                </a:lnTo>
                <a:close/>
                <a:lnTo>
                  <a:pt x="61164" y="4867905"/>
                </a:lnTo>
                <a:close/>
                <a:lnTo>
                  <a:pt x="73397" y="4859479"/>
                </a:lnTo>
                <a:close/>
                <a:lnTo>
                  <a:pt x="85629" y="4850814"/>
                </a:lnTo>
                <a:close/>
                <a:lnTo>
                  <a:pt x="97862" y="4840960"/>
                </a:lnTo>
                <a:close/>
                <a:lnTo>
                  <a:pt x="110095" y="4830539"/>
                </a:lnTo>
                <a:close/>
                <a:lnTo>
                  <a:pt x="122328" y="4821504"/>
                </a:lnTo>
                <a:close/>
                <a:lnTo>
                  <a:pt x="134561" y="4813626"/>
                </a:lnTo>
                <a:close/>
                <a:lnTo>
                  <a:pt x="146793" y="4805369"/>
                </a:lnTo>
                <a:close/>
                <a:lnTo>
                  <a:pt x="159026" y="4796569"/>
                </a:lnTo>
                <a:close/>
                <a:lnTo>
                  <a:pt x="171259" y="4787630"/>
                </a:lnTo>
                <a:close/>
                <a:lnTo>
                  <a:pt x="183492" y="4778562"/>
                </a:lnTo>
                <a:close/>
                <a:lnTo>
                  <a:pt x="195724" y="4769274"/>
                </a:lnTo>
                <a:close/>
                <a:lnTo>
                  <a:pt x="207957" y="4759772"/>
                </a:lnTo>
                <a:close/>
                <a:lnTo>
                  <a:pt x="220190" y="4750079"/>
                </a:lnTo>
                <a:close/>
                <a:lnTo>
                  <a:pt x="232423" y="4740211"/>
                </a:lnTo>
                <a:close/>
                <a:lnTo>
                  <a:pt x="244656" y="4730177"/>
                </a:lnTo>
                <a:close/>
                <a:lnTo>
                  <a:pt x="256888" y="4719972"/>
                </a:lnTo>
                <a:close/>
                <a:lnTo>
                  <a:pt x="269121" y="4709595"/>
                </a:lnTo>
                <a:close/>
                <a:lnTo>
                  <a:pt x="281354" y="4699059"/>
                </a:lnTo>
                <a:close/>
                <a:lnTo>
                  <a:pt x="293587" y="4688371"/>
                </a:lnTo>
                <a:close/>
                <a:lnTo>
                  <a:pt x="305819" y="4677535"/>
                </a:lnTo>
                <a:close/>
                <a:lnTo>
                  <a:pt x="318052" y="4666561"/>
                </a:lnTo>
                <a:close/>
                <a:lnTo>
                  <a:pt x="330285" y="4655459"/>
                </a:lnTo>
                <a:close/>
                <a:lnTo>
                  <a:pt x="342518" y="4644225"/>
                </a:lnTo>
                <a:close/>
                <a:lnTo>
                  <a:pt x="354751" y="4632857"/>
                </a:lnTo>
                <a:close/>
                <a:lnTo>
                  <a:pt x="366983" y="4621366"/>
                </a:lnTo>
                <a:close/>
                <a:lnTo>
                  <a:pt x="379216" y="4609761"/>
                </a:lnTo>
                <a:close/>
                <a:lnTo>
                  <a:pt x="391449" y="4598035"/>
                </a:lnTo>
                <a:close/>
                <a:lnTo>
                  <a:pt x="403682" y="4586189"/>
                </a:lnTo>
                <a:close/>
                <a:lnTo>
                  <a:pt x="415914" y="4574242"/>
                </a:lnTo>
                <a:close/>
                <a:lnTo>
                  <a:pt x="428147" y="4562193"/>
                </a:lnTo>
                <a:close/>
                <a:lnTo>
                  <a:pt x="440380" y="4550010"/>
                </a:lnTo>
                <a:close/>
                <a:lnTo>
                  <a:pt x="452613" y="4537694"/>
                </a:lnTo>
                <a:close/>
                <a:lnTo>
                  <a:pt x="464845" y="4525272"/>
                </a:lnTo>
                <a:close/>
                <a:lnTo>
                  <a:pt x="477078" y="4512752"/>
                </a:lnTo>
                <a:close/>
                <a:lnTo>
                  <a:pt x="489311" y="4500123"/>
                </a:lnTo>
                <a:close/>
                <a:lnTo>
                  <a:pt x="501544" y="4487393"/>
                </a:lnTo>
                <a:close/>
                <a:lnTo>
                  <a:pt x="513777" y="4474573"/>
                </a:lnTo>
                <a:close/>
                <a:lnTo>
                  <a:pt x="526009" y="4461663"/>
                </a:lnTo>
                <a:close/>
                <a:lnTo>
                  <a:pt x="538242" y="4448662"/>
                </a:lnTo>
                <a:close/>
                <a:lnTo>
                  <a:pt x="550475" y="4435567"/>
                </a:lnTo>
                <a:close/>
                <a:lnTo>
                  <a:pt x="562708" y="4422379"/>
                </a:lnTo>
                <a:close/>
                <a:lnTo>
                  <a:pt x="574940" y="4409109"/>
                </a:lnTo>
                <a:close/>
                <a:lnTo>
                  <a:pt x="587173" y="4395762"/>
                </a:lnTo>
                <a:close/>
                <a:lnTo>
                  <a:pt x="599406" y="4382339"/>
                </a:lnTo>
                <a:close/>
                <a:lnTo>
                  <a:pt x="611639" y="4368835"/>
                </a:lnTo>
                <a:close/>
                <a:lnTo>
                  <a:pt x="623872" y="4355253"/>
                </a:lnTo>
                <a:close/>
                <a:lnTo>
                  <a:pt x="636104" y="4341592"/>
                </a:lnTo>
                <a:close/>
                <a:lnTo>
                  <a:pt x="648337" y="4327855"/>
                </a:lnTo>
                <a:close/>
                <a:lnTo>
                  <a:pt x="660570" y="4314038"/>
                </a:lnTo>
                <a:close/>
                <a:lnTo>
                  <a:pt x="672803" y="4300134"/>
                </a:lnTo>
                <a:close/>
                <a:lnTo>
                  <a:pt x="685035" y="4286164"/>
                </a:lnTo>
                <a:close/>
                <a:lnTo>
                  <a:pt x="697268" y="4272152"/>
                </a:lnTo>
                <a:close/>
                <a:lnTo>
                  <a:pt x="709501" y="4258076"/>
                </a:lnTo>
                <a:close/>
                <a:lnTo>
                  <a:pt x="721734" y="4243913"/>
                </a:lnTo>
                <a:close/>
                <a:lnTo>
                  <a:pt x="733967" y="4229677"/>
                </a:lnTo>
                <a:close/>
                <a:lnTo>
                  <a:pt x="746199" y="4215381"/>
                </a:lnTo>
                <a:close/>
                <a:lnTo>
                  <a:pt x="758432" y="4201017"/>
                </a:lnTo>
                <a:close/>
                <a:lnTo>
                  <a:pt x="770665" y="4186586"/>
                </a:lnTo>
                <a:close/>
                <a:lnTo>
                  <a:pt x="782898" y="4172105"/>
                </a:lnTo>
                <a:close/>
                <a:lnTo>
                  <a:pt x="795130" y="4157573"/>
                </a:lnTo>
                <a:close/>
                <a:lnTo>
                  <a:pt x="807363" y="4142973"/>
                </a:lnTo>
                <a:close/>
                <a:lnTo>
                  <a:pt x="819596" y="4128307"/>
                </a:lnTo>
                <a:close/>
                <a:lnTo>
                  <a:pt x="831829" y="4113589"/>
                </a:lnTo>
                <a:close/>
                <a:lnTo>
                  <a:pt x="844062" y="4098822"/>
                </a:lnTo>
                <a:close/>
                <a:lnTo>
                  <a:pt x="856294" y="4084003"/>
                </a:lnTo>
                <a:close/>
                <a:lnTo>
                  <a:pt x="868527" y="4069129"/>
                </a:lnTo>
                <a:close/>
                <a:lnTo>
                  <a:pt x="880760" y="4054200"/>
                </a:lnTo>
                <a:close/>
                <a:lnTo>
                  <a:pt x="892993" y="4039228"/>
                </a:lnTo>
                <a:close/>
                <a:lnTo>
                  <a:pt x="905225" y="4024222"/>
                </a:lnTo>
                <a:close/>
                <a:lnTo>
                  <a:pt x="917458" y="4009166"/>
                </a:lnTo>
                <a:close/>
                <a:lnTo>
                  <a:pt x="929691" y="3994053"/>
                </a:lnTo>
                <a:close/>
                <a:lnTo>
                  <a:pt x="941924" y="3978901"/>
                </a:lnTo>
                <a:close/>
                <a:lnTo>
                  <a:pt x="954157" y="3963713"/>
                </a:lnTo>
                <a:close/>
                <a:lnTo>
                  <a:pt x="966389" y="3948467"/>
                </a:lnTo>
                <a:close/>
                <a:lnTo>
                  <a:pt x="978622" y="3933169"/>
                </a:lnTo>
                <a:close/>
                <a:lnTo>
                  <a:pt x="990855" y="3917852"/>
                </a:lnTo>
                <a:close/>
                <a:lnTo>
                  <a:pt x="1003088" y="3902507"/>
                </a:lnTo>
                <a:close/>
                <a:lnTo>
                  <a:pt x="1015320" y="3887106"/>
                </a:lnTo>
                <a:close/>
                <a:lnTo>
                  <a:pt x="1027553" y="3871649"/>
                </a:lnTo>
                <a:close/>
                <a:lnTo>
                  <a:pt x="1039786" y="3856152"/>
                </a:lnTo>
                <a:close/>
                <a:lnTo>
                  <a:pt x="1052019" y="3840629"/>
                </a:lnTo>
                <a:close/>
                <a:lnTo>
                  <a:pt x="1064252" y="3825087"/>
                </a:lnTo>
                <a:close/>
                <a:lnTo>
                  <a:pt x="1076484" y="3809498"/>
                </a:lnTo>
                <a:close/>
                <a:lnTo>
                  <a:pt x="1088717" y="3793849"/>
                </a:lnTo>
                <a:close/>
                <a:lnTo>
                  <a:pt x="1100950" y="3778166"/>
                </a:lnTo>
                <a:close/>
                <a:lnTo>
                  <a:pt x="1113183" y="3762465"/>
                </a:lnTo>
                <a:close/>
                <a:lnTo>
                  <a:pt x="1125415" y="3746729"/>
                </a:lnTo>
                <a:close/>
                <a:lnTo>
                  <a:pt x="1137648" y="3730949"/>
                </a:lnTo>
                <a:close/>
                <a:lnTo>
                  <a:pt x="1149881" y="3715125"/>
                </a:lnTo>
                <a:close/>
                <a:lnTo>
                  <a:pt x="1162114" y="3699266"/>
                </a:lnTo>
                <a:close/>
                <a:lnTo>
                  <a:pt x="1174346" y="3683384"/>
                </a:lnTo>
                <a:close/>
                <a:lnTo>
                  <a:pt x="1186579" y="3667474"/>
                </a:lnTo>
                <a:close/>
                <a:lnTo>
                  <a:pt x="1198812" y="3651526"/>
                </a:lnTo>
                <a:close/>
                <a:lnTo>
                  <a:pt x="1211045" y="3635532"/>
                </a:lnTo>
                <a:close/>
                <a:lnTo>
                  <a:pt x="1223278" y="3619493"/>
                </a:lnTo>
                <a:close/>
                <a:lnTo>
                  <a:pt x="1235510" y="3603434"/>
                </a:lnTo>
                <a:close/>
                <a:lnTo>
                  <a:pt x="1247743" y="3587373"/>
                </a:lnTo>
                <a:close/>
                <a:lnTo>
                  <a:pt x="1259976" y="3571274"/>
                </a:lnTo>
                <a:close/>
                <a:lnTo>
                  <a:pt x="1272209" y="3555110"/>
                </a:lnTo>
                <a:close/>
                <a:lnTo>
                  <a:pt x="1284441" y="3538906"/>
                </a:lnTo>
                <a:close/>
                <a:lnTo>
                  <a:pt x="1296674" y="3522684"/>
                </a:lnTo>
                <a:close/>
                <a:lnTo>
                  <a:pt x="1308907" y="3506460"/>
                </a:lnTo>
                <a:close/>
                <a:lnTo>
                  <a:pt x="1321140" y="3490218"/>
                </a:lnTo>
                <a:close/>
                <a:lnTo>
                  <a:pt x="1333373" y="3473915"/>
                </a:lnTo>
                <a:close/>
                <a:lnTo>
                  <a:pt x="1345605" y="3457561"/>
                </a:lnTo>
                <a:close/>
                <a:lnTo>
                  <a:pt x="1357838" y="3441203"/>
                </a:lnTo>
                <a:close/>
                <a:lnTo>
                  <a:pt x="1370071" y="3424831"/>
                </a:lnTo>
                <a:close/>
                <a:lnTo>
                  <a:pt x="1382304" y="3408414"/>
                </a:lnTo>
                <a:close/>
                <a:lnTo>
                  <a:pt x="1394536" y="3391955"/>
                </a:lnTo>
                <a:close/>
                <a:lnTo>
                  <a:pt x="1406769" y="3375471"/>
                </a:lnTo>
                <a:close/>
                <a:lnTo>
                  <a:pt x="1419002" y="3358974"/>
                </a:lnTo>
                <a:close/>
                <a:lnTo>
                  <a:pt x="1431235" y="3342470"/>
                </a:lnTo>
                <a:close/>
                <a:lnTo>
                  <a:pt x="1443468" y="3325933"/>
                </a:lnTo>
                <a:close/>
                <a:lnTo>
                  <a:pt x="1455700" y="3309351"/>
                </a:lnTo>
                <a:close/>
                <a:lnTo>
                  <a:pt x="1467933" y="3292734"/>
                </a:lnTo>
                <a:close/>
                <a:lnTo>
                  <a:pt x="1480166" y="3276096"/>
                </a:lnTo>
                <a:close/>
                <a:lnTo>
                  <a:pt x="1492399" y="3259451"/>
                </a:lnTo>
                <a:close/>
                <a:lnTo>
                  <a:pt x="1504631" y="3242790"/>
                </a:lnTo>
                <a:close/>
                <a:lnTo>
                  <a:pt x="1516864" y="3226088"/>
                </a:lnTo>
                <a:close/>
                <a:lnTo>
                  <a:pt x="1529097" y="3209344"/>
                </a:lnTo>
                <a:close/>
                <a:lnTo>
                  <a:pt x="1541330" y="3192571"/>
                </a:lnTo>
                <a:close/>
                <a:lnTo>
                  <a:pt x="1553563" y="3175782"/>
                </a:lnTo>
                <a:close/>
                <a:lnTo>
                  <a:pt x="1565795" y="3158983"/>
                </a:lnTo>
                <a:close/>
                <a:lnTo>
                  <a:pt x="1578028" y="3142166"/>
                </a:lnTo>
                <a:close/>
                <a:lnTo>
                  <a:pt x="1590261" y="3125320"/>
                </a:lnTo>
                <a:close/>
                <a:lnTo>
                  <a:pt x="1602494" y="3108446"/>
                </a:lnTo>
                <a:close/>
                <a:lnTo>
                  <a:pt x="1614726" y="3091548"/>
                </a:lnTo>
                <a:close/>
                <a:lnTo>
                  <a:pt x="1626959" y="3074620"/>
                </a:lnTo>
                <a:close/>
                <a:lnTo>
                  <a:pt x="1639192" y="3057666"/>
                </a:lnTo>
                <a:close/>
                <a:lnTo>
                  <a:pt x="1651425" y="3040699"/>
                </a:lnTo>
                <a:close/>
                <a:lnTo>
                  <a:pt x="1663658" y="3023722"/>
                </a:lnTo>
                <a:close/>
                <a:lnTo>
                  <a:pt x="1675890" y="3006719"/>
                </a:lnTo>
                <a:close/>
                <a:lnTo>
                  <a:pt x="1688123" y="2989687"/>
                </a:lnTo>
                <a:close/>
                <a:lnTo>
                  <a:pt x="1700356" y="2972625"/>
                </a:lnTo>
                <a:close/>
                <a:lnTo>
                  <a:pt x="1712589" y="2955542"/>
                </a:lnTo>
                <a:close/>
                <a:lnTo>
                  <a:pt x="1724821" y="2938450"/>
                </a:lnTo>
                <a:close/>
                <a:lnTo>
                  <a:pt x="1737054" y="2921342"/>
                </a:lnTo>
                <a:close/>
                <a:lnTo>
                  <a:pt x="1749287" y="2904205"/>
                </a:lnTo>
                <a:close/>
                <a:lnTo>
                  <a:pt x="1761520" y="2887039"/>
                </a:lnTo>
                <a:close/>
                <a:lnTo>
                  <a:pt x="1773753" y="2869845"/>
                </a:lnTo>
                <a:close/>
                <a:lnTo>
                  <a:pt x="1785985" y="2852634"/>
                </a:lnTo>
                <a:close/>
                <a:lnTo>
                  <a:pt x="1798218" y="2835412"/>
                </a:lnTo>
                <a:close/>
                <a:lnTo>
                  <a:pt x="1810451" y="2818180"/>
                </a:lnTo>
                <a:close/>
                <a:lnTo>
                  <a:pt x="1822684" y="2800935"/>
                </a:lnTo>
                <a:close/>
                <a:lnTo>
                  <a:pt x="1834916" y="2783665"/>
                </a:lnTo>
                <a:close/>
                <a:lnTo>
                  <a:pt x="1847149" y="2766366"/>
                </a:lnTo>
                <a:close/>
                <a:lnTo>
                  <a:pt x="1859382" y="2749038"/>
                </a:lnTo>
                <a:close/>
                <a:lnTo>
                  <a:pt x="1871615" y="2731687"/>
                </a:lnTo>
                <a:close/>
                <a:lnTo>
                  <a:pt x="1883847" y="2714321"/>
                </a:lnTo>
                <a:close/>
                <a:lnTo>
                  <a:pt x="1896080" y="2696949"/>
                </a:lnTo>
                <a:close/>
                <a:lnTo>
                  <a:pt x="1908313" y="2679570"/>
                </a:lnTo>
                <a:close/>
                <a:lnTo>
                  <a:pt x="1920546" y="2662160"/>
                </a:lnTo>
                <a:close/>
                <a:lnTo>
                  <a:pt x="1932779" y="2644697"/>
                </a:lnTo>
                <a:close/>
                <a:lnTo>
                  <a:pt x="1945011" y="2627222"/>
                </a:lnTo>
                <a:close/>
                <a:lnTo>
                  <a:pt x="1957244" y="2609762"/>
                </a:lnTo>
                <a:close/>
                <a:lnTo>
                  <a:pt x="1969477" y="2592274"/>
                </a:lnTo>
                <a:close/>
                <a:lnTo>
                  <a:pt x="1981710" y="2574733"/>
                </a:lnTo>
                <a:close/>
                <a:lnTo>
                  <a:pt x="1993942" y="2557172"/>
                </a:lnTo>
                <a:close/>
                <a:lnTo>
                  <a:pt x="2006175" y="2539606"/>
                </a:lnTo>
                <a:close/>
                <a:lnTo>
                  <a:pt x="2018408" y="2522032"/>
                </a:lnTo>
                <a:close/>
                <a:lnTo>
                  <a:pt x="2030641" y="2504440"/>
                </a:lnTo>
                <a:close/>
                <a:lnTo>
                  <a:pt x="2042874" y="2486819"/>
                </a:lnTo>
                <a:close/>
                <a:lnTo>
                  <a:pt x="2055106" y="2469173"/>
                </a:lnTo>
                <a:close/>
                <a:lnTo>
                  <a:pt x="2067339" y="2451514"/>
                </a:lnTo>
                <a:close/>
                <a:lnTo>
                  <a:pt x="2079572" y="2433847"/>
                </a:lnTo>
                <a:close/>
                <a:lnTo>
                  <a:pt x="2091805" y="2416169"/>
                </a:lnTo>
                <a:close/>
                <a:lnTo>
                  <a:pt x="2104037" y="2398468"/>
                </a:lnTo>
                <a:close/>
                <a:lnTo>
                  <a:pt x="2116270" y="2380738"/>
                </a:lnTo>
                <a:close/>
                <a:lnTo>
                  <a:pt x="2128503" y="2362988"/>
                </a:lnTo>
                <a:close/>
                <a:lnTo>
                  <a:pt x="2140736" y="2345228"/>
                </a:lnTo>
                <a:close/>
                <a:lnTo>
                  <a:pt x="2152969" y="2327459"/>
                </a:lnTo>
                <a:close/>
                <a:lnTo>
                  <a:pt x="2165201" y="2309677"/>
                </a:lnTo>
                <a:close/>
                <a:lnTo>
                  <a:pt x="2177434" y="2291866"/>
                </a:lnTo>
                <a:close/>
                <a:lnTo>
                  <a:pt x="2189667" y="2274027"/>
                </a:lnTo>
                <a:close/>
                <a:lnTo>
                  <a:pt x="2201900" y="2256181"/>
                </a:lnTo>
                <a:close/>
                <a:lnTo>
                  <a:pt x="2214132" y="2238319"/>
                </a:lnTo>
                <a:close/>
                <a:lnTo>
                  <a:pt x="2226365" y="2220423"/>
                </a:lnTo>
                <a:close/>
                <a:lnTo>
                  <a:pt x="2238598" y="2202509"/>
                </a:lnTo>
                <a:close/>
                <a:lnTo>
                  <a:pt x="2250831" y="2184608"/>
                </a:lnTo>
                <a:close/>
                <a:lnTo>
                  <a:pt x="2263064" y="2166691"/>
                </a:lnTo>
                <a:close/>
                <a:lnTo>
                  <a:pt x="2275296" y="2148723"/>
                </a:lnTo>
                <a:close/>
                <a:lnTo>
                  <a:pt x="2287529" y="2130725"/>
                </a:lnTo>
                <a:close/>
                <a:lnTo>
                  <a:pt x="2299762" y="2112721"/>
                </a:lnTo>
                <a:close/>
                <a:lnTo>
                  <a:pt x="2311995" y="2094708"/>
                </a:lnTo>
                <a:close/>
                <a:lnTo>
                  <a:pt x="2324227" y="2076678"/>
                </a:lnTo>
                <a:close/>
                <a:lnTo>
                  <a:pt x="2336460" y="2058638"/>
                </a:lnTo>
                <a:close/>
                <a:lnTo>
                  <a:pt x="2348693" y="2040586"/>
                </a:lnTo>
                <a:close/>
                <a:lnTo>
                  <a:pt x="2360926" y="2022504"/>
                </a:lnTo>
                <a:close/>
                <a:lnTo>
                  <a:pt x="2373159" y="2004396"/>
                </a:lnTo>
                <a:close/>
                <a:lnTo>
                  <a:pt x="2385391" y="1986278"/>
                </a:lnTo>
                <a:close/>
                <a:lnTo>
                  <a:pt x="2397624" y="1968147"/>
                </a:lnTo>
                <a:close/>
                <a:lnTo>
                  <a:pt x="2409857" y="1949985"/>
                </a:lnTo>
                <a:close/>
                <a:lnTo>
                  <a:pt x="2422090" y="1931799"/>
                </a:lnTo>
                <a:close/>
                <a:lnTo>
                  <a:pt x="2434322" y="1913601"/>
                </a:lnTo>
                <a:close/>
                <a:lnTo>
                  <a:pt x="2446555" y="1895394"/>
                </a:lnTo>
                <a:close/>
                <a:lnTo>
                  <a:pt x="2458788" y="1877175"/>
                </a:lnTo>
                <a:close/>
                <a:lnTo>
                  <a:pt x="2471021" y="1858936"/>
                </a:lnTo>
                <a:close/>
                <a:lnTo>
                  <a:pt x="2483254" y="1840669"/>
                </a:lnTo>
                <a:close/>
                <a:lnTo>
                  <a:pt x="2495486" y="1822368"/>
                </a:lnTo>
                <a:close/>
                <a:lnTo>
                  <a:pt x="2507719" y="1804041"/>
                </a:lnTo>
                <a:close/>
                <a:lnTo>
                  <a:pt x="2519952" y="1785719"/>
                </a:lnTo>
                <a:close/>
                <a:lnTo>
                  <a:pt x="2532185" y="1767400"/>
                </a:lnTo>
                <a:close/>
                <a:lnTo>
                  <a:pt x="2544417" y="1749038"/>
                </a:lnTo>
                <a:close/>
                <a:lnTo>
                  <a:pt x="2556650" y="1730632"/>
                </a:lnTo>
                <a:close/>
                <a:lnTo>
                  <a:pt x="2568883" y="1712213"/>
                </a:lnTo>
                <a:close/>
                <a:lnTo>
                  <a:pt x="2581116" y="1693790"/>
                </a:lnTo>
                <a:close/>
                <a:lnTo>
                  <a:pt x="2593348" y="1675356"/>
                </a:lnTo>
                <a:close/>
                <a:lnTo>
                  <a:pt x="2605581" y="1656900"/>
                </a:lnTo>
                <a:close/>
                <a:lnTo>
                  <a:pt x="2617814" y="1638413"/>
                </a:lnTo>
                <a:close/>
                <a:lnTo>
                  <a:pt x="2630047" y="1619907"/>
                </a:lnTo>
                <a:close/>
                <a:lnTo>
                  <a:pt x="2642280" y="1601394"/>
                </a:lnTo>
                <a:close/>
                <a:lnTo>
                  <a:pt x="2654512" y="1582859"/>
                </a:lnTo>
                <a:close/>
                <a:lnTo>
                  <a:pt x="2666745" y="1564293"/>
                </a:lnTo>
                <a:close/>
                <a:lnTo>
                  <a:pt x="2678978" y="1545709"/>
                </a:lnTo>
                <a:close/>
                <a:lnTo>
                  <a:pt x="2691211" y="1527116"/>
                </a:lnTo>
                <a:close/>
                <a:lnTo>
                  <a:pt x="2703443" y="1508514"/>
                </a:lnTo>
                <a:close/>
                <a:lnTo>
                  <a:pt x="2715676" y="1489896"/>
                </a:lnTo>
                <a:close/>
                <a:lnTo>
                  <a:pt x="2727909" y="1471250"/>
                </a:lnTo>
                <a:close/>
                <a:lnTo>
                  <a:pt x="2740142" y="1452577"/>
                </a:lnTo>
                <a:close/>
                <a:lnTo>
                  <a:pt x="2752375" y="1433891"/>
                </a:lnTo>
                <a:close/>
                <a:lnTo>
                  <a:pt x="2764607" y="1415197"/>
                </a:lnTo>
                <a:close/>
                <a:lnTo>
                  <a:pt x="2776840" y="1396493"/>
                </a:lnTo>
                <a:close/>
                <a:lnTo>
                  <a:pt x="2789073" y="1377766"/>
                </a:lnTo>
                <a:close/>
                <a:lnTo>
                  <a:pt x="2801306" y="1359009"/>
                </a:lnTo>
                <a:close/>
                <a:lnTo>
                  <a:pt x="2813538" y="1340234"/>
                </a:lnTo>
                <a:close/>
                <a:lnTo>
                  <a:pt x="2825771" y="1321452"/>
                </a:lnTo>
                <a:close/>
                <a:lnTo>
                  <a:pt x="2838004" y="1302645"/>
                </a:lnTo>
                <a:close/>
                <a:lnTo>
                  <a:pt x="2850237" y="1283808"/>
                </a:lnTo>
                <a:close/>
                <a:lnTo>
                  <a:pt x="2862470" y="1264958"/>
                </a:lnTo>
                <a:close/>
                <a:lnTo>
                  <a:pt x="2874702" y="1246097"/>
                </a:lnTo>
                <a:close/>
                <a:lnTo>
                  <a:pt x="2886935" y="1227210"/>
                </a:lnTo>
                <a:close/>
                <a:lnTo>
                  <a:pt x="2899168" y="1208294"/>
                </a:lnTo>
                <a:close/>
                <a:lnTo>
                  <a:pt x="2911401" y="1189364"/>
                </a:lnTo>
                <a:close/>
                <a:lnTo>
                  <a:pt x="2923633" y="1170426"/>
                </a:lnTo>
                <a:close/>
                <a:lnTo>
                  <a:pt x="2935866" y="1151478"/>
                </a:lnTo>
                <a:close/>
                <a:lnTo>
                  <a:pt x="2948099" y="1132509"/>
                </a:lnTo>
                <a:close/>
                <a:lnTo>
                  <a:pt x="2960332" y="1113510"/>
                </a:lnTo>
                <a:close/>
                <a:lnTo>
                  <a:pt x="2972565" y="1094491"/>
                </a:lnTo>
                <a:close/>
                <a:lnTo>
                  <a:pt x="2984797" y="1075464"/>
                </a:lnTo>
                <a:close/>
                <a:lnTo>
                  <a:pt x="2997030" y="1056417"/>
                </a:lnTo>
                <a:close/>
                <a:lnTo>
                  <a:pt x="3009263" y="1037338"/>
                </a:lnTo>
                <a:close/>
                <a:lnTo>
                  <a:pt x="3021496" y="1018240"/>
                </a:lnTo>
                <a:close/>
                <a:lnTo>
                  <a:pt x="3033728" y="999133"/>
                </a:lnTo>
                <a:close/>
                <a:lnTo>
                  <a:pt x="3045961" y="980018"/>
                </a:lnTo>
                <a:close/>
                <a:lnTo>
                  <a:pt x="3058194" y="960887"/>
                </a:lnTo>
                <a:close/>
                <a:lnTo>
                  <a:pt x="3070427" y="941727"/>
                </a:lnTo>
                <a:close/>
                <a:lnTo>
                  <a:pt x="3082660" y="922541"/>
                </a:lnTo>
                <a:close/>
                <a:lnTo>
                  <a:pt x="3094892" y="903347"/>
                </a:lnTo>
                <a:close/>
                <a:lnTo>
                  <a:pt x="3107125" y="884137"/>
                </a:lnTo>
                <a:close/>
                <a:lnTo>
                  <a:pt x="3119358" y="864896"/>
                </a:lnTo>
                <a:close/>
                <a:lnTo>
                  <a:pt x="3131591" y="845633"/>
                </a:lnTo>
                <a:close/>
                <a:lnTo>
                  <a:pt x="3143823" y="826362"/>
                </a:lnTo>
                <a:close/>
                <a:lnTo>
                  <a:pt x="3156056" y="807072"/>
                </a:lnTo>
                <a:close/>
                <a:lnTo>
                  <a:pt x="3168289" y="787751"/>
                </a:lnTo>
                <a:close/>
                <a:lnTo>
                  <a:pt x="3180522" y="768410"/>
                </a:lnTo>
                <a:close/>
                <a:lnTo>
                  <a:pt x="3192755" y="749059"/>
                </a:lnTo>
                <a:close/>
                <a:lnTo>
                  <a:pt x="3204987" y="729700"/>
                </a:lnTo>
                <a:close/>
                <a:lnTo>
                  <a:pt x="3217220" y="710326"/>
                </a:lnTo>
                <a:close/>
                <a:lnTo>
                  <a:pt x="3229453" y="690924"/>
                </a:lnTo>
                <a:close/>
                <a:lnTo>
                  <a:pt x="3241686" y="671495"/>
                </a:lnTo>
                <a:close/>
                <a:lnTo>
                  <a:pt x="3253918" y="652056"/>
                </a:lnTo>
                <a:close/>
                <a:lnTo>
                  <a:pt x="3266151" y="632604"/>
                </a:lnTo>
                <a:close/>
                <a:lnTo>
                  <a:pt x="3278384" y="613120"/>
                </a:lnTo>
                <a:close/>
                <a:lnTo>
                  <a:pt x="3290617" y="593614"/>
                </a:lnTo>
                <a:close/>
                <a:lnTo>
                  <a:pt x="3302849" y="574099"/>
                </a:lnTo>
                <a:close/>
                <a:lnTo>
                  <a:pt x="3315082" y="554567"/>
                </a:lnTo>
                <a:close/>
                <a:lnTo>
                  <a:pt x="3327315" y="535003"/>
                </a:lnTo>
                <a:close/>
                <a:lnTo>
                  <a:pt x="3339548" y="515419"/>
                </a:lnTo>
                <a:close/>
                <a:lnTo>
                  <a:pt x="3351781" y="495824"/>
                </a:lnTo>
                <a:close/>
                <a:lnTo>
                  <a:pt x="3364013" y="476221"/>
                </a:lnTo>
                <a:close/>
                <a:lnTo>
                  <a:pt x="3376246" y="456604"/>
                </a:lnTo>
                <a:close/>
                <a:lnTo>
                  <a:pt x="3388479" y="436960"/>
                </a:lnTo>
                <a:close/>
                <a:lnTo>
                  <a:pt x="3400712" y="417288"/>
                </a:lnTo>
                <a:close/>
                <a:lnTo>
                  <a:pt x="3412944" y="397605"/>
                </a:lnTo>
                <a:close/>
                <a:lnTo>
                  <a:pt x="3425177" y="377910"/>
                </a:lnTo>
                <a:close/>
                <a:lnTo>
                  <a:pt x="3437410" y="358185"/>
                </a:lnTo>
                <a:close/>
                <a:lnTo>
                  <a:pt x="3449643" y="338435"/>
                </a:lnTo>
                <a:close/>
                <a:lnTo>
                  <a:pt x="3461876" y="318672"/>
                </a:lnTo>
                <a:close/>
                <a:lnTo>
                  <a:pt x="3474108" y="298900"/>
                </a:lnTo>
                <a:close/>
                <a:lnTo>
                  <a:pt x="3486341" y="279117"/>
                </a:lnTo>
                <a:close/>
                <a:lnTo>
                  <a:pt x="3498574" y="259314"/>
                </a:lnTo>
                <a:close/>
                <a:lnTo>
                  <a:pt x="3510807" y="239485"/>
                </a:lnTo>
                <a:close/>
                <a:lnTo>
                  <a:pt x="3523039" y="219621"/>
                </a:lnTo>
                <a:close/>
                <a:lnTo>
                  <a:pt x="3535272" y="199729"/>
                </a:lnTo>
                <a:close/>
                <a:lnTo>
                  <a:pt x="3547505" y="179840"/>
                </a:lnTo>
                <a:close/>
                <a:lnTo>
                  <a:pt x="3559738" y="159957"/>
                </a:lnTo>
                <a:close/>
                <a:lnTo>
                  <a:pt x="3571971" y="140032"/>
                </a:lnTo>
                <a:close/>
                <a:lnTo>
                  <a:pt x="3584203" y="120061"/>
                </a:lnTo>
                <a:close/>
                <a:lnTo>
                  <a:pt x="3596436" y="100094"/>
                </a:lnTo>
                <a:close/>
                <a:lnTo>
                  <a:pt x="3608669" y="80133"/>
                </a:lnTo>
                <a:close/>
                <a:lnTo>
                  <a:pt x="3620902" y="60144"/>
                </a:lnTo>
                <a:close/>
                <a:lnTo>
                  <a:pt x="3633134" y="40121"/>
                </a:lnTo>
                <a:close/>
                <a:lnTo>
                  <a:pt x="3645367" y="20070"/>
                </a:lnTo>
                <a:close/>
                <a:lnTo>
                  <a:pt x="3657600" y="0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400800.0" y="971550.0"/>
            <a:ext cx="0.0" cy="160020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350000" y="920750"/>
            <a:ext cx="101600" cy="1016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138160.0" y="2571750.0"/>
            <a:ext cx="182880.0" cy="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.0" y="-262890.0"/>
            <a:ext cx="0.0" cy="18288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80840" y="243713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6800" y="243713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