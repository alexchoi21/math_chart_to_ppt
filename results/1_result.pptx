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200400.0" y="2571750.0"/>
            <a:ext cx="32004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971550.0"/>
            <a:ext cx="0.0" cy="2286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3291840" y="-1057046"/>
            <a:ext cx="3095244" cy="4085996"/>
          </a:xfrm>
          <a:custGeom>
            <a:avLst/>
            <a:gdLst/>
            <a:ahLst/>
            <a:cxnLst/>
            <a:rect l="l" t="t" r="r" b="b"/>
            <a:pathLst>
              <a:path w="3095244" h="4085996">
                <a:moveTo>
                  <a:pt x="0" y="4085996"/>
                </a:moveTo>
                <a:lnTo>
                  <a:pt x="10367" y="4077231"/>
                </a:lnTo>
                <a:close/>
                <a:lnTo>
                  <a:pt x="20735" y="4068957"/>
                </a:lnTo>
                <a:close/>
                <a:lnTo>
                  <a:pt x="31102" y="4060656"/>
                </a:lnTo>
                <a:close/>
                <a:lnTo>
                  <a:pt x="41469" y="4052365"/>
                </a:lnTo>
                <a:close/>
                <a:lnTo>
                  <a:pt x="51836" y="4044066"/>
                </a:lnTo>
                <a:close/>
                <a:lnTo>
                  <a:pt x="62204" y="4035786"/>
                </a:lnTo>
                <a:close/>
                <a:lnTo>
                  <a:pt x="72571" y="4027466"/>
                </a:lnTo>
                <a:close/>
                <a:lnTo>
                  <a:pt x="82938" y="4019665"/>
                </a:lnTo>
                <a:close/>
                <a:lnTo>
                  <a:pt x="93305" y="4011320"/>
                </a:lnTo>
                <a:close/>
                <a:lnTo>
                  <a:pt x="103673" y="4003210"/>
                </a:lnTo>
                <a:close/>
                <a:lnTo>
                  <a:pt x="114040" y="3995236"/>
                </a:lnTo>
                <a:close/>
                <a:lnTo>
                  <a:pt x="124407" y="3987150"/>
                </a:lnTo>
                <a:close/>
                <a:lnTo>
                  <a:pt x="134775" y="3979481"/>
                </a:lnTo>
                <a:close/>
                <a:lnTo>
                  <a:pt x="145142" y="3971239"/>
                </a:lnTo>
                <a:close/>
                <a:lnTo>
                  <a:pt x="155509" y="3963421"/>
                </a:lnTo>
                <a:close/>
                <a:lnTo>
                  <a:pt x="165876" y="3955642"/>
                </a:lnTo>
                <a:close/>
                <a:lnTo>
                  <a:pt x="176244" y="3947878"/>
                </a:lnTo>
                <a:close/>
                <a:lnTo>
                  <a:pt x="186611" y="3940051"/>
                </a:lnTo>
                <a:close/>
                <a:lnTo>
                  <a:pt x="196978" y="3932583"/>
                </a:lnTo>
                <a:close/>
                <a:lnTo>
                  <a:pt x="207346" y="3924982"/>
                </a:lnTo>
                <a:close/>
                <a:lnTo>
                  <a:pt x="217713" y="3917614"/>
                </a:lnTo>
                <a:close/>
                <a:lnTo>
                  <a:pt x="228080" y="3909901"/>
                </a:lnTo>
                <a:close/>
                <a:lnTo>
                  <a:pt x="238447" y="3902636"/>
                </a:lnTo>
                <a:close/>
                <a:lnTo>
                  <a:pt x="248815" y="3895283"/>
                </a:lnTo>
                <a:close/>
                <a:lnTo>
                  <a:pt x="259182" y="3887604"/>
                </a:lnTo>
                <a:close/>
                <a:lnTo>
                  <a:pt x="269549" y="3880408"/>
                </a:lnTo>
                <a:close/>
                <a:lnTo>
                  <a:pt x="279916" y="3873135"/>
                </a:lnTo>
                <a:close/>
                <a:lnTo>
                  <a:pt x="290284" y="3865882"/>
                </a:lnTo>
                <a:close/>
                <a:lnTo>
                  <a:pt x="300651" y="3858622"/>
                </a:lnTo>
                <a:close/>
                <a:lnTo>
                  <a:pt x="311018" y="3851366"/>
                </a:lnTo>
                <a:close/>
                <a:lnTo>
                  <a:pt x="321386" y="3844166"/>
                </a:lnTo>
                <a:close/>
                <a:lnTo>
                  <a:pt x="331753" y="3837327"/>
                </a:lnTo>
                <a:close/>
                <a:lnTo>
                  <a:pt x="342120" y="3830231"/>
                </a:lnTo>
                <a:close/>
                <a:lnTo>
                  <a:pt x="352487" y="3823261"/>
                </a:lnTo>
                <a:close/>
                <a:lnTo>
                  <a:pt x="362855" y="3816274"/>
                </a:lnTo>
                <a:close/>
                <a:lnTo>
                  <a:pt x="373222" y="3809575"/>
                </a:lnTo>
                <a:close/>
                <a:lnTo>
                  <a:pt x="383589" y="3802829"/>
                </a:lnTo>
                <a:close/>
                <a:lnTo>
                  <a:pt x="393957" y="3796084"/>
                </a:lnTo>
                <a:close/>
                <a:lnTo>
                  <a:pt x="404324" y="3789440"/>
                </a:lnTo>
                <a:close/>
                <a:lnTo>
                  <a:pt x="414691" y="3783095"/>
                </a:lnTo>
                <a:close/>
                <a:lnTo>
                  <a:pt x="425058" y="3776493"/>
                </a:lnTo>
                <a:close/>
                <a:lnTo>
                  <a:pt x="435426" y="3770393"/>
                </a:lnTo>
                <a:close/>
                <a:lnTo>
                  <a:pt x="445793" y="3763753"/>
                </a:lnTo>
                <a:close/>
                <a:lnTo>
                  <a:pt x="456160" y="3757424"/>
                </a:lnTo>
                <a:close/>
                <a:lnTo>
                  <a:pt x="466527" y="3751214"/>
                </a:lnTo>
                <a:close/>
                <a:lnTo>
                  <a:pt x="476895" y="3745050"/>
                </a:lnTo>
                <a:close/>
                <a:lnTo>
                  <a:pt x="487262" y="3739287"/>
                </a:lnTo>
                <a:close/>
                <a:lnTo>
                  <a:pt x="497629" y="3732956"/>
                </a:lnTo>
                <a:close/>
                <a:lnTo>
                  <a:pt x="507997" y="3727063"/>
                </a:lnTo>
                <a:close/>
                <a:lnTo>
                  <a:pt x="518364" y="3721021"/>
                </a:lnTo>
                <a:close/>
                <a:lnTo>
                  <a:pt x="528731" y="3715166"/>
                </a:lnTo>
                <a:close/>
                <a:lnTo>
                  <a:pt x="539098" y="3709483"/>
                </a:lnTo>
                <a:close/>
                <a:lnTo>
                  <a:pt x="549466" y="3703783"/>
                </a:lnTo>
                <a:close/>
                <a:lnTo>
                  <a:pt x="559833" y="3698055"/>
                </a:lnTo>
                <a:close/>
                <a:lnTo>
                  <a:pt x="570200" y="3692536"/>
                </a:lnTo>
                <a:close/>
                <a:lnTo>
                  <a:pt x="580568" y="3687142"/>
                </a:lnTo>
                <a:close/>
                <a:lnTo>
                  <a:pt x="590935" y="3681676"/>
                </a:lnTo>
                <a:close/>
                <a:lnTo>
                  <a:pt x="601302" y="3676539"/>
                </a:lnTo>
                <a:close/>
                <a:lnTo>
                  <a:pt x="611669" y="3671345"/>
                </a:lnTo>
                <a:close/>
                <a:lnTo>
                  <a:pt x="622037" y="3666162"/>
                </a:lnTo>
                <a:close/>
                <a:lnTo>
                  <a:pt x="632404" y="3661043"/>
                </a:lnTo>
                <a:close/>
                <a:lnTo>
                  <a:pt x="642771" y="3656269"/>
                </a:lnTo>
                <a:close/>
                <a:lnTo>
                  <a:pt x="653138" y="3651263"/>
                </a:lnTo>
                <a:close/>
                <a:lnTo>
                  <a:pt x="663506" y="3646399"/>
                </a:lnTo>
                <a:close/>
                <a:lnTo>
                  <a:pt x="673873" y="3642717"/>
                </a:lnTo>
                <a:close/>
                <a:lnTo>
                  <a:pt x="684240" y="3630636"/>
                </a:lnTo>
                <a:close/>
                <a:lnTo>
                  <a:pt x="694608" y="3623476"/>
                </a:lnTo>
                <a:close/>
                <a:lnTo>
                  <a:pt x="704975" y="3616767"/>
                </a:lnTo>
                <a:close/>
                <a:lnTo>
                  <a:pt x="715342" y="3609993"/>
                </a:lnTo>
                <a:close/>
                <a:lnTo>
                  <a:pt x="725709" y="3602675"/>
                </a:lnTo>
                <a:close/>
                <a:lnTo>
                  <a:pt x="736077" y="3595425"/>
                </a:lnTo>
                <a:close/>
                <a:lnTo>
                  <a:pt x="746444" y="3588211"/>
                </a:lnTo>
                <a:close/>
                <a:lnTo>
                  <a:pt x="756811" y="3580587"/>
                </a:lnTo>
                <a:close/>
                <a:lnTo>
                  <a:pt x="767179" y="3572784"/>
                </a:lnTo>
                <a:close/>
                <a:lnTo>
                  <a:pt x="777546" y="3565008"/>
                </a:lnTo>
                <a:close/>
                <a:lnTo>
                  <a:pt x="787913" y="3556696"/>
                </a:lnTo>
                <a:close/>
                <a:lnTo>
                  <a:pt x="798280" y="3548439"/>
                </a:lnTo>
                <a:close/>
                <a:lnTo>
                  <a:pt x="808648" y="3539960"/>
                </a:lnTo>
                <a:close/>
                <a:lnTo>
                  <a:pt x="819015" y="3531089"/>
                </a:lnTo>
                <a:close/>
                <a:lnTo>
                  <a:pt x="829382" y="3522334"/>
                </a:lnTo>
                <a:close/>
                <a:lnTo>
                  <a:pt x="839749" y="3513115"/>
                </a:lnTo>
                <a:close/>
                <a:lnTo>
                  <a:pt x="850117" y="3503769"/>
                </a:lnTo>
                <a:close/>
                <a:lnTo>
                  <a:pt x="860484" y="3494413"/>
                </a:lnTo>
                <a:close/>
                <a:lnTo>
                  <a:pt x="870851" y="3484530"/>
                </a:lnTo>
                <a:close/>
                <a:lnTo>
                  <a:pt x="881219" y="3474727"/>
                </a:lnTo>
                <a:close/>
                <a:lnTo>
                  <a:pt x="891586" y="3464650"/>
                </a:lnTo>
                <a:close/>
                <a:lnTo>
                  <a:pt x="901953" y="3454243"/>
                </a:lnTo>
                <a:close/>
                <a:lnTo>
                  <a:pt x="912320" y="3443873"/>
                </a:lnTo>
                <a:close/>
                <a:lnTo>
                  <a:pt x="922688" y="3433532"/>
                </a:lnTo>
                <a:close/>
                <a:lnTo>
                  <a:pt x="933055" y="3422669"/>
                </a:lnTo>
                <a:close/>
                <a:lnTo>
                  <a:pt x="943422" y="3411784"/>
                </a:lnTo>
                <a:close/>
                <a:lnTo>
                  <a:pt x="953790" y="3400922"/>
                </a:lnTo>
                <a:close/>
                <a:lnTo>
                  <a:pt x="964157" y="3389853"/>
                </a:lnTo>
                <a:close/>
                <a:lnTo>
                  <a:pt x="974524" y="3378389"/>
                </a:lnTo>
                <a:close/>
                <a:lnTo>
                  <a:pt x="984891" y="3367042"/>
                </a:lnTo>
                <a:close/>
                <a:lnTo>
                  <a:pt x="995259" y="3355228"/>
                </a:lnTo>
                <a:close/>
                <a:lnTo>
                  <a:pt x="1005626" y="3343290"/>
                </a:lnTo>
                <a:close/>
                <a:lnTo>
                  <a:pt x="1015993" y="3331330"/>
                </a:lnTo>
                <a:close/>
                <a:lnTo>
                  <a:pt x="1026360" y="3318959"/>
                </a:lnTo>
                <a:close/>
                <a:lnTo>
                  <a:pt x="1036728" y="3306986"/>
                </a:lnTo>
                <a:close/>
                <a:lnTo>
                  <a:pt x="1047095" y="3294196"/>
                </a:lnTo>
                <a:close/>
                <a:lnTo>
                  <a:pt x="1057462" y="3281566"/>
                </a:lnTo>
                <a:close/>
                <a:lnTo>
                  <a:pt x="1067830" y="3268773"/>
                </a:lnTo>
                <a:close/>
                <a:lnTo>
                  <a:pt x="1078197" y="3255815"/>
                </a:lnTo>
                <a:close/>
                <a:lnTo>
                  <a:pt x="1088564" y="3242360"/>
                </a:lnTo>
                <a:close/>
                <a:lnTo>
                  <a:pt x="1098931" y="3228884"/>
                </a:lnTo>
                <a:close/>
                <a:lnTo>
                  <a:pt x="1109299" y="3215431"/>
                </a:lnTo>
                <a:close/>
                <a:lnTo>
                  <a:pt x="1119666" y="3201766"/>
                </a:lnTo>
                <a:close/>
                <a:lnTo>
                  <a:pt x="1130033" y="3187711"/>
                </a:lnTo>
                <a:close/>
                <a:lnTo>
                  <a:pt x="1140401" y="3173771"/>
                </a:lnTo>
                <a:close/>
                <a:lnTo>
                  <a:pt x="1150768" y="3159362"/>
                </a:lnTo>
                <a:close/>
                <a:lnTo>
                  <a:pt x="1161135" y="3144834"/>
                </a:lnTo>
                <a:close/>
                <a:lnTo>
                  <a:pt x="1171502" y="3130289"/>
                </a:lnTo>
                <a:close/>
                <a:lnTo>
                  <a:pt x="1181870" y="3115220"/>
                </a:lnTo>
                <a:close/>
                <a:lnTo>
                  <a:pt x="1192237" y="3100236"/>
                </a:lnTo>
                <a:close/>
                <a:lnTo>
                  <a:pt x="1202604" y="3084962"/>
                </a:lnTo>
                <a:close/>
                <a:lnTo>
                  <a:pt x="1212971" y="3069395"/>
                </a:lnTo>
                <a:close/>
                <a:lnTo>
                  <a:pt x="1223339" y="3053546"/>
                </a:lnTo>
                <a:close/>
                <a:lnTo>
                  <a:pt x="1233706" y="3037297"/>
                </a:lnTo>
                <a:close/>
                <a:lnTo>
                  <a:pt x="1244073" y="3021010"/>
                </a:lnTo>
                <a:close/>
                <a:lnTo>
                  <a:pt x="1254441" y="3009286"/>
                </a:lnTo>
                <a:close/>
                <a:lnTo>
                  <a:pt x="1264808" y="2957775"/>
                </a:lnTo>
                <a:close/>
                <a:lnTo>
                  <a:pt x="1275175" y="3165481"/>
                </a:lnTo>
                <a:close/>
                <a:lnTo>
                  <a:pt x="1285542" y="3435246"/>
                </a:lnTo>
                <a:close/>
                <a:lnTo>
                  <a:pt x="1295910" y="3386223"/>
                </a:lnTo>
                <a:close/>
                <a:lnTo>
                  <a:pt x="1306277" y="3389343"/>
                </a:lnTo>
                <a:close/>
                <a:lnTo>
                  <a:pt x="1316644" y="3383763"/>
                </a:lnTo>
                <a:close/>
                <a:lnTo>
                  <a:pt x="1327012" y="3379030"/>
                </a:lnTo>
                <a:close/>
                <a:lnTo>
                  <a:pt x="1337379" y="3373988"/>
                </a:lnTo>
                <a:close/>
                <a:lnTo>
                  <a:pt x="1347746" y="3369153"/>
                </a:lnTo>
                <a:close/>
                <a:lnTo>
                  <a:pt x="1358113" y="3364206"/>
                </a:lnTo>
                <a:close/>
                <a:lnTo>
                  <a:pt x="1368481" y="3359223"/>
                </a:lnTo>
                <a:close/>
                <a:lnTo>
                  <a:pt x="1378848" y="3354425"/>
                </a:lnTo>
                <a:close/>
                <a:lnTo>
                  <a:pt x="1389215" y="3349333"/>
                </a:lnTo>
                <a:close/>
                <a:lnTo>
                  <a:pt x="1399582" y="3344143"/>
                </a:lnTo>
                <a:close/>
                <a:lnTo>
                  <a:pt x="1409950" y="3338959"/>
                </a:lnTo>
                <a:close/>
                <a:lnTo>
                  <a:pt x="1420317" y="3333766"/>
                </a:lnTo>
                <a:close/>
                <a:lnTo>
                  <a:pt x="1430684" y="3328638"/>
                </a:lnTo>
                <a:close/>
                <a:lnTo>
                  <a:pt x="1441052" y="3323114"/>
                </a:lnTo>
                <a:close/>
                <a:lnTo>
                  <a:pt x="1451419" y="3317789"/>
                </a:lnTo>
                <a:close/>
                <a:lnTo>
                  <a:pt x="1461786" y="3312171"/>
                </a:lnTo>
                <a:close/>
                <a:lnTo>
                  <a:pt x="1472153" y="3306943"/>
                </a:lnTo>
                <a:close/>
                <a:lnTo>
                  <a:pt x="1482521" y="3301233"/>
                </a:lnTo>
                <a:close/>
                <a:lnTo>
                  <a:pt x="1492888" y="3295545"/>
                </a:lnTo>
                <a:close/>
                <a:lnTo>
                  <a:pt x="1503255" y="3289826"/>
                </a:lnTo>
                <a:close/>
                <a:lnTo>
                  <a:pt x="1513623" y="3284186"/>
                </a:lnTo>
                <a:close/>
                <a:lnTo>
                  <a:pt x="1523990" y="3278107"/>
                </a:lnTo>
                <a:close/>
                <a:lnTo>
                  <a:pt x="1534357" y="3272287"/>
                </a:lnTo>
                <a:close/>
                <a:lnTo>
                  <a:pt x="1544724" y="3266152"/>
                </a:lnTo>
                <a:close/>
                <a:lnTo>
                  <a:pt x="1555092" y="3259928"/>
                </a:lnTo>
                <a:close/>
                <a:lnTo>
                  <a:pt x="1565459" y="3253699"/>
                </a:lnTo>
                <a:close/>
                <a:lnTo>
                  <a:pt x="1575826" y="3247520"/>
                </a:lnTo>
                <a:close/>
                <a:lnTo>
                  <a:pt x="1586193" y="3241044"/>
                </a:lnTo>
                <a:close/>
                <a:lnTo>
                  <a:pt x="1596561" y="3234587"/>
                </a:lnTo>
                <a:close/>
                <a:lnTo>
                  <a:pt x="1606928" y="3228058"/>
                </a:lnTo>
                <a:close/>
                <a:lnTo>
                  <a:pt x="1617295" y="3221288"/>
                </a:lnTo>
                <a:close/>
                <a:lnTo>
                  <a:pt x="1627663" y="3214553"/>
                </a:lnTo>
                <a:close/>
                <a:lnTo>
                  <a:pt x="1638030" y="3207828"/>
                </a:lnTo>
                <a:close/>
                <a:lnTo>
                  <a:pt x="1648397" y="3200961"/>
                </a:lnTo>
                <a:close/>
                <a:lnTo>
                  <a:pt x="1658764" y="3193862"/>
                </a:lnTo>
                <a:close/>
                <a:lnTo>
                  <a:pt x="1669132" y="3186940"/>
                </a:lnTo>
                <a:close/>
                <a:lnTo>
                  <a:pt x="1679499" y="3179632"/>
                </a:lnTo>
                <a:close/>
                <a:lnTo>
                  <a:pt x="1689866" y="3172371"/>
                </a:lnTo>
                <a:close/>
                <a:lnTo>
                  <a:pt x="1700234" y="3165140"/>
                </a:lnTo>
                <a:close/>
                <a:lnTo>
                  <a:pt x="1710601" y="3157395"/>
                </a:lnTo>
                <a:close/>
                <a:lnTo>
                  <a:pt x="1720968" y="3150099"/>
                </a:lnTo>
                <a:close/>
                <a:lnTo>
                  <a:pt x="1731335" y="3142270"/>
                </a:lnTo>
                <a:close/>
                <a:lnTo>
                  <a:pt x="1741703" y="3134497"/>
                </a:lnTo>
                <a:close/>
                <a:lnTo>
                  <a:pt x="1752070" y="3126782"/>
                </a:lnTo>
                <a:close/>
                <a:lnTo>
                  <a:pt x="1762437" y="3118591"/>
                </a:lnTo>
                <a:close/>
                <a:lnTo>
                  <a:pt x="1772804" y="3110734"/>
                </a:lnTo>
                <a:close/>
                <a:lnTo>
                  <a:pt x="1783172" y="3102485"/>
                </a:lnTo>
                <a:close/>
                <a:lnTo>
                  <a:pt x="1793539" y="3094190"/>
                </a:lnTo>
                <a:close/>
                <a:lnTo>
                  <a:pt x="1803906" y="3085926"/>
                </a:lnTo>
                <a:close/>
                <a:lnTo>
                  <a:pt x="1814274" y="3077415"/>
                </a:lnTo>
                <a:close/>
                <a:lnTo>
                  <a:pt x="1824641" y="3068847"/>
                </a:lnTo>
                <a:close/>
                <a:lnTo>
                  <a:pt x="1835008" y="3060282"/>
                </a:lnTo>
                <a:close/>
                <a:lnTo>
                  <a:pt x="1845375" y="3051431"/>
                </a:lnTo>
                <a:close/>
                <a:lnTo>
                  <a:pt x="1855743" y="3042625"/>
                </a:lnTo>
                <a:close/>
                <a:lnTo>
                  <a:pt x="1866110" y="3033818"/>
                </a:lnTo>
                <a:close/>
                <a:lnTo>
                  <a:pt x="1876477" y="3024935"/>
                </a:lnTo>
                <a:close/>
                <a:lnTo>
                  <a:pt x="1886845" y="3015560"/>
                </a:lnTo>
                <a:close/>
                <a:lnTo>
                  <a:pt x="1897212" y="3006247"/>
                </a:lnTo>
                <a:close/>
                <a:lnTo>
                  <a:pt x="1907579" y="2996896"/>
                </a:lnTo>
                <a:close/>
                <a:lnTo>
                  <a:pt x="1917946" y="2987627"/>
                </a:lnTo>
                <a:close/>
                <a:lnTo>
                  <a:pt x="1928314" y="2977827"/>
                </a:lnTo>
                <a:close/>
                <a:lnTo>
                  <a:pt x="1938681" y="2968459"/>
                </a:lnTo>
                <a:close/>
                <a:lnTo>
                  <a:pt x="1949048" y="2958592"/>
                </a:lnTo>
                <a:close/>
                <a:lnTo>
                  <a:pt x="1959415" y="2948789"/>
                </a:lnTo>
                <a:close/>
                <a:lnTo>
                  <a:pt x="1969783" y="2938713"/>
                </a:lnTo>
                <a:close/>
                <a:lnTo>
                  <a:pt x="1980150" y="2928597"/>
                </a:lnTo>
                <a:close/>
                <a:lnTo>
                  <a:pt x="1990517" y="2918472"/>
                </a:lnTo>
                <a:close/>
                <a:lnTo>
                  <a:pt x="2000885" y="2908067"/>
                </a:lnTo>
                <a:close/>
                <a:lnTo>
                  <a:pt x="2011252" y="2897704"/>
                </a:lnTo>
                <a:close/>
                <a:lnTo>
                  <a:pt x="2021619" y="2887337"/>
                </a:lnTo>
                <a:close/>
                <a:lnTo>
                  <a:pt x="2031986" y="2876970"/>
                </a:lnTo>
                <a:close/>
                <a:lnTo>
                  <a:pt x="2042354" y="2866602"/>
                </a:lnTo>
                <a:close/>
                <a:lnTo>
                  <a:pt x="2052721" y="2856235"/>
                </a:lnTo>
                <a:close/>
                <a:lnTo>
                  <a:pt x="2063088" y="2845868"/>
                </a:lnTo>
                <a:close/>
                <a:lnTo>
                  <a:pt x="2073456" y="2835500"/>
                </a:lnTo>
                <a:close/>
                <a:lnTo>
                  <a:pt x="2083823" y="2825133"/>
                </a:lnTo>
                <a:close/>
                <a:lnTo>
                  <a:pt x="2094190" y="2814766"/>
                </a:lnTo>
                <a:close/>
                <a:lnTo>
                  <a:pt x="2104557" y="2804399"/>
                </a:lnTo>
                <a:close/>
                <a:lnTo>
                  <a:pt x="2114925" y="2794031"/>
                </a:lnTo>
                <a:close/>
                <a:lnTo>
                  <a:pt x="2125292" y="2783664"/>
                </a:lnTo>
                <a:close/>
                <a:lnTo>
                  <a:pt x="2135659" y="2773297"/>
                </a:lnTo>
                <a:close/>
                <a:lnTo>
                  <a:pt x="2146026" y="2762930"/>
                </a:lnTo>
                <a:close/>
                <a:lnTo>
                  <a:pt x="2156394" y="2752562"/>
                </a:lnTo>
                <a:close/>
                <a:lnTo>
                  <a:pt x="2166761" y="2742195"/>
                </a:lnTo>
                <a:close/>
                <a:lnTo>
                  <a:pt x="2177128" y="2731828"/>
                </a:lnTo>
                <a:close/>
                <a:lnTo>
                  <a:pt x="2187496" y="2721460"/>
                </a:lnTo>
                <a:close/>
                <a:lnTo>
                  <a:pt x="2197863" y="2711093"/>
                </a:lnTo>
                <a:close/>
                <a:lnTo>
                  <a:pt x="2208230" y="2700726"/>
                </a:lnTo>
                <a:close/>
                <a:lnTo>
                  <a:pt x="2218597" y="2690359"/>
                </a:lnTo>
                <a:close/>
                <a:lnTo>
                  <a:pt x="2228965" y="2679991"/>
                </a:lnTo>
                <a:close/>
                <a:lnTo>
                  <a:pt x="2239332" y="2669624"/>
                </a:lnTo>
                <a:close/>
                <a:lnTo>
                  <a:pt x="2249699" y="2659257"/>
                </a:lnTo>
                <a:close/>
                <a:lnTo>
                  <a:pt x="2260067" y="2648889"/>
                </a:lnTo>
                <a:close/>
                <a:lnTo>
                  <a:pt x="2270434" y="2638522"/>
                </a:lnTo>
                <a:close/>
                <a:lnTo>
                  <a:pt x="2280801" y="2628155"/>
                </a:lnTo>
                <a:close/>
                <a:lnTo>
                  <a:pt x="2291168" y="2617788"/>
                </a:lnTo>
                <a:close/>
                <a:lnTo>
                  <a:pt x="2301536" y="2607420"/>
                </a:lnTo>
                <a:close/>
                <a:lnTo>
                  <a:pt x="2311903" y="2597053"/>
                </a:lnTo>
                <a:close/>
                <a:lnTo>
                  <a:pt x="2322270" y="2586686"/>
                </a:lnTo>
                <a:close/>
                <a:lnTo>
                  <a:pt x="2332637" y="2576318"/>
                </a:lnTo>
                <a:close/>
                <a:lnTo>
                  <a:pt x="2343005" y="2565953"/>
                </a:lnTo>
                <a:close/>
                <a:lnTo>
                  <a:pt x="2353372" y="2555575"/>
                </a:lnTo>
                <a:close/>
                <a:lnTo>
                  <a:pt x="2363739" y="2545261"/>
                </a:lnTo>
                <a:close/>
                <a:lnTo>
                  <a:pt x="2374109" y="2534671"/>
                </a:lnTo>
                <a:close/>
                <a:lnTo>
                  <a:pt x="2384466" y="2525060"/>
                </a:lnTo>
                <a:close/>
                <a:lnTo>
                  <a:pt x="2394858" y="2512925"/>
                </a:lnTo>
                <a:close/>
                <a:lnTo>
                  <a:pt x="2405239" y="2501619"/>
                </a:lnTo>
                <a:close/>
                <a:lnTo>
                  <a:pt x="2414952" y="2537229"/>
                </a:lnTo>
                <a:close/>
                <a:lnTo>
                  <a:pt x="2420894" y="2840017"/>
                </a:lnTo>
                <a:close/>
                <a:lnTo>
                  <a:pt x="2431868" y="2792222"/>
                </a:lnTo>
                <a:close/>
                <a:lnTo>
                  <a:pt x="2442076" y="2796576"/>
                </a:lnTo>
                <a:close/>
                <a:lnTo>
                  <a:pt x="2452478" y="2786206"/>
                </a:lnTo>
                <a:close/>
                <a:lnTo>
                  <a:pt x="2462839" y="2777555"/>
                </a:lnTo>
                <a:close/>
                <a:lnTo>
                  <a:pt x="2473207" y="2767228"/>
                </a:lnTo>
                <a:close/>
                <a:lnTo>
                  <a:pt x="2483575" y="2755783"/>
                </a:lnTo>
                <a:close/>
                <a:lnTo>
                  <a:pt x="2493942" y="2743165"/>
                </a:lnTo>
                <a:close/>
                <a:lnTo>
                  <a:pt x="2504309" y="2729367"/>
                </a:lnTo>
                <a:close/>
                <a:lnTo>
                  <a:pt x="2514676" y="2714396"/>
                </a:lnTo>
                <a:close/>
                <a:lnTo>
                  <a:pt x="2525044" y="2698248"/>
                </a:lnTo>
                <a:close/>
                <a:lnTo>
                  <a:pt x="2535411" y="2680926"/>
                </a:lnTo>
                <a:close/>
                <a:lnTo>
                  <a:pt x="2545778" y="2662427"/>
                </a:lnTo>
                <a:close/>
                <a:lnTo>
                  <a:pt x="2556146" y="2642754"/>
                </a:lnTo>
                <a:close/>
                <a:lnTo>
                  <a:pt x="2566513" y="2621905"/>
                </a:lnTo>
                <a:close/>
                <a:lnTo>
                  <a:pt x="2576880" y="2599881"/>
                </a:lnTo>
                <a:close/>
                <a:lnTo>
                  <a:pt x="2587247" y="2576681"/>
                </a:lnTo>
                <a:close/>
                <a:lnTo>
                  <a:pt x="2597615" y="2552305"/>
                </a:lnTo>
                <a:close/>
                <a:lnTo>
                  <a:pt x="2607982" y="2526755"/>
                </a:lnTo>
                <a:close/>
                <a:lnTo>
                  <a:pt x="2618349" y="2500029"/>
                </a:lnTo>
                <a:close/>
                <a:lnTo>
                  <a:pt x="2628717" y="2472127"/>
                </a:lnTo>
                <a:close/>
                <a:lnTo>
                  <a:pt x="2639084" y="2443050"/>
                </a:lnTo>
                <a:close/>
                <a:lnTo>
                  <a:pt x="2649451" y="2412798"/>
                </a:lnTo>
                <a:close/>
                <a:lnTo>
                  <a:pt x="2659818" y="2381370"/>
                </a:lnTo>
                <a:close/>
                <a:lnTo>
                  <a:pt x="2670186" y="2348767"/>
                </a:lnTo>
                <a:close/>
                <a:lnTo>
                  <a:pt x="2680553" y="2314988"/>
                </a:lnTo>
                <a:close/>
                <a:lnTo>
                  <a:pt x="2690920" y="2280034"/>
                </a:lnTo>
                <a:close/>
                <a:lnTo>
                  <a:pt x="2701287" y="2243905"/>
                </a:lnTo>
                <a:close/>
                <a:lnTo>
                  <a:pt x="2711655" y="2206600"/>
                </a:lnTo>
                <a:close/>
                <a:lnTo>
                  <a:pt x="2722022" y="2168120"/>
                </a:lnTo>
                <a:close/>
                <a:lnTo>
                  <a:pt x="2732389" y="2128464"/>
                </a:lnTo>
                <a:close/>
                <a:lnTo>
                  <a:pt x="2742757" y="2087633"/>
                </a:lnTo>
                <a:close/>
                <a:lnTo>
                  <a:pt x="2753124" y="2045626"/>
                </a:lnTo>
                <a:close/>
                <a:lnTo>
                  <a:pt x="2763491" y="2002444"/>
                </a:lnTo>
                <a:close/>
                <a:lnTo>
                  <a:pt x="2773858" y="1958087"/>
                </a:lnTo>
                <a:close/>
                <a:lnTo>
                  <a:pt x="2784226" y="1912554"/>
                </a:lnTo>
                <a:close/>
                <a:lnTo>
                  <a:pt x="2794593" y="1865846"/>
                </a:lnTo>
                <a:close/>
                <a:lnTo>
                  <a:pt x="2804960" y="1817962"/>
                </a:lnTo>
                <a:close/>
                <a:lnTo>
                  <a:pt x="2815328" y="1768903"/>
                </a:lnTo>
                <a:close/>
                <a:lnTo>
                  <a:pt x="2825695" y="1718669"/>
                </a:lnTo>
                <a:close/>
                <a:lnTo>
                  <a:pt x="2836062" y="1667259"/>
                </a:lnTo>
                <a:close/>
                <a:lnTo>
                  <a:pt x="2846429" y="1614674"/>
                </a:lnTo>
                <a:close/>
                <a:lnTo>
                  <a:pt x="2856797" y="1560913"/>
                </a:lnTo>
                <a:close/>
                <a:lnTo>
                  <a:pt x="2867164" y="1505977"/>
                </a:lnTo>
                <a:close/>
                <a:lnTo>
                  <a:pt x="2877531" y="1449865"/>
                </a:lnTo>
                <a:close/>
                <a:lnTo>
                  <a:pt x="2887898" y="1392578"/>
                </a:lnTo>
                <a:close/>
                <a:lnTo>
                  <a:pt x="2898266" y="1334116"/>
                </a:lnTo>
                <a:close/>
                <a:lnTo>
                  <a:pt x="2908633" y="1274478"/>
                </a:lnTo>
                <a:close/>
                <a:lnTo>
                  <a:pt x="2919000" y="1213665"/>
                </a:lnTo>
                <a:close/>
                <a:lnTo>
                  <a:pt x="2929368" y="1151676"/>
                </a:lnTo>
                <a:close/>
                <a:lnTo>
                  <a:pt x="2939735" y="1088512"/>
                </a:lnTo>
                <a:close/>
                <a:lnTo>
                  <a:pt x="2950102" y="1024172"/>
                </a:lnTo>
                <a:close/>
                <a:lnTo>
                  <a:pt x="2960469" y="958657"/>
                </a:lnTo>
                <a:close/>
                <a:lnTo>
                  <a:pt x="2970837" y="891967"/>
                </a:lnTo>
                <a:close/>
                <a:lnTo>
                  <a:pt x="2981204" y="824101"/>
                </a:lnTo>
                <a:close/>
                <a:lnTo>
                  <a:pt x="2991571" y="755060"/>
                </a:lnTo>
                <a:close/>
                <a:lnTo>
                  <a:pt x="3001939" y="684843"/>
                </a:lnTo>
                <a:close/>
                <a:lnTo>
                  <a:pt x="3012306" y="613451"/>
                </a:lnTo>
                <a:close/>
                <a:lnTo>
                  <a:pt x="3022673" y="540884"/>
                </a:lnTo>
                <a:close/>
                <a:lnTo>
                  <a:pt x="3033040" y="467141"/>
                </a:lnTo>
                <a:close/>
                <a:lnTo>
                  <a:pt x="3043408" y="392222"/>
                </a:lnTo>
                <a:close/>
                <a:lnTo>
                  <a:pt x="3053775" y="316129"/>
                </a:lnTo>
                <a:close/>
                <a:lnTo>
                  <a:pt x="3064142" y="238860"/>
                </a:lnTo>
                <a:close/>
                <a:lnTo>
                  <a:pt x="3074509" y="160415"/>
                </a:lnTo>
                <a:close/>
                <a:lnTo>
                  <a:pt x="3084877" y="80795"/>
                </a:lnTo>
                <a:close/>
                <a:lnTo>
                  <a:pt x="3095244" y="0"/>
                </a:lnTo>
                <a:close/>
              </a:path>
            </a:pathLst>
          </a:custGeom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5715000.0" y="1748790.0"/>
            <a:ext cx="0.0" cy="82296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0.0" y="1748790.0"/>
            <a:ext cx="1143000.0" cy="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664200" y="1697990"/>
            <a:ext cx="101600" cy="10160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349240.0" y="2571750.0"/>
            <a:ext cx="228600.0" cy="0.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852160.0" y="2571750.0"/>
            <a:ext cx="228600.0" cy="0.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5257800" y="1428128"/>
            <a:ext cx="452628" cy="457365"/>
          </a:xfrm>
          <a:custGeom>
            <a:avLst/>
            <a:gdLst/>
            <a:ahLst/>
            <a:cxnLst/>
            <a:rect l="l" t="t" r="r" b="b"/>
            <a:pathLst>
              <a:path w="452628" h="457365">
                <a:moveTo>
                  <a:pt x="0" y="457365"/>
                </a:moveTo>
                <a:lnTo>
                  <a:pt x="4618" y="452608"/>
                </a:lnTo>
                <a:close/>
                <a:lnTo>
                  <a:pt x="9236" y="448133"/>
                </a:lnTo>
                <a:close/>
                <a:lnTo>
                  <a:pt x="13855" y="443772"/>
                </a:lnTo>
                <a:close/>
                <a:lnTo>
                  <a:pt x="18473" y="439354"/>
                </a:lnTo>
                <a:close/>
                <a:lnTo>
                  <a:pt x="23091" y="434769"/>
                </a:lnTo>
                <a:close/>
                <a:lnTo>
                  <a:pt x="27709" y="430111"/>
                </a:lnTo>
                <a:close/>
                <a:lnTo>
                  <a:pt x="32327" y="425485"/>
                </a:lnTo>
                <a:close/>
                <a:lnTo>
                  <a:pt x="36945" y="420877"/>
                </a:lnTo>
                <a:close/>
                <a:lnTo>
                  <a:pt x="41564" y="416261"/>
                </a:lnTo>
                <a:close/>
                <a:lnTo>
                  <a:pt x="46182" y="411640"/>
                </a:lnTo>
                <a:close/>
                <a:lnTo>
                  <a:pt x="50800" y="407021"/>
                </a:lnTo>
                <a:close/>
                <a:lnTo>
                  <a:pt x="55418" y="402404"/>
                </a:lnTo>
                <a:close/>
                <a:lnTo>
                  <a:pt x="60036" y="397786"/>
                </a:lnTo>
                <a:close/>
                <a:lnTo>
                  <a:pt x="64655" y="393167"/>
                </a:lnTo>
                <a:close/>
                <a:lnTo>
                  <a:pt x="69273" y="388549"/>
                </a:lnTo>
                <a:close/>
                <a:lnTo>
                  <a:pt x="73891" y="383931"/>
                </a:lnTo>
                <a:close/>
                <a:lnTo>
                  <a:pt x="78509" y="379313"/>
                </a:lnTo>
                <a:close/>
                <a:lnTo>
                  <a:pt x="83127" y="374695"/>
                </a:lnTo>
                <a:close/>
                <a:lnTo>
                  <a:pt x="87745" y="370077"/>
                </a:lnTo>
                <a:close/>
                <a:lnTo>
                  <a:pt x="92364" y="365458"/>
                </a:lnTo>
                <a:close/>
                <a:lnTo>
                  <a:pt x="96982" y="360840"/>
                </a:lnTo>
                <a:close/>
                <a:lnTo>
                  <a:pt x="101600" y="356222"/>
                </a:lnTo>
                <a:close/>
                <a:lnTo>
                  <a:pt x="106218" y="351604"/>
                </a:lnTo>
                <a:close/>
                <a:lnTo>
                  <a:pt x="110836" y="346986"/>
                </a:lnTo>
                <a:close/>
                <a:lnTo>
                  <a:pt x="115455" y="342367"/>
                </a:lnTo>
                <a:close/>
                <a:lnTo>
                  <a:pt x="120073" y="337749"/>
                </a:lnTo>
                <a:close/>
                <a:lnTo>
                  <a:pt x="124691" y="333131"/>
                </a:lnTo>
                <a:close/>
                <a:lnTo>
                  <a:pt x="129309" y="328513"/>
                </a:lnTo>
                <a:close/>
                <a:lnTo>
                  <a:pt x="133927" y="323895"/>
                </a:lnTo>
                <a:close/>
                <a:lnTo>
                  <a:pt x="138545" y="319277"/>
                </a:lnTo>
                <a:close/>
                <a:lnTo>
                  <a:pt x="143164" y="314658"/>
                </a:lnTo>
                <a:close/>
                <a:lnTo>
                  <a:pt x="147782" y="310040"/>
                </a:lnTo>
                <a:close/>
                <a:lnTo>
                  <a:pt x="152400" y="305422"/>
                </a:lnTo>
                <a:close/>
                <a:lnTo>
                  <a:pt x="157018" y="300804"/>
                </a:lnTo>
                <a:close/>
                <a:lnTo>
                  <a:pt x="161636" y="296186"/>
                </a:lnTo>
                <a:close/>
                <a:lnTo>
                  <a:pt x="166255" y="291567"/>
                </a:lnTo>
                <a:close/>
                <a:lnTo>
                  <a:pt x="170873" y="286949"/>
                </a:lnTo>
                <a:close/>
                <a:lnTo>
                  <a:pt x="175491" y="282331"/>
                </a:lnTo>
                <a:close/>
                <a:lnTo>
                  <a:pt x="180109" y="277713"/>
                </a:lnTo>
                <a:close/>
                <a:lnTo>
                  <a:pt x="184727" y="273095"/>
                </a:lnTo>
                <a:close/>
                <a:lnTo>
                  <a:pt x="189345" y="268477"/>
                </a:lnTo>
                <a:close/>
                <a:lnTo>
                  <a:pt x="193964" y="263858"/>
                </a:lnTo>
                <a:close/>
                <a:lnTo>
                  <a:pt x="198582" y="259240"/>
                </a:lnTo>
                <a:close/>
                <a:lnTo>
                  <a:pt x="203200" y="254622"/>
                </a:lnTo>
                <a:close/>
                <a:lnTo>
                  <a:pt x="207818" y="250004"/>
                </a:lnTo>
                <a:close/>
                <a:lnTo>
                  <a:pt x="212436" y="245386"/>
                </a:lnTo>
                <a:close/>
                <a:lnTo>
                  <a:pt x="217055" y="240767"/>
                </a:lnTo>
                <a:close/>
                <a:lnTo>
                  <a:pt x="221673" y="236149"/>
                </a:lnTo>
                <a:close/>
                <a:lnTo>
                  <a:pt x="226291" y="231531"/>
                </a:lnTo>
                <a:close/>
                <a:lnTo>
                  <a:pt x="230909" y="226913"/>
                </a:lnTo>
                <a:close/>
                <a:lnTo>
                  <a:pt x="235527" y="222295"/>
                </a:lnTo>
                <a:close/>
                <a:lnTo>
                  <a:pt x="240145" y="217677"/>
                </a:lnTo>
                <a:close/>
                <a:lnTo>
                  <a:pt x="244764" y="213058"/>
                </a:lnTo>
                <a:close/>
                <a:lnTo>
                  <a:pt x="249382" y="208440"/>
                </a:lnTo>
                <a:close/>
                <a:lnTo>
                  <a:pt x="254000" y="203822"/>
                </a:lnTo>
                <a:close/>
                <a:lnTo>
                  <a:pt x="258618" y="199204"/>
                </a:lnTo>
                <a:close/>
                <a:lnTo>
                  <a:pt x="263236" y="194586"/>
                </a:lnTo>
                <a:close/>
                <a:lnTo>
                  <a:pt x="267855" y="189967"/>
                </a:lnTo>
                <a:close/>
                <a:lnTo>
                  <a:pt x="272473" y="185349"/>
                </a:lnTo>
                <a:close/>
                <a:lnTo>
                  <a:pt x="277091" y="180731"/>
                </a:lnTo>
                <a:close/>
                <a:lnTo>
                  <a:pt x="281709" y="176113"/>
                </a:lnTo>
                <a:close/>
                <a:lnTo>
                  <a:pt x="286327" y="171495"/>
                </a:lnTo>
                <a:close/>
                <a:lnTo>
                  <a:pt x="290945" y="166877"/>
                </a:lnTo>
                <a:close/>
                <a:lnTo>
                  <a:pt x="295564" y="162258"/>
                </a:lnTo>
                <a:close/>
                <a:lnTo>
                  <a:pt x="300182" y="157640"/>
                </a:lnTo>
                <a:close/>
                <a:lnTo>
                  <a:pt x="304800" y="153022"/>
                </a:lnTo>
                <a:close/>
                <a:lnTo>
                  <a:pt x="309418" y="148404"/>
                </a:lnTo>
                <a:close/>
                <a:lnTo>
                  <a:pt x="314036" y="143786"/>
                </a:lnTo>
                <a:close/>
                <a:lnTo>
                  <a:pt x="318655" y="139167"/>
                </a:lnTo>
                <a:close/>
                <a:lnTo>
                  <a:pt x="323273" y="134549"/>
                </a:lnTo>
                <a:close/>
                <a:lnTo>
                  <a:pt x="327891" y="129931"/>
                </a:lnTo>
                <a:close/>
                <a:lnTo>
                  <a:pt x="332509" y="125313"/>
                </a:lnTo>
                <a:close/>
                <a:lnTo>
                  <a:pt x="337127" y="120695"/>
                </a:lnTo>
                <a:close/>
                <a:lnTo>
                  <a:pt x="341745" y="116077"/>
                </a:lnTo>
                <a:close/>
                <a:lnTo>
                  <a:pt x="346364" y="111458"/>
                </a:lnTo>
                <a:close/>
                <a:lnTo>
                  <a:pt x="350982" y="106840"/>
                </a:lnTo>
                <a:close/>
                <a:lnTo>
                  <a:pt x="355600" y="102222"/>
                </a:lnTo>
                <a:close/>
                <a:lnTo>
                  <a:pt x="360218" y="97604"/>
                </a:lnTo>
                <a:close/>
                <a:lnTo>
                  <a:pt x="364836" y="92986"/>
                </a:lnTo>
                <a:close/>
                <a:lnTo>
                  <a:pt x="369455" y="88367"/>
                </a:lnTo>
                <a:close/>
                <a:lnTo>
                  <a:pt x="374073" y="83749"/>
                </a:lnTo>
                <a:close/>
                <a:lnTo>
                  <a:pt x="378691" y="79132"/>
                </a:lnTo>
                <a:close/>
                <a:lnTo>
                  <a:pt x="383309" y="74514"/>
                </a:lnTo>
                <a:close/>
                <a:lnTo>
                  <a:pt x="387927" y="69890"/>
                </a:lnTo>
                <a:close/>
                <a:lnTo>
                  <a:pt x="392545" y="65274"/>
                </a:lnTo>
                <a:close/>
                <a:lnTo>
                  <a:pt x="397163" y="60677"/>
                </a:lnTo>
                <a:close/>
                <a:lnTo>
                  <a:pt x="401782" y="56047"/>
                </a:lnTo>
                <a:close/>
                <a:lnTo>
                  <a:pt x="406401" y="51352"/>
                </a:lnTo>
                <a:close/>
                <a:lnTo>
                  <a:pt x="411018" y="46782"/>
                </a:lnTo>
                <a:close/>
                <a:lnTo>
                  <a:pt x="415633" y="42452"/>
                </a:lnTo>
                <a:close/>
                <a:lnTo>
                  <a:pt x="420254" y="37635"/>
                </a:lnTo>
                <a:close/>
                <a:lnTo>
                  <a:pt x="424887" y="31939"/>
                </a:lnTo>
                <a:close/>
                <a:lnTo>
                  <a:pt x="429494" y="28139"/>
                </a:lnTo>
                <a:close/>
                <a:lnTo>
                  <a:pt x="434055" y="27539"/>
                </a:lnTo>
                <a:close/>
                <a:lnTo>
                  <a:pt x="438720" y="19581"/>
                </a:lnTo>
                <a:close/>
                <a:lnTo>
                  <a:pt x="443551" y="0"/>
                </a:lnTo>
                <a:close/>
                <a:lnTo>
                  <a:pt x="447977" y="8935"/>
                </a:lnTo>
                <a:close/>
                <a:lnTo>
                  <a:pt x="451251" y="99034"/>
                </a:lnTo>
                <a:close/>
                <a:lnTo>
                  <a:pt x="452628" y="322948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719572" y="402336"/>
            <a:ext cx="448056" cy="1344168"/>
          </a:xfrm>
          <a:custGeom>
            <a:avLst/>
            <a:gdLst/>
            <a:ahLst/>
            <a:cxnLst/>
            <a:rect l="l" t="t" r="r" b="b"/>
            <a:pathLst>
              <a:path w="448056" h="1344168">
                <a:moveTo>
                  <a:pt x="448056" y="0"/>
                </a:moveTo>
                <a:lnTo>
                  <a:pt x="443530" y="24554"/>
                </a:lnTo>
                <a:close/>
                <a:lnTo>
                  <a:pt x="439004" y="48883"/>
                </a:lnTo>
                <a:close/>
                <a:lnTo>
                  <a:pt x="434479" y="72989"/>
                </a:lnTo>
                <a:close/>
                <a:lnTo>
                  <a:pt x="429953" y="96871"/>
                </a:lnTo>
                <a:close/>
                <a:lnTo>
                  <a:pt x="425427" y="120528"/>
                </a:lnTo>
                <a:close/>
                <a:lnTo>
                  <a:pt x="420901" y="143962"/>
                </a:lnTo>
                <a:close/>
                <a:lnTo>
                  <a:pt x="416375" y="167172"/>
                </a:lnTo>
                <a:close/>
                <a:lnTo>
                  <a:pt x="411849" y="190158"/>
                </a:lnTo>
                <a:close/>
                <a:lnTo>
                  <a:pt x="407324" y="212919"/>
                </a:lnTo>
                <a:close/>
                <a:lnTo>
                  <a:pt x="402798" y="235457"/>
                </a:lnTo>
                <a:close/>
                <a:lnTo>
                  <a:pt x="398272" y="257770"/>
                </a:lnTo>
                <a:close/>
                <a:lnTo>
                  <a:pt x="393746" y="279860"/>
                </a:lnTo>
                <a:close/>
                <a:lnTo>
                  <a:pt x="389220" y="301726"/>
                </a:lnTo>
                <a:close/>
                <a:lnTo>
                  <a:pt x="384695" y="323367"/>
                </a:lnTo>
                <a:close/>
                <a:lnTo>
                  <a:pt x="380169" y="344785"/>
                </a:lnTo>
                <a:close/>
                <a:lnTo>
                  <a:pt x="375643" y="365979"/>
                </a:lnTo>
                <a:close/>
                <a:lnTo>
                  <a:pt x="371117" y="386948"/>
                </a:lnTo>
                <a:close/>
                <a:lnTo>
                  <a:pt x="366591" y="407694"/>
                </a:lnTo>
                <a:close/>
                <a:lnTo>
                  <a:pt x="362065" y="428216"/>
                </a:lnTo>
                <a:close/>
                <a:lnTo>
                  <a:pt x="357540" y="448513"/>
                </a:lnTo>
                <a:close/>
                <a:lnTo>
                  <a:pt x="353014" y="468587"/>
                </a:lnTo>
                <a:close/>
                <a:lnTo>
                  <a:pt x="348488" y="488436"/>
                </a:lnTo>
                <a:close/>
                <a:lnTo>
                  <a:pt x="343962" y="508062"/>
                </a:lnTo>
                <a:close/>
                <a:lnTo>
                  <a:pt x="339436" y="527464"/>
                </a:lnTo>
                <a:close/>
                <a:lnTo>
                  <a:pt x="334911" y="546641"/>
                </a:lnTo>
                <a:close/>
                <a:lnTo>
                  <a:pt x="330385" y="565595"/>
                </a:lnTo>
                <a:close/>
                <a:lnTo>
                  <a:pt x="325859" y="584324"/>
                </a:lnTo>
                <a:close/>
                <a:lnTo>
                  <a:pt x="321333" y="602830"/>
                </a:lnTo>
                <a:close/>
                <a:lnTo>
                  <a:pt x="316807" y="621111"/>
                </a:lnTo>
                <a:close/>
                <a:lnTo>
                  <a:pt x="312281" y="639169"/>
                </a:lnTo>
                <a:close/>
                <a:lnTo>
                  <a:pt x="307756" y="657003"/>
                </a:lnTo>
                <a:close/>
                <a:lnTo>
                  <a:pt x="303230" y="674612"/>
                </a:lnTo>
                <a:close/>
                <a:lnTo>
                  <a:pt x="298704" y="691998"/>
                </a:lnTo>
                <a:close/>
                <a:lnTo>
                  <a:pt x="294178" y="709159"/>
                </a:lnTo>
                <a:close/>
                <a:lnTo>
                  <a:pt x="289652" y="726097"/>
                </a:lnTo>
                <a:close/>
                <a:lnTo>
                  <a:pt x="285127" y="742810"/>
                </a:lnTo>
                <a:close/>
                <a:lnTo>
                  <a:pt x="280601" y="759300"/>
                </a:lnTo>
                <a:close/>
                <a:lnTo>
                  <a:pt x="276075" y="775565"/>
                </a:lnTo>
                <a:close/>
                <a:lnTo>
                  <a:pt x="271549" y="791607"/>
                </a:lnTo>
                <a:close/>
                <a:lnTo>
                  <a:pt x="267023" y="807424"/>
                </a:lnTo>
                <a:close/>
                <a:lnTo>
                  <a:pt x="262497" y="823018"/>
                </a:lnTo>
                <a:close/>
                <a:lnTo>
                  <a:pt x="257972" y="838387"/>
                </a:lnTo>
                <a:close/>
                <a:lnTo>
                  <a:pt x="253446" y="853533"/>
                </a:lnTo>
                <a:close/>
                <a:lnTo>
                  <a:pt x="248920" y="868454"/>
                </a:lnTo>
                <a:close/>
                <a:lnTo>
                  <a:pt x="244394" y="883152"/>
                </a:lnTo>
                <a:close/>
                <a:lnTo>
                  <a:pt x="239868" y="897625"/>
                </a:lnTo>
                <a:close/>
                <a:lnTo>
                  <a:pt x="235343" y="911875"/>
                </a:lnTo>
                <a:close/>
                <a:lnTo>
                  <a:pt x="230817" y="925900"/>
                </a:lnTo>
                <a:close/>
                <a:lnTo>
                  <a:pt x="226291" y="939702"/>
                </a:lnTo>
                <a:close/>
                <a:lnTo>
                  <a:pt x="221765" y="953279"/>
                </a:lnTo>
                <a:close/>
                <a:lnTo>
                  <a:pt x="217239" y="966632"/>
                </a:lnTo>
                <a:close/>
                <a:lnTo>
                  <a:pt x="212713" y="979762"/>
                </a:lnTo>
                <a:close/>
                <a:lnTo>
                  <a:pt x="208188" y="992667"/>
                </a:lnTo>
                <a:close/>
                <a:lnTo>
                  <a:pt x="203662" y="1005349"/>
                </a:lnTo>
                <a:close/>
                <a:lnTo>
                  <a:pt x="199136" y="1017806"/>
                </a:lnTo>
                <a:close/>
                <a:lnTo>
                  <a:pt x="194610" y="1030040"/>
                </a:lnTo>
                <a:close/>
                <a:lnTo>
                  <a:pt x="190084" y="1042049"/>
                </a:lnTo>
                <a:close/>
                <a:lnTo>
                  <a:pt x="185559" y="1053834"/>
                </a:lnTo>
                <a:close/>
                <a:lnTo>
                  <a:pt x="181033" y="1065396"/>
                </a:lnTo>
                <a:close/>
                <a:lnTo>
                  <a:pt x="176507" y="1076733"/>
                </a:lnTo>
                <a:close/>
                <a:lnTo>
                  <a:pt x="171981" y="1087847"/>
                </a:lnTo>
                <a:close/>
                <a:lnTo>
                  <a:pt x="167455" y="1098736"/>
                </a:lnTo>
                <a:close/>
                <a:lnTo>
                  <a:pt x="162929" y="1109401"/>
                </a:lnTo>
                <a:close/>
                <a:lnTo>
                  <a:pt x="158404" y="1119843"/>
                </a:lnTo>
                <a:close/>
                <a:lnTo>
                  <a:pt x="153878" y="1130060"/>
                </a:lnTo>
                <a:close/>
                <a:lnTo>
                  <a:pt x="149352" y="1140054"/>
                </a:lnTo>
                <a:close/>
                <a:lnTo>
                  <a:pt x="144826" y="1149823"/>
                </a:lnTo>
                <a:close/>
                <a:lnTo>
                  <a:pt x="140300" y="1159368"/>
                </a:lnTo>
                <a:close/>
                <a:lnTo>
                  <a:pt x="135775" y="1168690"/>
                </a:lnTo>
                <a:close/>
                <a:lnTo>
                  <a:pt x="131249" y="1177787"/>
                </a:lnTo>
                <a:close/>
                <a:lnTo>
                  <a:pt x="126723" y="1186660"/>
                </a:lnTo>
                <a:close/>
                <a:lnTo>
                  <a:pt x="122197" y="1195310"/>
                </a:lnTo>
                <a:close/>
                <a:lnTo>
                  <a:pt x="117671" y="1203735"/>
                </a:lnTo>
                <a:close/>
                <a:lnTo>
                  <a:pt x="113145" y="1211936"/>
                </a:lnTo>
                <a:close/>
                <a:lnTo>
                  <a:pt x="108620" y="1219914"/>
                </a:lnTo>
                <a:close/>
                <a:lnTo>
                  <a:pt x="104094" y="1227667"/>
                </a:lnTo>
                <a:close/>
                <a:lnTo>
                  <a:pt x="99568" y="1235196"/>
                </a:lnTo>
                <a:close/>
                <a:lnTo>
                  <a:pt x="95042" y="1242502"/>
                </a:lnTo>
                <a:close/>
                <a:lnTo>
                  <a:pt x="90516" y="1249583"/>
                </a:lnTo>
                <a:close/>
                <a:lnTo>
                  <a:pt x="85991" y="1256440"/>
                </a:lnTo>
                <a:close/>
                <a:lnTo>
                  <a:pt x="81465" y="1263074"/>
                </a:lnTo>
                <a:close/>
                <a:lnTo>
                  <a:pt x="76939" y="1269483"/>
                </a:lnTo>
                <a:close/>
                <a:lnTo>
                  <a:pt x="72413" y="1275668"/>
                </a:lnTo>
                <a:close/>
                <a:lnTo>
                  <a:pt x="67887" y="1281629"/>
                </a:lnTo>
                <a:close/>
                <a:lnTo>
                  <a:pt x="63361" y="1287367"/>
                </a:lnTo>
                <a:close/>
                <a:lnTo>
                  <a:pt x="58836" y="1292880"/>
                </a:lnTo>
                <a:close/>
                <a:lnTo>
                  <a:pt x="54310" y="1298169"/>
                </a:lnTo>
                <a:close/>
                <a:lnTo>
                  <a:pt x="49784" y="1303234"/>
                </a:lnTo>
                <a:close/>
                <a:lnTo>
                  <a:pt x="45258" y="1308076"/>
                </a:lnTo>
                <a:close/>
                <a:lnTo>
                  <a:pt x="40732" y="1312693"/>
                </a:lnTo>
                <a:close/>
                <a:lnTo>
                  <a:pt x="36207" y="1317086"/>
                </a:lnTo>
                <a:close/>
                <a:lnTo>
                  <a:pt x="31681" y="1321255"/>
                </a:lnTo>
                <a:close/>
                <a:lnTo>
                  <a:pt x="27155" y="1325201"/>
                </a:lnTo>
                <a:close/>
                <a:lnTo>
                  <a:pt x="22629" y="1328922"/>
                </a:lnTo>
                <a:close/>
                <a:lnTo>
                  <a:pt x="18103" y="1332419"/>
                </a:lnTo>
                <a:close/>
                <a:lnTo>
                  <a:pt x="13577" y="1335692"/>
                </a:lnTo>
                <a:close/>
                <a:lnTo>
                  <a:pt x="9052" y="1338742"/>
                </a:lnTo>
                <a:close/>
                <a:lnTo>
                  <a:pt x="4526" y="1341567"/>
                </a:lnTo>
                <a:close/>
                <a:lnTo>
                  <a:pt x="0" y="1344168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1000" y="241427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7980" y="143129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