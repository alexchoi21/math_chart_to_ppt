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862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-857250.0"/>
            <a:ext cx="0.0" cy="38862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604004" y="1157161"/>
            <a:ext cx="1792224" cy="1163129"/>
          </a:xfrm>
          <a:custGeom>
            <a:avLst/>
            <a:gdLst/>
            <a:ahLst/>
            <a:cxnLst/>
            <a:rect l="l" t="t" r="r" b="b"/>
            <a:pathLst>
              <a:path w="1792224" h="1163129">
                <a:moveTo>
                  <a:pt x="0" y="1163129"/>
                </a:moveTo>
                <a:lnTo>
                  <a:pt x="5597" y="1148445"/>
                </a:lnTo>
                <a:close/>
                <a:lnTo>
                  <a:pt x="11365" y="1135517"/>
                </a:lnTo>
                <a:close/>
                <a:lnTo>
                  <a:pt x="17225" y="1123956"/>
                </a:lnTo>
                <a:close/>
                <a:lnTo>
                  <a:pt x="23098" y="1113370"/>
                </a:lnTo>
                <a:close/>
                <a:lnTo>
                  <a:pt x="28908" y="1103366"/>
                </a:lnTo>
                <a:close/>
                <a:lnTo>
                  <a:pt x="34576" y="1093555"/>
                </a:lnTo>
                <a:close/>
                <a:lnTo>
                  <a:pt x="40044" y="1083571"/>
                </a:lnTo>
                <a:close/>
                <a:lnTo>
                  <a:pt x="45517" y="1073412"/>
                </a:lnTo>
                <a:close/>
                <a:lnTo>
                  <a:pt x="51381" y="1063326"/>
                </a:lnTo>
                <a:close/>
                <a:lnTo>
                  <a:pt x="58009" y="1053550"/>
                </a:lnTo>
                <a:close/>
                <a:lnTo>
                  <a:pt x="65314" y="1043930"/>
                </a:lnTo>
                <a:close/>
                <a:lnTo>
                  <a:pt x="72695" y="1033870"/>
                </a:lnTo>
                <a:close/>
                <a:lnTo>
                  <a:pt x="79524" y="1022760"/>
                </a:lnTo>
                <a:close/>
                <a:lnTo>
                  <a:pt x="85527" y="1010648"/>
                </a:lnTo>
                <a:close/>
                <a:lnTo>
                  <a:pt x="91060" y="998778"/>
                </a:lnTo>
                <a:close/>
                <a:lnTo>
                  <a:pt x="96547" y="988518"/>
                </a:lnTo>
                <a:close/>
                <a:lnTo>
                  <a:pt x="102273" y="980620"/>
                </a:lnTo>
                <a:close/>
                <a:lnTo>
                  <a:pt x="108103" y="973985"/>
                </a:lnTo>
                <a:close/>
                <a:lnTo>
                  <a:pt x="113825" y="967168"/>
                </a:lnTo>
                <a:close/>
                <a:lnTo>
                  <a:pt x="119308" y="959035"/>
                </a:lnTo>
                <a:close/>
                <a:lnTo>
                  <a:pt x="124843" y="950070"/>
                </a:lnTo>
                <a:close/>
                <a:lnTo>
                  <a:pt x="130855" y="941281"/>
                </a:lnTo>
                <a:close/>
                <a:lnTo>
                  <a:pt x="137700" y="933550"/>
                </a:lnTo>
                <a:close/>
                <a:lnTo>
                  <a:pt x="145089" y="926620"/>
                </a:lnTo>
                <a:close/>
                <a:lnTo>
                  <a:pt x="152386" y="919621"/>
                </a:lnTo>
                <a:close/>
                <a:lnTo>
                  <a:pt x="158982" y="911725"/>
                </a:lnTo>
                <a:close/>
                <a:lnTo>
                  <a:pt x="164813" y="902957"/>
                </a:lnTo>
                <a:close/>
                <a:lnTo>
                  <a:pt x="170289" y="894081"/>
                </a:lnTo>
                <a:close/>
                <a:lnTo>
                  <a:pt x="175831" y="885877"/>
                </a:lnTo>
                <a:close/>
                <a:lnTo>
                  <a:pt x="181606" y="878579"/>
                </a:lnTo>
                <a:close/>
                <a:lnTo>
                  <a:pt x="187428" y="871661"/>
                </a:lnTo>
                <a:close/>
                <a:lnTo>
                  <a:pt x="193085" y="864545"/>
                </a:lnTo>
                <a:close/>
                <a:lnTo>
                  <a:pt x="198542" y="856999"/>
                </a:lnTo>
                <a:close/>
                <a:lnTo>
                  <a:pt x="204167" y="849598"/>
                </a:lnTo>
                <a:close/>
                <a:lnTo>
                  <a:pt x="210383" y="843026"/>
                </a:lnTo>
                <a:close/>
                <a:lnTo>
                  <a:pt x="217432" y="837625"/>
                </a:lnTo>
                <a:close/>
                <a:lnTo>
                  <a:pt x="224855" y="832412"/>
                </a:lnTo>
                <a:close/>
                <a:lnTo>
                  <a:pt x="232023" y="826083"/>
                </a:lnTo>
                <a:close/>
                <a:lnTo>
                  <a:pt x="238402" y="817646"/>
                </a:lnTo>
                <a:close/>
                <a:lnTo>
                  <a:pt x="244114" y="808209"/>
                </a:lnTo>
                <a:close/>
                <a:lnTo>
                  <a:pt x="249546" y="799743"/>
                </a:lnTo>
                <a:close/>
                <a:lnTo>
                  <a:pt x="255069" y="794029"/>
                </a:lnTo>
                <a:close/>
                <a:lnTo>
                  <a:pt x="260786" y="790408"/>
                </a:lnTo>
                <a:close/>
                <a:lnTo>
                  <a:pt x="266622" y="786578"/>
                </a:lnTo>
                <a:close/>
                <a:lnTo>
                  <a:pt x="272499" y="780283"/>
                </a:lnTo>
                <a:close/>
                <a:lnTo>
                  <a:pt x="278340" y="771369"/>
                </a:lnTo>
                <a:close/>
                <a:lnTo>
                  <a:pt x="284066" y="761972"/>
                </a:lnTo>
                <a:close/>
                <a:lnTo>
                  <a:pt x="289604" y="754326"/>
                </a:lnTo>
                <a:close/>
                <a:lnTo>
                  <a:pt x="295034" y="749376"/>
                </a:lnTo>
                <a:close/>
                <a:lnTo>
                  <a:pt x="300716" y="745801"/>
                </a:lnTo>
                <a:close/>
                <a:lnTo>
                  <a:pt x="307038" y="742052"/>
                </a:lnTo>
                <a:close/>
                <a:lnTo>
                  <a:pt x="314161" y="737050"/>
                </a:lnTo>
                <a:close/>
                <a:lnTo>
                  <a:pt x="321583" y="731085"/>
                </a:lnTo>
                <a:close/>
                <a:lnTo>
                  <a:pt x="328685" y="724695"/>
                </a:lnTo>
                <a:close/>
                <a:lnTo>
                  <a:pt x="334981" y="718380"/>
                </a:lnTo>
                <a:close/>
                <a:lnTo>
                  <a:pt x="340649" y="712449"/>
                </a:lnTo>
                <a:close/>
                <a:lnTo>
                  <a:pt x="346078" y="707150"/>
                </a:lnTo>
                <a:close/>
                <a:lnTo>
                  <a:pt x="351622" y="702669"/>
                </a:lnTo>
                <a:close/>
                <a:lnTo>
                  <a:pt x="357353" y="698623"/>
                </a:lnTo>
                <a:close/>
                <a:lnTo>
                  <a:pt x="363196" y="694334"/>
                </a:lnTo>
                <a:close/>
                <a:lnTo>
                  <a:pt x="369073" y="689162"/>
                </a:lnTo>
                <a:close/>
                <a:lnTo>
                  <a:pt x="374906" y="683224"/>
                </a:lnTo>
                <a:close/>
                <a:lnTo>
                  <a:pt x="380618" y="677271"/>
                </a:lnTo>
                <a:close/>
                <a:lnTo>
                  <a:pt x="386135" y="672059"/>
                </a:lnTo>
                <a:close/>
                <a:lnTo>
                  <a:pt x="391572" y="667754"/>
                </a:lnTo>
                <a:close/>
                <a:lnTo>
                  <a:pt x="397299" y="663712"/>
                </a:lnTo>
                <a:close/>
                <a:lnTo>
                  <a:pt x="403703" y="659236"/>
                </a:lnTo>
                <a:close/>
                <a:lnTo>
                  <a:pt x="410882" y="653918"/>
                </a:lnTo>
                <a:close/>
                <a:lnTo>
                  <a:pt x="418301" y="647994"/>
                </a:lnTo>
                <a:close/>
                <a:lnTo>
                  <a:pt x="425337" y="641788"/>
                </a:lnTo>
                <a:close/>
                <a:lnTo>
                  <a:pt x="431549" y="635612"/>
                </a:lnTo>
                <a:close/>
                <a:lnTo>
                  <a:pt x="437173" y="629735"/>
                </a:lnTo>
                <a:close/>
                <a:lnTo>
                  <a:pt x="442608" y="624413"/>
                </a:lnTo>
                <a:close/>
                <a:lnTo>
                  <a:pt x="448199" y="619832"/>
                </a:lnTo>
                <a:close/>
                <a:lnTo>
                  <a:pt x="453966" y="615682"/>
                </a:lnTo>
                <a:close/>
                <a:lnTo>
                  <a:pt x="459794" y="611460"/>
                </a:lnTo>
                <a:close/>
                <a:lnTo>
                  <a:pt x="465579" y="606690"/>
                </a:lnTo>
                <a:close/>
                <a:lnTo>
                  <a:pt x="471312" y="601211"/>
                </a:lnTo>
                <a:close/>
                <a:lnTo>
                  <a:pt x="477049" y="595073"/>
                </a:lnTo>
                <a:close/>
                <a:lnTo>
                  <a:pt x="482844" y="588348"/>
                </a:lnTo>
                <a:close/>
                <a:lnTo>
                  <a:pt x="488670" y="581618"/>
                </a:lnTo>
                <a:close/>
                <a:lnTo>
                  <a:pt x="494419" y="576002"/>
                </a:lnTo>
                <a:close/>
                <a:lnTo>
                  <a:pt x="499979" y="572631"/>
                </a:lnTo>
                <a:close/>
                <a:lnTo>
                  <a:pt x="505416" y="571519"/>
                </a:lnTo>
                <a:close/>
                <a:lnTo>
                  <a:pt x="511098" y="570776"/>
                </a:lnTo>
                <a:close/>
                <a:lnTo>
                  <a:pt x="517422" y="568328"/>
                </a:lnTo>
                <a:close/>
                <a:lnTo>
                  <a:pt x="524548" y="563052"/>
                </a:lnTo>
                <a:close/>
                <a:lnTo>
                  <a:pt x="531971" y="556519"/>
                </a:lnTo>
                <a:close/>
                <a:lnTo>
                  <a:pt x="539069" y="550773"/>
                </a:lnTo>
                <a:close/>
                <a:lnTo>
                  <a:pt x="545356" y="547327"/>
                </a:lnTo>
                <a:close/>
                <a:lnTo>
                  <a:pt x="551020" y="545123"/>
                </a:lnTo>
                <a:close/>
                <a:lnTo>
                  <a:pt x="556448" y="542322"/>
                </a:lnTo>
                <a:close/>
                <a:lnTo>
                  <a:pt x="561994" y="537357"/>
                </a:lnTo>
                <a:close/>
                <a:lnTo>
                  <a:pt x="567727" y="530950"/>
                </a:lnTo>
                <a:close/>
                <a:lnTo>
                  <a:pt x="573571" y="524987"/>
                </a:lnTo>
                <a:close/>
                <a:lnTo>
                  <a:pt x="579448" y="521256"/>
                </a:lnTo>
                <a:close/>
                <a:lnTo>
                  <a:pt x="585280" y="519777"/>
                </a:lnTo>
                <a:close/>
                <a:lnTo>
                  <a:pt x="590990" y="519111"/>
                </a:lnTo>
                <a:close/>
                <a:lnTo>
                  <a:pt x="596505" y="517800"/>
                </a:lnTo>
                <a:close/>
                <a:lnTo>
                  <a:pt x="601943" y="515245"/>
                </a:lnTo>
                <a:close/>
                <a:lnTo>
                  <a:pt x="607675" y="511988"/>
                </a:lnTo>
                <a:close/>
                <a:lnTo>
                  <a:pt x="614088" y="508644"/>
                </a:lnTo>
                <a:close/>
                <a:lnTo>
                  <a:pt x="621273" y="505611"/>
                </a:lnTo>
                <a:close/>
                <a:lnTo>
                  <a:pt x="628691" y="502810"/>
                </a:lnTo>
                <a:close/>
                <a:lnTo>
                  <a:pt x="635720" y="500103"/>
                </a:lnTo>
                <a:close/>
                <a:lnTo>
                  <a:pt x="641923" y="497364"/>
                </a:lnTo>
                <a:close/>
                <a:lnTo>
                  <a:pt x="647543" y="494520"/>
                </a:lnTo>
                <a:close/>
                <a:lnTo>
                  <a:pt x="652978" y="491511"/>
                </a:lnTo>
                <a:close/>
                <a:lnTo>
                  <a:pt x="658572" y="488321"/>
                </a:lnTo>
                <a:close/>
                <a:lnTo>
                  <a:pt x="664340" y="485222"/>
                </a:lnTo>
                <a:close/>
                <a:lnTo>
                  <a:pt x="670168" y="482597"/>
                </a:lnTo>
                <a:close/>
                <a:lnTo>
                  <a:pt x="675952" y="480780"/>
                </a:lnTo>
                <a:close/>
                <a:lnTo>
                  <a:pt x="681685" y="479526"/>
                </a:lnTo>
                <a:close/>
                <a:lnTo>
                  <a:pt x="687422" y="478218"/>
                </a:lnTo>
                <a:close/>
                <a:lnTo>
                  <a:pt x="693218" y="476256"/>
                </a:lnTo>
                <a:close/>
                <a:lnTo>
                  <a:pt x="699044" y="473519"/>
                </a:lnTo>
                <a:close/>
                <a:lnTo>
                  <a:pt x="704791" y="470381"/>
                </a:lnTo>
                <a:close/>
                <a:lnTo>
                  <a:pt x="710349" y="467237"/>
                </a:lnTo>
                <a:close/>
                <a:lnTo>
                  <a:pt x="715787" y="464300"/>
                </a:lnTo>
                <a:close/>
                <a:lnTo>
                  <a:pt x="721474" y="461485"/>
                </a:lnTo>
                <a:close/>
                <a:lnTo>
                  <a:pt x="727806" y="458679"/>
                </a:lnTo>
                <a:close/>
                <a:lnTo>
                  <a:pt x="734938" y="455809"/>
                </a:lnTo>
                <a:close/>
                <a:lnTo>
                  <a:pt x="742361" y="452913"/>
                </a:lnTo>
                <a:close/>
                <a:lnTo>
                  <a:pt x="749452" y="450047"/>
                </a:lnTo>
                <a:close/>
                <a:lnTo>
                  <a:pt x="755731" y="447245"/>
                </a:lnTo>
                <a:close/>
                <a:lnTo>
                  <a:pt x="761390" y="444425"/>
                </a:lnTo>
                <a:close/>
                <a:lnTo>
                  <a:pt x="766818" y="441475"/>
                </a:lnTo>
                <a:close/>
                <a:lnTo>
                  <a:pt x="772366" y="438318"/>
                </a:lnTo>
                <a:close/>
                <a:lnTo>
                  <a:pt x="778101" y="435197"/>
                </a:lnTo>
                <a:close/>
                <a:lnTo>
                  <a:pt x="783945" y="432505"/>
                </a:lnTo>
                <a:close/>
                <a:lnTo>
                  <a:pt x="789822" y="430608"/>
                </a:lnTo>
                <a:close/>
                <a:lnTo>
                  <a:pt x="795653" y="429326"/>
                </a:lnTo>
                <a:close/>
                <a:lnTo>
                  <a:pt x="801362" y="428050"/>
                </a:lnTo>
                <a:close/>
                <a:lnTo>
                  <a:pt x="806875" y="426169"/>
                </a:lnTo>
                <a:close/>
                <a:lnTo>
                  <a:pt x="812314" y="423492"/>
                </a:lnTo>
                <a:close/>
                <a:lnTo>
                  <a:pt x="818052" y="420373"/>
                </a:lnTo>
                <a:close/>
                <a:lnTo>
                  <a:pt x="824472" y="417198"/>
                </a:lnTo>
                <a:close/>
                <a:lnTo>
                  <a:pt x="831662" y="414217"/>
                </a:lnTo>
                <a:close/>
                <a:lnTo>
                  <a:pt x="839078" y="411387"/>
                </a:lnTo>
                <a:close/>
                <a:lnTo>
                  <a:pt x="846103" y="408632"/>
                </a:lnTo>
                <a:close/>
                <a:lnTo>
                  <a:pt x="852305" y="405874"/>
                </a:lnTo>
                <a:close/>
                <a:lnTo>
                  <a:pt x="857925" y="403034"/>
                </a:lnTo>
                <a:close/>
                <a:lnTo>
                  <a:pt x="863351" y="400036"/>
                </a:lnTo>
                <a:close/>
                <a:lnTo>
                  <a:pt x="868920" y="396852"/>
                </a:lnTo>
                <a:close/>
                <a:lnTo>
                  <a:pt x="874669" y="393755"/>
                </a:lnTo>
                <a:close/>
                <a:lnTo>
                  <a:pt x="880520" y="391134"/>
                </a:lnTo>
                <a:close/>
                <a:lnTo>
                  <a:pt x="886395" y="389324"/>
                </a:lnTo>
                <a:close/>
                <a:lnTo>
                  <a:pt x="892218" y="388072"/>
                </a:lnTo>
                <a:close/>
                <a:lnTo>
                  <a:pt x="897911" y="386761"/>
                </a:lnTo>
                <a:close/>
                <a:lnTo>
                  <a:pt x="903405" y="384790"/>
                </a:lnTo>
                <a:close/>
                <a:lnTo>
                  <a:pt x="908857" y="382047"/>
                </a:lnTo>
                <a:close/>
                <a:lnTo>
                  <a:pt x="914643" y="378907"/>
                </a:lnTo>
                <a:close/>
                <a:lnTo>
                  <a:pt x="921146" y="375764"/>
                </a:lnTo>
                <a:close/>
                <a:lnTo>
                  <a:pt x="928384" y="372829"/>
                </a:lnTo>
                <a:close/>
                <a:lnTo>
                  <a:pt x="935790" y="370016"/>
                </a:lnTo>
                <a:close/>
                <a:lnTo>
                  <a:pt x="942744" y="367209"/>
                </a:lnTo>
                <a:close/>
                <a:lnTo>
                  <a:pt x="948874" y="364339"/>
                </a:lnTo>
                <a:close/>
                <a:lnTo>
                  <a:pt x="954459" y="361442"/>
                </a:lnTo>
                <a:close/>
                <a:lnTo>
                  <a:pt x="959887" y="358577"/>
                </a:lnTo>
                <a:close/>
                <a:lnTo>
                  <a:pt x="965476" y="355775"/>
                </a:lnTo>
                <a:close/>
                <a:lnTo>
                  <a:pt x="971238" y="352955"/>
                </a:lnTo>
                <a:close/>
                <a:lnTo>
                  <a:pt x="977095" y="350002"/>
                </a:lnTo>
                <a:close/>
                <a:lnTo>
                  <a:pt x="982968" y="346844"/>
                </a:lnTo>
                <a:close/>
                <a:lnTo>
                  <a:pt x="988782" y="343725"/>
                </a:lnTo>
                <a:close/>
                <a:lnTo>
                  <a:pt x="994458" y="341040"/>
                </a:lnTo>
                <a:close/>
                <a:lnTo>
                  <a:pt x="999935" y="339152"/>
                </a:lnTo>
                <a:close/>
                <a:lnTo>
                  <a:pt x="1005402" y="337874"/>
                </a:lnTo>
                <a:close/>
                <a:lnTo>
                  <a:pt x="1011241" y="336595"/>
                </a:lnTo>
                <a:close/>
                <a:lnTo>
                  <a:pt x="1017826" y="334704"/>
                </a:lnTo>
                <a:close/>
                <a:lnTo>
                  <a:pt x="1025107" y="332021"/>
                </a:lnTo>
                <a:close/>
                <a:lnTo>
                  <a:pt x="1032497" y="328899"/>
                </a:lnTo>
                <a:close/>
                <a:lnTo>
                  <a:pt x="1039378" y="325726"/>
                </a:lnTo>
                <a:close/>
                <a:lnTo>
                  <a:pt x="1045438" y="322746"/>
                </a:lnTo>
                <a:close/>
                <a:lnTo>
                  <a:pt x="1050992" y="319918"/>
                </a:lnTo>
                <a:close/>
                <a:lnTo>
                  <a:pt x="1056424" y="317163"/>
                </a:lnTo>
                <a:close/>
                <a:lnTo>
                  <a:pt x="1062034" y="314404"/>
                </a:lnTo>
                <a:close/>
                <a:lnTo>
                  <a:pt x="1067808" y="311563"/>
                </a:lnTo>
                <a:close/>
                <a:lnTo>
                  <a:pt x="1073669" y="308563"/>
                </a:lnTo>
                <a:close/>
                <a:lnTo>
                  <a:pt x="1079541" y="305378"/>
                </a:lnTo>
                <a:close/>
                <a:lnTo>
                  <a:pt x="1085345" y="302284"/>
                </a:lnTo>
                <a:close/>
                <a:lnTo>
                  <a:pt x="1091004" y="299670"/>
                </a:lnTo>
                <a:close/>
                <a:lnTo>
                  <a:pt x="1096465" y="297869"/>
                </a:lnTo>
                <a:close/>
                <a:lnTo>
                  <a:pt x="1101951" y="296619"/>
                </a:lnTo>
                <a:close/>
                <a:lnTo>
                  <a:pt x="1107845" y="295304"/>
                </a:lnTo>
                <a:close/>
                <a:lnTo>
                  <a:pt x="1114514" y="293325"/>
                </a:lnTo>
                <a:close/>
                <a:lnTo>
                  <a:pt x="1121832" y="290575"/>
                </a:lnTo>
                <a:close/>
                <a:lnTo>
                  <a:pt x="1129199" y="287433"/>
                </a:lnTo>
                <a:close/>
                <a:lnTo>
                  <a:pt x="1136002" y="284292"/>
                </a:lnTo>
                <a:close/>
                <a:lnTo>
                  <a:pt x="1141998" y="281359"/>
                </a:lnTo>
                <a:close/>
                <a:lnTo>
                  <a:pt x="1147523" y="278546"/>
                </a:lnTo>
                <a:close/>
                <a:lnTo>
                  <a:pt x="1152964" y="275739"/>
                </a:lnTo>
                <a:close/>
                <a:lnTo>
                  <a:pt x="1158593" y="272868"/>
                </a:lnTo>
                <a:close/>
                <a:lnTo>
                  <a:pt x="1164378" y="269972"/>
                </a:lnTo>
                <a:close/>
                <a:lnTo>
                  <a:pt x="1170244" y="267107"/>
                </a:lnTo>
                <a:close/>
                <a:lnTo>
                  <a:pt x="1176113" y="264305"/>
                </a:lnTo>
                <a:close/>
                <a:lnTo>
                  <a:pt x="1181906" y="261484"/>
                </a:lnTo>
                <a:close/>
                <a:lnTo>
                  <a:pt x="1187547" y="258530"/>
                </a:lnTo>
                <a:close/>
                <a:lnTo>
                  <a:pt x="1192996" y="255370"/>
                </a:lnTo>
                <a:close/>
                <a:lnTo>
                  <a:pt x="1198503" y="252253"/>
                </a:lnTo>
                <a:close/>
                <a:lnTo>
                  <a:pt x="1204457" y="249576"/>
                </a:lnTo>
                <a:close/>
                <a:lnTo>
                  <a:pt x="1211207" y="247696"/>
                </a:lnTo>
                <a:close/>
                <a:lnTo>
                  <a:pt x="1218557" y="246421"/>
                </a:lnTo>
                <a:close/>
                <a:lnTo>
                  <a:pt x="1225897" y="245139"/>
                </a:lnTo>
                <a:close/>
                <a:lnTo>
                  <a:pt x="1232619" y="243239"/>
                </a:lnTo>
                <a:close/>
                <a:lnTo>
                  <a:pt x="1238553" y="240549"/>
                </a:lnTo>
                <a:close/>
                <a:lnTo>
                  <a:pt x="1244053" y="237425"/>
                </a:lnTo>
                <a:close/>
                <a:lnTo>
                  <a:pt x="1249506" y="234253"/>
                </a:lnTo>
                <a:close/>
                <a:lnTo>
                  <a:pt x="1255153" y="231275"/>
                </a:lnTo>
                <a:close/>
                <a:lnTo>
                  <a:pt x="1260950" y="228448"/>
                </a:lnTo>
                <a:close/>
                <a:lnTo>
                  <a:pt x="1266819" y="225694"/>
                </a:lnTo>
                <a:close/>
                <a:lnTo>
                  <a:pt x="1272684" y="222934"/>
                </a:lnTo>
                <a:close/>
                <a:lnTo>
                  <a:pt x="1278466" y="220093"/>
                </a:lnTo>
                <a:close/>
                <a:lnTo>
                  <a:pt x="1284088" y="217090"/>
                </a:lnTo>
                <a:close/>
                <a:lnTo>
                  <a:pt x="1289526" y="213904"/>
                </a:lnTo>
                <a:close/>
                <a:lnTo>
                  <a:pt x="1295060" y="210813"/>
                </a:lnTo>
                <a:close/>
                <a:lnTo>
                  <a:pt x="1301077" y="208206"/>
                </a:lnTo>
                <a:close/>
                <a:lnTo>
                  <a:pt x="1307906" y="206413"/>
                </a:lnTo>
                <a:close/>
                <a:lnTo>
                  <a:pt x="1315282" y="205167"/>
                </a:lnTo>
                <a:close/>
                <a:lnTo>
                  <a:pt x="1322588" y="203848"/>
                </a:lnTo>
                <a:close/>
                <a:lnTo>
                  <a:pt x="1329229" y="201859"/>
                </a:lnTo>
                <a:close/>
                <a:lnTo>
                  <a:pt x="1335104" y="199103"/>
                </a:lnTo>
                <a:close/>
                <a:lnTo>
                  <a:pt x="1340583" y="195959"/>
                </a:lnTo>
                <a:close/>
                <a:lnTo>
                  <a:pt x="1346050" y="192820"/>
                </a:lnTo>
                <a:close/>
                <a:lnTo>
                  <a:pt x="1351715" y="189889"/>
                </a:lnTo>
                <a:close/>
                <a:lnTo>
                  <a:pt x="1357522" y="187076"/>
                </a:lnTo>
                <a:close/>
                <a:lnTo>
                  <a:pt x="1363394" y="184269"/>
                </a:lnTo>
                <a:close/>
                <a:lnTo>
                  <a:pt x="1369254" y="181397"/>
                </a:lnTo>
                <a:close/>
                <a:lnTo>
                  <a:pt x="1375024" y="178501"/>
                </a:lnTo>
                <a:close/>
                <a:lnTo>
                  <a:pt x="1380627" y="175637"/>
                </a:lnTo>
                <a:close/>
                <a:lnTo>
                  <a:pt x="1386058" y="172836"/>
                </a:lnTo>
                <a:close/>
                <a:lnTo>
                  <a:pt x="1391621" y="170014"/>
                </a:lnTo>
                <a:close/>
                <a:lnTo>
                  <a:pt x="1397705" y="167057"/>
                </a:lnTo>
                <a:close/>
                <a:lnTo>
                  <a:pt x="1404610" y="163896"/>
                </a:lnTo>
                <a:close/>
                <a:lnTo>
                  <a:pt x="1412006" y="160782"/>
                </a:lnTo>
                <a:close/>
                <a:lnTo>
                  <a:pt x="1419273" y="158111"/>
                </a:lnTo>
                <a:close/>
                <a:lnTo>
                  <a:pt x="1425831" y="156240"/>
                </a:lnTo>
                <a:close/>
                <a:lnTo>
                  <a:pt x="1431652" y="154969"/>
                </a:lnTo>
                <a:close/>
                <a:lnTo>
                  <a:pt x="1437113" y="153683"/>
                </a:lnTo>
                <a:close/>
                <a:lnTo>
                  <a:pt x="1442596" y="151774"/>
                </a:lnTo>
                <a:close/>
                <a:lnTo>
                  <a:pt x="1448278" y="149077"/>
                </a:lnTo>
                <a:close/>
                <a:lnTo>
                  <a:pt x="1454095" y="145950"/>
                </a:lnTo>
                <a:close/>
                <a:lnTo>
                  <a:pt x="1459969" y="142780"/>
                </a:lnTo>
                <a:close/>
                <a:lnTo>
                  <a:pt x="1465824" y="139805"/>
                </a:lnTo>
                <a:close/>
                <a:lnTo>
                  <a:pt x="1471581" y="136979"/>
                </a:lnTo>
                <a:close/>
                <a:lnTo>
                  <a:pt x="1477164" y="134225"/>
                </a:lnTo>
                <a:close/>
                <a:lnTo>
                  <a:pt x="1482591" y="131465"/>
                </a:lnTo>
                <a:close/>
                <a:lnTo>
                  <a:pt x="1488187" y="128622"/>
                </a:lnTo>
                <a:close/>
                <a:lnTo>
                  <a:pt x="1494341" y="125617"/>
                </a:lnTo>
                <a:close/>
                <a:lnTo>
                  <a:pt x="1501319" y="122430"/>
                </a:lnTo>
                <a:close/>
                <a:lnTo>
                  <a:pt x="1508729" y="119342"/>
                </a:lnTo>
                <a:close/>
                <a:lnTo>
                  <a:pt x="1515952" y="116743"/>
                </a:lnTo>
                <a:close/>
                <a:lnTo>
                  <a:pt x="1522427" y="114958"/>
                </a:lnTo>
                <a:close/>
                <a:lnTo>
                  <a:pt x="1528196" y="113714"/>
                </a:lnTo>
                <a:close/>
                <a:lnTo>
                  <a:pt x="1533644" y="112391"/>
                </a:lnTo>
                <a:close/>
                <a:lnTo>
                  <a:pt x="1539144" y="110393"/>
                </a:lnTo>
                <a:close/>
                <a:lnTo>
                  <a:pt x="1544842" y="107631"/>
                </a:lnTo>
                <a:close/>
                <a:lnTo>
                  <a:pt x="1550668" y="104485"/>
                </a:lnTo>
                <a:close/>
                <a:lnTo>
                  <a:pt x="1556544" y="101348"/>
                </a:lnTo>
                <a:close/>
                <a:lnTo>
                  <a:pt x="1562393" y="98418"/>
                </a:lnTo>
                <a:close/>
                <a:lnTo>
                  <a:pt x="1568137" y="95606"/>
                </a:lnTo>
                <a:close/>
                <a:lnTo>
                  <a:pt x="1573699" y="92799"/>
                </a:lnTo>
                <a:close/>
                <a:lnTo>
                  <a:pt x="1579123" y="89926"/>
                </a:lnTo>
                <a:close/>
                <a:lnTo>
                  <a:pt x="1584755" y="87030"/>
                </a:lnTo>
                <a:close/>
                <a:lnTo>
                  <a:pt x="1590985" y="84167"/>
                </a:lnTo>
                <a:close/>
                <a:lnTo>
                  <a:pt x="1598039" y="81366"/>
                </a:lnTo>
                <a:close/>
                <a:lnTo>
                  <a:pt x="1605463" y="78543"/>
                </a:lnTo>
                <a:close/>
                <a:lnTo>
                  <a:pt x="1612626" y="75584"/>
                </a:lnTo>
                <a:close/>
                <a:lnTo>
                  <a:pt x="1618993" y="72422"/>
                </a:lnTo>
                <a:close/>
                <a:lnTo>
                  <a:pt x="1624693" y="69310"/>
                </a:lnTo>
                <a:close/>
                <a:lnTo>
                  <a:pt x="1630149" y="66646"/>
                </a:lnTo>
                <a:close/>
                <a:lnTo>
                  <a:pt x="1635758" y="64785"/>
                </a:lnTo>
                <a:close/>
                <a:lnTo>
                  <a:pt x="1641566" y="63517"/>
                </a:lnTo>
                <a:close/>
                <a:lnTo>
                  <a:pt x="1647365" y="62227"/>
                </a:lnTo>
                <a:close/>
                <a:lnTo>
                  <a:pt x="1652954" y="60309"/>
                </a:lnTo>
                <a:close/>
                <a:lnTo>
                  <a:pt x="1658412" y="57604"/>
                </a:lnTo>
                <a:close/>
                <a:lnTo>
                  <a:pt x="1664148" y="54475"/>
                </a:lnTo>
                <a:close/>
                <a:lnTo>
                  <a:pt x="1670581" y="51308"/>
                </a:lnTo>
                <a:close/>
                <a:lnTo>
                  <a:pt x="1677788" y="48339"/>
                </a:lnTo>
                <a:close/>
                <a:lnTo>
                  <a:pt x="1685207" y="45515"/>
                </a:lnTo>
                <a:close/>
                <a:lnTo>
                  <a:pt x="1692203" y="42754"/>
                </a:lnTo>
                <a:close/>
                <a:lnTo>
                  <a:pt x="1698365" y="39979"/>
                </a:lnTo>
                <a:close/>
                <a:lnTo>
                  <a:pt x="1703963" y="37127"/>
                </a:lnTo>
                <a:close/>
                <a:lnTo>
                  <a:pt x="1709401" y="34140"/>
                </a:lnTo>
                <a:close/>
                <a:lnTo>
                  <a:pt x="1715016" y="31005"/>
                </a:lnTo>
                <a:close/>
                <a:lnTo>
                  <a:pt x="1720797" y="27958"/>
                </a:lnTo>
                <a:close/>
                <a:lnTo>
                  <a:pt x="1726617" y="25317"/>
                </a:lnTo>
                <a:close/>
                <a:lnTo>
                  <a:pt x="1732362" y="23357"/>
                </a:lnTo>
                <a:close/>
                <a:lnTo>
                  <a:pt x="1738062" y="21946"/>
                </a:lnTo>
                <a:close/>
                <a:lnTo>
                  <a:pt x="1743821" y="20724"/>
                </a:lnTo>
                <a:close/>
                <a:lnTo>
                  <a:pt x="1749734" y="19324"/>
                </a:lnTo>
                <a:close/>
                <a:lnTo>
                  <a:pt x="1755694" y="17270"/>
                </a:lnTo>
                <a:close/>
                <a:lnTo>
                  <a:pt x="1761409" y="13988"/>
                </a:lnTo>
                <a:close/>
                <a:lnTo>
                  <a:pt x="1766586" y="8932"/>
                </a:lnTo>
                <a:close/>
                <a:lnTo>
                  <a:pt x="1771138" y="3154"/>
                </a:lnTo>
                <a:close/>
                <a:lnTo>
                  <a:pt x="1775272" y="0"/>
                </a:lnTo>
                <a:close/>
                <a:lnTo>
                  <a:pt x="1779218" y="2997"/>
                </a:lnTo>
                <a:close/>
                <a:lnTo>
                  <a:pt x="1783205" y="15668"/>
                </a:lnTo>
                <a:close/>
                <a:lnTo>
                  <a:pt x="1787464" y="41540"/>
                </a:lnTo>
                <a:close/>
                <a:lnTo>
                  <a:pt x="1792224" y="84137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00800" y="866394"/>
            <a:ext cx="1828800" cy="790956"/>
          </a:xfrm>
          <a:custGeom>
            <a:avLst/>
            <a:gdLst/>
            <a:ahLst/>
            <a:cxnLst/>
            <a:rect l="l" t="t" r="r" b="b"/>
            <a:pathLst>
              <a:path w="1828800" h="790956">
                <a:moveTo>
                  <a:pt x="0" y="790956"/>
                </a:moveTo>
                <a:lnTo>
                  <a:pt x="5851" y="788617"/>
                </a:lnTo>
                <a:close/>
                <a:lnTo>
                  <a:pt x="11656" y="785637"/>
                </a:lnTo>
                <a:close/>
                <a:lnTo>
                  <a:pt x="17437" y="782313"/>
                </a:lnTo>
                <a:close/>
                <a:lnTo>
                  <a:pt x="23214" y="778945"/>
                </a:lnTo>
                <a:close/>
                <a:lnTo>
                  <a:pt x="29010" y="775832"/>
                </a:lnTo>
                <a:close/>
                <a:lnTo>
                  <a:pt x="34845" y="773273"/>
                </a:lnTo>
                <a:close/>
                <a:lnTo>
                  <a:pt x="40734" y="771513"/>
                </a:lnTo>
                <a:close/>
                <a:lnTo>
                  <a:pt x="46615" y="770257"/>
                </a:lnTo>
                <a:close/>
                <a:lnTo>
                  <a:pt x="52380" y="768893"/>
                </a:lnTo>
                <a:close/>
                <a:lnTo>
                  <a:pt x="57937" y="766835"/>
                </a:lnTo>
                <a:close/>
                <a:lnTo>
                  <a:pt x="63460" y="764021"/>
                </a:lnTo>
                <a:close/>
                <a:lnTo>
                  <a:pt x="69346" y="760838"/>
                </a:lnTo>
                <a:close/>
                <a:lnTo>
                  <a:pt x="75993" y="757683"/>
                </a:lnTo>
                <a:close/>
                <a:lnTo>
                  <a:pt x="83352" y="754736"/>
                </a:lnTo>
                <a:close/>
                <a:lnTo>
                  <a:pt x="90818" y="751897"/>
                </a:lnTo>
                <a:close/>
                <a:lnTo>
                  <a:pt x="97751" y="749053"/>
                </a:lnTo>
                <a:close/>
                <a:lnTo>
                  <a:pt x="103851" y="746145"/>
                </a:lnTo>
                <a:close/>
                <a:lnTo>
                  <a:pt x="109448" y="743219"/>
                </a:lnTo>
                <a:close/>
                <a:lnTo>
                  <a:pt x="114944" y="740334"/>
                </a:lnTo>
                <a:close/>
                <a:lnTo>
                  <a:pt x="120627" y="737507"/>
                </a:lnTo>
                <a:close/>
                <a:lnTo>
                  <a:pt x="126472" y="734641"/>
                </a:lnTo>
                <a:close/>
                <a:lnTo>
                  <a:pt x="132400" y="731619"/>
                </a:lnTo>
                <a:close/>
                <a:lnTo>
                  <a:pt x="138331" y="728405"/>
                </a:lnTo>
                <a:close/>
                <a:lnTo>
                  <a:pt x="144184" y="725311"/>
                </a:lnTo>
                <a:close/>
                <a:lnTo>
                  <a:pt x="149880" y="722747"/>
                </a:lnTo>
                <a:close/>
                <a:lnTo>
                  <a:pt x="155382" y="721027"/>
                </a:lnTo>
                <a:close/>
                <a:lnTo>
                  <a:pt x="160961" y="719792"/>
                </a:lnTo>
                <a:close/>
                <a:lnTo>
                  <a:pt x="167018" y="718400"/>
                </a:lnTo>
                <a:close/>
                <a:lnTo>
                  <a:pt x="173897" y="716262"/>
                </a:lnTo>
                <a:close/>
                <a:lnTo>
                  <a:pt x="181347" y="713392"/>
                </a:lnTo>
                <a:close/>
                <a:lnTo>
                  <a:pt x="188732" y="710183"/>
                </a:lnTo>
                <a:close/>
                <a:lnTo>
                  <a:pt x="195439" y="707025"/>
                </a:lnTo>
                <a:close/>
                <a:lnTo>
                  <a:pt x="201368" y="704068"/>
                </a:lnTo>
                <a:close/>
                <a:lnTo>
                  <a:pt x="206900" y="701241"/>
                </a:lnTo>
                <a:close/>
                <a:lnTo>
                  <a:pt x="212431" y="698464"/>
                </a:lnTo>
                <a:close/>
                <a:lnTo>
                  <a:pt x="218165" y="695657"/>
                </a:lnTo>
                <a:close/>
                <a:lnTo>
                  <a:pt x="224040" y="692739"/>
                </a:lnTo>
                <a:close/>
                <a:lnTo>
                  <a:pt x="229976" y="689632"/>
                </a:lnTo>
                <a:close/>
                <a:lnTo>
                  <a:pt x="235894" y="686402"/>
                </a:lnTo>
                <a:close/>
                <a:lnTo>
                  <a:pt x="241713" y="683412"/>
                </a:lnTo>
                <a:close/>
                <a:lnTo>
                  <a:pt x="247354" y="681065"/>
                </a:lnTo>
                <a:close/>
                <a:lnTo>
                  <a:pt x="252839" y="679538"/>
                </a:lnTo>
                <a:close/>
                <a:lnTo>
                  <a:pt x="258505" y="678324"/>
                </a:lnTo>
                <a:close/>
                <a:lnTo>
                  <a:pt x="264753" y="676779"/>
                </a:lnTo>
                <a:close/>
                <a:lnTo>
                  <a:pt x="271840" y="674406"/>
                </a:lnTo>
                <a:close/>
                <a:lnTo>
                  <a:pt x="279335" y="671403"/>
                </a:lnTo>
                <a:close/>
                <a:lnTo>
                  <a:pt x="286597" y="668180"/>
                </a:lnTo>
                <a:close/>
                <a:lnTo>
                  <a:pt x="293072" y="665104"/>
                </a:lnTo>
                <a:close/>
                <a:lnTo>
                  <a:pt x="298858" y="662211"/>
                </a:lnTo>
                <a:close/>
                <a:lnTo>
                  <a:pt x="304352" y="659385"/>
                </a:lnTo>
                <a:close/>
                <a:lnTo>
                  <a:pt x="309934" y="656517"/>
                </a:lnTo>
                <a:close/>
                <a:lnTo>
                  <a:pt x="315712" y="653596"/>
                </a:lnTo>
                <a:close/>
                <a:lnTo>
                  <a:pt x="321611" y="650678"/>
                </a:lnTo>
                <a:close/>
                <a:lnTo>
                  <a:pt x="327550" y="647819"/>
                </a:lnTo>
                <a:close/>
                <a:lnTo>
                  <a:pt x="333450" y="644991"/>
                </a:lnTo>
                <a:close/>
                <a:lnTo>
                  <a:pt x="339230" y="642080"/>
                </a:lnTo>
                <a:close/>
                <a:lnTo>
                  <a:pt x="344814" y="638973"/>
                </a:lnTo>
                <a:close/>
                <a:lnTo>
                  <a:pt x="350308" y="635756"/>
                </a:lnTo>
                <a:close/>
                <a:lnTo>
                  <a:pt x="356088" y="632815"/>
                </a:lnTo>
                <a:close/>
                <a:lnTo>
                  <a:pt x="362554" y="630558"/>
                </a:lnTo>
                <a:close/>
                <a:lnTo>
                  <a:pt x="369811" y="629096"/>
                </a:lnTo>
                <a:close/>
                <a:lnTo>
                  <a:pt x="377306" y="627877"/>
                </a:lnTo>
                <a:close/>
                <a:lnTo>
                  <a:pt x="384401" y="626258"/>
                </a:lnTo>
                <a:close/>
                <a:lnTo>
                  <a:pt x="390657" y="623800"/>
                </a:lnTo>
                <a:close/>
                <a:lnTo>
                  <a:pt x="396327" y="620754"/>
                </a:lnTo>
                <a:close/>
                <a:lnTo>
                  <a:pt x="401812" y="617521"/>
                </a:lnTo>
                <a:close/>
                <a:lnTo>
                  <a:pt x="407450" y="614444"/>
                </a:lnTo>
                <a:close/>
                <a:lnTo>
                  <a:pt x="413268" y="611546"/>
                </a:lnTo>
                <a:close/>
                <a:lnTo>
                  <a:pt x="419185" y="608748"/>
                </a:lnTo>
                <a:close/>
                <a:lnTo>
                  <a:pt x="425122" y="605969"/>
                </a:lnTo>
                <a:close/>
                <a:lnTo>
                  <a:pt x="430998" y="603129"/>
                </a:lnTo>
                <a:close/>
                <a:lnTo>
                  <a:pt x="436733" y="600148"/>
                </a:lnTo>
                <a:close/>
                <a:lnTo>
                  <a:pt x="442267" y="596965"/>
                </a:lnTo>
                <a:close/>
                <a:lnTo>
                  <a:pt x="447797" y="593779"/>
                </a:lnTo>
                <a:close/>
                <a:lnTo>
                  <a:pt x="453719" y="590986"/>
                </a:lnTo>
                <a:close/>
                <a:lnTo>
                  <a:pt x="460417" y="588969"/>
                </a:lnTo>
                <a:close/>
                <a:lnTo>
                  <a:pt x="467798" y="587636"/>
                </a:lnTo>
                <a:close/>
                <a:lnTo>
                  <a:pt x="475250" y="586372"/>
                </a:lnTo>
                <a:close/>
                <a:lnTo>
                  <a:pt x="482139" y="584540"/>
                </a:lnTo>
                <a:close/>
                <a:lnTo>
                  <a:pt x="488202" y="581880"/>
                </a:lnTo>
                <a:close/>
                <a:lnTo>
                  <a:pt x="493784" y="578745"/>
                </a:lnTo>
                <a:close/>
                <a:lnTo>
                  <a:pt x="499286" y="575546"/>
                </a:lnTo>
                <a:close/>
                <a:lnTo>
                  <a:pt x="504979" y="572553"/>
                </a:lnTo>
                <a:close/>
                <a:lnTo>
                  <a:pt x="510831" y="569699"/>
                </a:lnTo>
                <a:close/>
                <a:lnTo>
                  <a:pt x="516761" y="566868"/>
                </a:lnTo>
                <a:close/>
                <a:lnTo>
                  <a:pt x="522690" y="563973"/>
                </a:lnTo>
                <a:close/>
                <a:lnTo>
                  <a:pt x="528536" y="561046"/>
                </a:lnTo>
                <a:close/>
                <a:lnTo>
                  <a:pt x="534221" y="558146"/>
                </a:lnTo>
                <a:close/>
                <a:lnTo>
                  <a:pt x="539718" y="555310"/>
                </a:lnTo>
                <a:close/>
                <a:lnTo>
                  <a:pt x="545313" y="552464"/>
                </a:lnTo>
                <a:close/>
                <a:lnTo>
                  <a:pt x="551405" y="549491"/>
                </a:lnTo>
                <a:close/>
                <a:lnTo>
                  <a:pt x="558328" y="546308"/>
                </a:lnTo>
                <a:close/>
                <a:lnTo>
                  <a:pt x="565791" y="543147"/>
                </a:lnTo>
                <a:close/>
                <a:lnTo>
                  <a:pt x="573155" y="540417"/>
                </a:lnTo>
                <a:close/>
                <a:lnTo>
                  <a:pt x="579815" y="538495"/>
                </a:lnTo>
                <a:close/>
                <a:lnTo>
                  <a:pt x="585713" y="537201"/>
                </a:lnTo>
                <a:close/>
                <a:lnTo>
                  <a:pt x="591236" y="535906"/>
                </a:lnTo>
                <a:close/>
                <a:lnTo>
                  <a:pt x="596776" y="533981"/>
                </a:lnTo>
                <a:close/>
                <a:lnTo>
                  <a:pt x="602519" y="531253"/>
                </a:lnTo>
                <a:close/>
                <a:lnTo>
                  <a:pt x="608399" y="528089"/>
                </a:lnTo>
                <a:close/>
                <a:lnTo>
                  <a:pt x="614337" y="524889"/>
                </a:lnTo>
                <a:close/>
                <a:lnTo>
                  <a:pt x="620251" y="521889"/>
                </a:lnTo>
                <a:close/>
                <a:lnTo>
                  <a:pt x="626063" y="519038"/>
                </a:lnTo>
                <a:close/>
                <a:lnTo>
                  <a:pt x="631693" y="516257"/>
                </a:lnTo>
                <a:close/>
                <a:lnTo>
                  <a:pt x="637177" y="513464"/>
                </a:lnTo>
                <a:close/>
                <a:lnTo>
                  <a:pt x="642864" y="510580"/>
                </a:lnTo>
                <a:close/>
                <a:lnTo>
                  <a:pt x="649153" y="507525"/>
                </a:lnTo>
                <a:close/>
                <a:lnTo>
                  <a:pt x="656278" y="504297"/>
                </a:lnTo>
                <a:close/>
                <a:lnTo>
                  <a:pt x="663776" y="501212"/>
                </a:lnTo>
                <a:close/>
                <a:lnTo>
                  <a:pt x="671008" y="498673"/>
                </a:lnTo>
                <a:close/>
                <a:lnTo>
                  <a:pt x="677438" y="496975"/>
                </a:lnTo>
                <a:close/>
                <a:lnTo>
                  <a:pt x="683199" y="495744"/>
                </a:lnTo>
                <a:close/>
                <a:lnTo>
                  <a:pt x="688689" y="494338"/>
                </a:lnTo>
                <a:close/>
                <a:lnTo>
                  <a:pt x="694282" y="492174"/>
                </a:lnTo>
                <a:close/>
                <a:lnTo>
                  <a:pt x="700068" y="489286"/>
                </a:lnTo>
                <a:close/>
                <a:lnTo>
                  <a:pt x="705971" y="486078"/>
                </a:lnTo>
                <a:close/>
                <a:lnTo>
                  <a:pt x="711911" y="482948"/>
                </a:lnTo>
                <a:close/>
                <a:lnTo>
                  <a:pt x="717806" y="480021"/>
                </a:lnTo>
                <a:close/>
                <a:lnTo>
                  <a:pt x="723578" y="477190"/>
                </a:lnTo>
                <a:close/>
                <a:lnTo>
                  <a:pt x="729151" y="474338"/>
                </a:lnTo>
                <a:close/>
                <a:lnTo>
                  <a:pt x="734649" y="471425"/>
                </a:lnTo>
                <a:close/>
                <a:lnTo>
                  <a:pt x="740456" y="468501"/>
                </a:lnTo>
                <a:close/>
                <a:lnTo>
                  <a:pt x="746968" y="465625"/>
                </a:lnTo>
                <a:close/>
                <a:lnTo>
                  <a:pt x="754253" y="462799"/>
                </a:lnTo>
                <a:close/>
                <a:lnTo>
                  <a:pt x="761743" y="459919"/>
                </a:lnTo>
                <a:close/>
                <a:lnTo>
                  <a:pt x="768799" y="456867"/>
                </a:lnTo>
                <a:close/>
                <a:lnTo>
                  <a:pt x="775015" y="453645"/>
                </a:lnTo>
                <a:close/>
                <a:lnTo>
                  <a:pt x="780665" y="450600"/>
                </a:lnTo>
                <a:close/>
                <a:lnTo>
                  <a:pt x="786151" y="448141"/>
                </a:lnTo>
                <a:close/>
                <a:lnTo>
                  <a:pt x="791801" y="446524"/>
                </a:lnTo>
                <a:close/>
                <a:lnTo>
                  <a:pt x="797626" y="445305"/>
                </a:lnTo>
                <a:close/>
                <a:lnTo>
                  <a:pt x="803546" y="443842"/>
                </a:lnTo>
                <a:close/>
                <a:lnTo>
                  <a:pt x="809482" y="441584"/>
                </a:lnTo>
                <a:close/>
                <a:lnTo>
                  <a:pt x="815353" y="438643"/>
                </a:lnTo>
                <a:close/>
                <a:lnTo>
                  <a:pt x="821078" y="435419"/>
                </a:lnTo>
                <a:close/>
                <a:lnTo>
                  <a:pt x="826601" y="432289"/>
                </a:lnTo>
                <a:close/>
                <a:lnTo>
                  <a:pt x="832140" y="429355"/>
                </a:lnTo>
                <a:close/>
                <a:lnTo>
                  <a:pt x="838095" y="426540"/>
                </a:lnTo>
                <a:close/>
                <a:lnTo>
                  <a:pt x="844845" y="423764"/>
                </a:lnTo>
                <a:close/>
                <a:lnTo>
                  <a:pt x="852253" y="420946"/>
                </a:lnTo>
                <a:close/>
                <a:lnTo>
                  <a:pt x="859690" y="418007"/>
                </a:lnTo>
                <a:close/>
                <a:lnTo>
                  <a:pt x="866515" y="414870"/>
                </a:lnTo>
                <a:close/>
                <a:lnTo>
                  <a:pt x="872514" y="411649"/>
                </a:lnTo>
                <a:close/>
                <a:lnTo>
                  <a:pt x="878080" y="408724"/>
                </a:lnTo>
                <a:close/>
                <a:lnTo>
                  <a:pt x="883649" y="406494"/>
                </a:lnTo>
                <a:close/>
                <a:lnTo>
                  <a:pt x="889461" y="405048"/>
                </a:lnTo>
                <a:close/>
                <a:lnTo>
                  <a:pt x="895350" y="403827"/>
                </a:lnTo>
                <a:close/>
                <a:lnTo>
                  <a:pt x="901098" y="402187"/>
                </a:lnTo>
                <a:close/>
                <a:lnTo>
                  <a:pt x="906621" y="399703"/>
                </a:lnTo>
                <a:close/>
                <a:lnTo>
                  <a:pt x="912269" y="396646"/>
                </a:lnTo>
                <a:close/>
                <a:lnTo>
                  <a:pt x="918480" y="393425"/>
                </a:lnTo>
                <a:close/>
                <a:lnTo>
                  <a:pt x="925546" y="390380"/>
                </a:lnTo>
                <a:close/>
                <a:lnTo>
                  <a:pt x="933042" y="387503"/>
                </a:lnTo>
                <a:close/>
                <a:lnTo>
                  <a:pt x="940318" y="384677"/>
                </a:lnTo>
                <a:close/>
                <a:lnTo>
                  <a:pt x="946807" y="381799"/>
                </a:lnTo>
                <a:close/>
                <a:lnTo>
                  <a:pt x="952598" y="378875"/>
                </a:lnTo>
                <a:close/>
                <a:lnTo>
                  <a:pt x="958091" y="375962"/>
                </a:lnTo>
                <a:close/>
                <a:lnTo>
                  <a:pt x="963669" y="373113"/>
                </a:lnTo>
                <a:close/>
                <a:lnTo>
                  <a:pt x="969446" y="370281"/>
                </a:lnTo>
                <a:close/>
                <a:lnTo>
                  <a:pt x="975344" y="367349"/>
                </a:lnTo>
                <a:close/>
                <a:lnTo>
                  <a:pt x="981284" y="364212"/>
                </a:lnTo>
                <a:close/>
                <a:lnTo>
                  <a:pt x="987185" y="361008"/>
                </a:lnTo>
                <a:close/>
                <a:lnTo>
                  <a:pt x="992966" y="358137"/>
                </a:lnTo>
                <a:close/>
                <a:lnTo>
                  <a:pt x="998553" y="356000"/>
                </a:lnTo>
                <a:close/>
                <a:lnTo>
                  <a:pt x="1004045" y="354610"/>
                </a:lnTo>
                <a:close/>
                <a:lnTo>
                  <a:pt x="1009820" y="353374"/>
                </a:lnTo>
                <a:close/>
                <a:lnTo>
                  <a:pt x="1016277" y="351651"/>
                </a:lnTo>
                <a:close/>
                <a:lnTo>
                  <a:pt x="1023528" y="349088"/>
                </a:lnTo>
                <a:close/>
                <a:lnTo>
                  <a:pt x="1031024" y="345993"/>
                </a:lnTo>
                <a:close/>
                <a:lnTo>
                  <a:pt x="1038127" y="342767"/>
                </a:lnTo>
                <a:close/>
                <a:lnTo>
                  <a:pt x="1044391" y="339718"/>
                </a:lnTo>
                <a:close/>
                <a:lnTo>
                  <a:pt x="1050065" y="336839"/>
                </a:lnTo>
                <a:close/>
                <a:lnTo>
                  <a:pt x="1055549" y="334048"/>
                </a:lnTo>
                <a:close/>
                <a:lnTo>
                  <a:pt x="1061186" y="331265"/>
                </a:lnTo>
                <a:close/>
                <a:lnTo>
                  <a:pt x="1067002" y="328411"/>
                </a:lnTo>
                <a:close/>
                <a:lnTo>
                  <a:pt x="1072919" y="325405"/>
                </a:lnTo>
                <a:close/>
                <a:lnTo>
                  <a:pt x="1078856" y="322200"/>
                </a:lnTo>
                <a:close/>
                <a:lnTo>
                  <a:pt x="1084733" y="319044"/>
                </a:lnTo>
                <a:close/>
                <a:lnTo>
                  <a:pt x="1090470" y="316336"/>
                </a:lnTo>
                <a:close/>
                <a:lnTo>
                  <a:pt x="1096005" y="314439"/>
                </a:lnTo>
                <a:close/>
                <a:lnTo>
                  <a:pt x="1101533" y="313154"/>
                </a:lnTo>
                <a:close/>
                <a:lnTo>
                  <a:pt x="1107449" y="311849"/>
                </a:lnTo>
                <a:close/>
                <a:lnTo>
                  <a:pt x="1114138" y="309899"/>
                </a:lnTo>
                <a:close/>
                <a:lnTo>
                  <a:pt x="1121515" y="307150"/>
                </a:lnTo>
                <a:close/>
                <a:lnTo>
                  <a:pt x="1128970" y="303982"/>
                </a:lnTo>
                <a:close/>
                <a:lnTo>
                  <a:pt x="1135867" y="300804"/>
                </a:lnTo>
                <a:close/>
                <a:lnTo>
                  <a:pt x="1141937" y="297836"/>
                </a:lnTo>
                <a:close/>
                <a:lnTo>
                  <a:pt x="1147523" y="294993"/>
                </a:lnTo>
                <a:close/>
                <a:lnTo>
                  <a:pt x="1153023" y="292156"/>
                </a:lnTo>
                <a:close/>
                <a:lnTo>
                  <a:pt x="1158714" y="289253"/>
                </a:lnTo>
                <a:close/>
                <a:lnTo>
                  <a:pt x="1164565" y="286327"/>
                </a:lnTo>
                <a:close/>
                <a:lnTo>
                  <a:pt x="1170495" y="283434"/>
                </a:lnTo>
                <a:close/>
                <a:lnTo>
                  <a:pt x="1176424" y="280604"/>
                </a:lnTo>
                <a:close/>
                <a:lnTo>
                  <a:pt x="1182272" y="277748"/>
                </a:lnTo>
                <a:close/>
                <a:lnTo>
                  <a:pt x="1187959" y="274748"/>
                </a:lnTo>
                <a:close/>
                <a:lnTo>
                  <a:pt x="1193455" y="271545"/>
                </a:lnTo>
                <a:close/>
                <a:lnTo>
                  <a:pt x="1199045" y="268419"/>
                </a:lnTo>
                <a:close/>
                <a:lnTo>
                  <a:pt x="1205132" y="265780"/>
                </a:lnTo>
                <a:close/>
                <a:lnTo>
                  <a:pt x="1212053" y="263974"/>
                </a:lnTo>
                <a:close/>
                <a:lnTo>
                  <a:pt x="1219519" y="262718"/>
                </a:lnTo>
                <a:close/>
                <a:lnTo>
                  <a:pt x="1226884" y="261373"/>
                </a:lnTo>
                <a:close/>
                <a:lnTo>
                  <a:pt x="1233530" y="259328"/>
                </a:lnTo>
                <a:close/>
                <a:lnTo>
                  <a:pt x="1239408" y="256517"/>
                </a:lnTo>
                <a:close/>
                <a:lnTo>
                  <a:pt x="1244940" y="253324"/>
                </a:lnTo>
                <a:close/>
                <a:lnTo>
                  <a:pt x="1250554" y="250147"/>
                </a:lnTo>
                <a:close/>
                <a:lnTo>
                  <a:pt x="1256399" y="247172"/>
                </a:lnTo>
                <a:close/>
                <a:lnTo>
                  <a:pt x="1262278" y="244335"/>
                </a:lnTo>
                <a:close/>
                <a:lnTo>
                  <a:pt x="1267974" y="241557"/>
                </a:lnTo>
                <a:close/>
                <a:lnTo>
                  <a:pt x="1273487" y="238756"/>
                </a:lnTo>
                <a:close/>
                <a:lnTo>
                  <a:pt x="1279213" y="235854"/>
                </a:lnTo>
                <a:close/>
                <a:lnTo>
                  <a:pt x="1285588" y="232770"/>
                </a:lnTo>
                <a:close/>
                <a:lnTo>
                  <a:pt x="1292792" y="229537"/>
                </a:lnTo>
                <a:close/>
                <a:lnTo>
                  <a:pt x="1300296" y="226504"/>
                </a:lnTo>
                <a:close/>
                <a:lnTo>
                  <a:pt x="1307450" y="224070"/>
                </a:lnTo>
                <a:close/>
                <a:lnTo>
                  <a:pt x="1313768" y="222473"/>
                </a:lnTo>
                <a:close/>
                <a:lnTo>
                  <a:pt x="1319467" y="221256"/>
                </a:lnTo>
                <a:close/>
                <a:lnTo>
                  <a:pt x="1324949" y="219777"/>
                </a:lnTo>
                <a:close/>
                <a:lnTo>
                  <a:pt x="1330571" y="217493"/>
                </a:lnTo>
                <a:close/>
                <a:lnTo>
                  <a:pt x="1336378" y="214536"/>
                </a:lnTo>
                <a:close/>
                <a:lnTo>
                  <a:pt x="1342292" y="211317"/>
                </a:lnTo>
                <a:close/>
                <a:lnTo>
                  <a:pt x="1348230" y="208217"/>
                </a:lnTo>
                <a:close/>
                <a:lnTo>
                  <a:pt x="1354113" y="205311"/>
                </a:lnTo>
                <a:close/>
                <a:lnTo>
                  <a:pt x="1359862" y="202483"/>
                </a:lnTo>
                <a:close/>
                <a:lnTo>
                  <a:pt x="1365408" y="199623"/>
                </a:lnTo>
                <a:close/>
                <a:lnTo>
                  <a:pt x="1370925" y="196704"/>
                </a:lnTo>
                <a:close/>
                <a:lnTo>
                  <a:pt x="1376805" y="193783"/>
                </a:lnTo>
                <a:close/>
                <a:lnTo>
                  <a:pt x="1383437" y="190917"/>
                </a:lnTo>
                <a:close/>
                <a:lnTo>
                  <a:pt x="1390788" y="188091"/>
                </a:lnTo>
                <a:close/>
                <a:lnTo>
                  <a:pt x="1398257" y="185194"/>
                </a:lnTo>
                <a:close/>
                <a:lnTo>
                  <a:pt x="1405206" y="182111"/>
                </a:lnTo>
                <a:close/>
                <a:lnTo>
                  <a:pt x="1411320" y="178889"/>
                </a:lnTo>
                <a:close/>
                <a:lnTo>
                  <a:pt x="1416925" y="175899"/>
                </a:lnTo>
                <a:close/>
                <a:lnTo>
                  <a:pt x="1422419" y="173552"/>
                </a:lnTo>
                <a:close/>
                <a:lnTo>
                  <a:pt x="1428097" y="172028"/>
                </a:lnTo>
                <a:close/>
                <a:lnTo>
                  <a:pt x="1433940" y="170813"/>
                </a:lnTo>
                <a:close/>
                <a:lnTo>
                  <a:pt x="1439867" y="169267"/>
                </a:lnTo>
                <a:close/>
                <a:lnTo>
                  <a:pt x="1445799" y="166893"/>
                </a:lnTo>
                <a:close/>
                <a:lnTo>
                  <a:pt x="1451654" y="163890"/>
                </a:lnTo>
                <a:close/>
                <a:lnTo>
                  <a:pt x="1457354" y="160658"/>
                </a:lnTo>
                <a:close/>
                <a:lnTo>
                  <a:pt x="1462859" y="157558"/>
                </a:lnTo>
                <a:close/>
                <a:lnTo>
                  <a:pt x="1468433" y="154645"/>
                </a:lnTo>
                <a:close/>
                <a:lnTo>
                  <a:pt x="1474474" y="151840"/>
                </a:lnTo>
                <a:close/>
                <a:lnTo>
                  <a:pt x="1481336" y="149063"/>
                </a:lnTo>
                <a:close/>
                <a:lnTo>
                  <a:pt x="1488780" y="146233"/>
                </a:lnTo>
                <a:close/>
                <a:lnTo>
                  <a:pt x="1496174" y="143271"/>
                </a:lnTo>
                <a:close/>
                <a:lnTo>
                  <a:pt x="1502899" y="140107"/>
                </a:lnTo>
                <a:close/>
                <a:lnTo>
                  <a:pt x="1508840" y="136903"/>
                </a:lnTo>
                <a:close/>
                <a:lnTo>
                  <a:pt x="1514377" y="134049"/>
                </a:lnTo>
                <a:close/>
                <a:lnTo>
                  <a:pt x="1519905" y="131939"/>
                </a:lnTo>
                <a:close/>
                <a:lnTo>
                  <a:pt x="1525634" y="130562"/>
                </a:lnTo>
                <a:close/>
                <a:lnTo>
                  <a:pt x="1531507" y="129321"/>
                </a:lnTo>
                <a:close/>
                <a:lnTo>
                  <a:pt x="1537443" y="127576"/>
                </a:lnTo>
                <a:close/>
                <a:lnTo>
                  <a:pt x="1543363" y="124989"/>
                </a:lnTo>
                <a:close/>
                <a:lnTo>
                  <a:pt x="1549185" y="121885"/>
                </a:lnTo>
                <a:close/>
                <a:lnTo>
                  <a:pt x="1554830" y="118674"/>
                </a:lnTo>
                <a:close/>
                <a:lnTo>
                  <a:pt x="1560312" y="115659"/>
                </a:lnTo>
                <a:close/>
                <a:lnTo>
                  <a:pt x="1565970" y="112796"/>
                </a:lnTo>
                <a:close/>
                <a:lnTo>
                  <a:pt x="1572204" y="109968"/>
                </a:lnTo>
                <a:close/>
                <a:lnTo>
                  <a:pt x="1579283" y="107080"/>
                </a:lnTo>
                <a:close/>
                <a:lnTo>
                  <a:pt x="1586781" y="104154"/>
                </a:lnTo>
                <a:close/>
                <a:lnTo>
                  <a:pt x="1594047" y="101248"/>
                </a:lnTo>
                <a:close/>
                <a:lnTo>
                  <a:pt x="1600515" y="98407"/>
                </a:lnTo>
                <a:close/>
                <a:lnTo>
                  <a:pt x="1606288" y="95568"/>
                </a:lnTo>
                <a:close/>
                <a:lnTo>
                  <a:pt x="1611803" y="92614"/>
                </a:lnTo>
                <a:close/>
                <a:lnTo>
                  <a:pt x="1617470" y="89449"/>
                </a:lnTo>
                <a:close/>
                <a:lnTo>
                  <a:pt x="1623340" y="86266"/>
                </a:lnTo>
                <a:close/>
                <a:lnTo>
                  <a:pt x="1629198" y="83472"/>
                </a:lnTo>
                <a:close/>
                <a:lnTo>
                  <a:pt x="1634840" y="81457"/>
                </a:lnTo>
                <a:close/>
                <a:lnTo>
                  <a:pt x="1640361" y="80126"/>
                </a:lnTo>
                <a:close/>
                <a:lnTo>
                  <a:pt x="1646182" y="78861"/>
                </a:lnTo>
                <a:close/>
                <a:lnTo>
                  <a:pt x="1652734" y="77027"/>
                </a:lnTo>
                <a:close/>
                <a:lnTo>
                  <a:pt x="1660050" y="74367"/>
                </a:lnTo>
                <a:close/>
                <a:lnTo>
                  <a:pt x="1667536" y="71231"/>
                </a:lnTo>
                <a:close/>
                <a:lnTo>
                  <a:pt x="1674542" y="68017"/>
                </a:lnTo>
                <a:close/>
                <a:lnTo>
                  <a:pt x="1680705" y="64996"/>
                </a:lnTo>
                <a:close/>
                <a:lnTo>
                  <a:pt x="1686328" y="62134"/>
                </a:lnTo>
                <a:close/>
                <a:lnTo>
                  <a:pt x="1691815" y="59348"/>
                </a:lnTo>
                <a:close/>
                <a:lnTo>
                  <a:pt x="1697480" y="56561"/>
                </a:lnTo>
                <a:close/>
                <a:lnTo>
                  <a:pt x="1703315" y="53690"/>
                </a:lnTo>
                <a:close/>
                <a:lnTo>
                  <a:pt x="1709240" y="50657"/>
                </a:lnTo>
                <a:close/>
                <a:lnTo>
                  <a:pt x="1715173" y="47437"/>
                </a:lnTo>
                <a:close/>
                <a:lnTo>
                  <a:pt x="1721035" y="44319"/>
                </a:lnTo>
                <a:close/>
                <a:lnTo>
                  <a:pt x="1726747" y="41703"/>
                </a:lnTo>
                <a:close/>
                <a:lnTo>
                  <a:pt x="1732263" y="39920"/>
                </a:lnTo>
                <a:close/>
                <a:lnTo>
                  <a:pt x="1737823" y="38670"/>
                </a:lnTo>
                <a:close/>
                <a:lnTo>
                  <a:pt x="1743822" y="37313"/>
                </a:lnTo>
                <a:close/>
                <a:lnTo>
                  <a:pt x="1750621" y="35244"/>
                </a:lnTo>
                <a:close/>
                <a:lnTo>
                  <a:pt x="1758038" y="32415"/>
                </a:lnTo>
                <a:close/>
                <a:lnTo>
                  <a:pt x="1765456" y="29221"/>
                </a:lnTo>
                <a:close/>
                <a:lnTo>
                  <a:pt x="1772265" y="26063"/>
                </a:lnTo>
                <a:close/>
                <a:lnTo>
                  <a:pt x="1778282" y="23112"/>
                </a:lnTo>
                <a:close/>
                <a:lnTo>
                  <a:pt x="1783831" y="20277"/>
                </a:lnTo>
                <a:close/>
                <a:lnTo>
                  <a:pt x="1789260" y="17450"/>
                </a:lnTo>
                <a:close/>
                <a:lnTo>
                  <a:pt x="1794833" y="14569"/>
                </a:lnTo>
                <a:close/>
                <a:lnTo>
                  <a:pt x="1800672" y="11649"/>
                </a:lnTo>
                <a:close/>
                <a:lnTo>
                  <a:pt x="1806883" y="8711"/>
                </a:lnTo>
                <a:close/>
                <a:lnTo>
                  <a:pt x="1813570" y="5775"/>
                </a:lnTo>
                <a:close/>
                <a:lnTo>
                  <a:pt x="1820840" y="2865"/>
                </a:lnTo>
                <a:close/>
                <a:lnTo>
                  <a:pt x="1828800" y="0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400800.0" y="1241298.0"/>
            <a:ext cx="0.0" cy="1330452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350000" y="1190498"/>
            <a:ext cx="101600" cy="1016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0" y="16065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792724" y="1174846"/>
            <a:ext cx="576072" cy="240188"/>
          </a:xfrm>
          <a:custGeom>
            <a:avLst/>
            <a:gdLst/>
            <a:ahLst/>
            <a:cxnLst/>
            <a:rect l="l" t="t" r="r" b="b"/>
            <a:pathLst>
              <a:path w="576072" h="240188">
                <a:moveTo>
                  <a:pt x="0" y="240188"/>
                </a:moveTo>
                <a:lnTo>
                  <a:pt x="4277" y="236152"/>
                </a:lnTo>
                <a:close/>
                <a:lnTo>
                  <a:pt x="9811" y="233374"/>
                </a:lnTo>
                <a:close/>
                <a:lnTo>
                  <a:pt x="16240" y="231490"/>
                </a:lnTo>
                <a:close/>
                <a:lnTo>
                  <a:pt x="23197" y="230134"/>
                </a:lnTo>
                <a:close/>
                <a:lnTo>
                  <a:pt x="30320" y="228944"/>
                </a:lnTo>
                <a:close/>
                <a:lnTo>
                  <a:pt x="37242" y="227554"/>
                </a:lnTo>
                <a:close/>
                <a:lnTo>
                  <a:pt x="43607" y="225606"/>
                </a:lnTo>
                <a:close/>
                <a:lnTo>
                  <a:pt x="49331" y="223018"/>
                </a:lnTo>
                <a:close/>
                <a:lnTo>
                  <a:pt x="54687" y="220060"/>
                </a:lnTo>
                <a:close/>
                <a:lnTo>
                  <a:pt x="59969" y="217030"/>
                </a:lnTo>
                <a:close/>
                <a:lnTo>
                  <a:pt x="65397" y="214145"/>
                </a:lnTo>
                <a:close/>
                <a:lnTo>
                  <a:pt x="70957" y="211392"/>
                </a:lnTo>
                <a:close/>
                <a:lnTo>
                  <a:pt x="76593" y="208715"/>
                </a:lnTo>
                <a:close/>
                <a:lnTo>
                  <a:pt x="82248" y="206058"/>
                </a:lnTo>
                <a:close/>
                <a:lnTo>
                  <a:pt x="87854" y="203351"/>
                </a:lnTo>
                <a:close/>
                <a:lnTo>
                  <a:pt x="93338" y="200523"/>
                </a:lnTo>
                <a:close/>
                <a:lnTo>
                  <a:pt x="98636" y="197508"/>
                </a:lnTo>
                <a:close/>
                <a:lnTo>
                  <a:pt x="103886" y="194444"/>
                </a:lnTo>
                <a:close/>
                <a:lnTo>
                  <a:pt x="109425" y="191671"/>
                </a:lnTo>
                <a:close/>
                <a:lnTo>
                  <a:pt x="115602" y="189536"/>
                </a:lnTo>
                <a:close/>
                <a:lnTo>
                  <a:pt x="122507" y="188131"/>
                </a:lnTo>
                <a:close/>
                <a:lnTo>
                  <a:pt x="129663" y="186974"/>
                </a:lnTo>
                <a:close/>
                <a:lnTo>
                  <a:pt x="136513" y="185509"/>
                </a:lnTo>
                <a:close/>
                <a:lnTo>
                  <a:pt x="142612" y="183288"/>
                </a:lnTo>
                <a:close/>
                <a:lnTo>
                  <a:pt x="148108" y="180466"/>
                </a:lnTo>
                <a:close/>
                <a:lnTo>
                  <a:pt x="153347" y="177397"/>
                </a:lnTo>
                <a:close/>
                <a:lnTo>
                  <a:pt x="158661" y="174421"/>
                </a:lnTo>
                <a:close/>
                <a:lnTo>
                  <a:pt x="164158" y="171630"/>
                </a:lnTo>
                <a:close/>
                <a:lnTo>
                  <a:pt x="169773" y="168929"/>
                </a:lnTo>
                <a:close/>
                <a:lnTo>
                  <a:pt x="175436" y="166215"/>
                </a:lnTo>
                <a:close/>
                <a:lnTo>
                  <a:pt x="181079" y="163442"/>
                </a:lnTo>
                <a:close/>
                <a:lnTo>
                  <a:pt x="186631" y="160650"/>
                </a:lnTo>
                <a:close/>
                <a:lnTo>
                  <a:pt x="192024" y="157892"/>
                </a:lnTo>
                <a:close/>
                <a:lnTo>
                  <a:pt x="197257" y="155192"/>
                </a:lnTo>
                <a:close/>
                <a:lnTo>
                  <a:pt x="202608" y="152475"/>
                </a:lnTo>
                <a:close/>
                <a:lnTo>
                  <a:pt x="208425" y="149638"/>
                </a:lnTo>
                <a:close/>
                <a:lnTo>
                  <a:pt x="215001" y="146606"/>
                </a:lnTo>
                <a:close/>
                <a:lnTo>
                  <a:pt x="222101" y="143573"/>
                </a:lnTo>
                <a:close/>
                <a:lnTo>
                  <a:pt x="229173" y="140894"/>
                </a:lnTo>
                <a:close/>
                <a:lnTo>
                  <a:pt x="235672" y="138914"/>
                </a:lnTo>
                <a:close/>
                <a:lnTo>
                  <a:pt x="241426" y="137600"/>
                </a:lnTo>
                <a:close/>
                <a:lnTo>
                  <a:pt x="246750" y="136427"/>
                </a:lnTo>
                <a:close/>
                <a:lnTo>
                  <a:pt x="251990" y="134839"/>
                </a:lnTo>
                <a:close/>
                <a:lnTo>
                  <a:pt x="257402" y="132477"/>
                </a:lnTo>
                <a:close/>
                <a:lnTo>
                  <a:pt x="262967" y="129581"/>
                </a:lnTo>
                <a:close/>
                <a:lnTo>
                  <a:pt x="268615" y="126497"/>
                </a:lnTo>
                <a:close/>
                <a:lnTo>
                  <a:pt x="274276" y="123537"/>
                </a:lnTo>
                <a:close/>
                <a:lnTo>
                  <a:pt x="279883" y="120750"/>
                </a:lnTo>
                <a:close/>
                <a:lnTo>
                  <a:pt x="285364" y="118068"/>
                </a:lnTo>
                <a:close/>
                <a:lnTo>
                  <a:pt x="290660" y="115420"/>
                </a:lnTo>
                <a:close/>
                <a:lnTo>
                  <a:pt x="295908" y="112738"/>
                </a:lnTo>
                <a:close/>
                <a:lnTo>
                  <a:pt x="301449" y="109951"/>
                </a:lnTo>
                <a:close/>
                <a:lnTo>
                  <a:pt x="307626" y="106991"/>
                </a:lnTo>
                <a:close/>
                <a:lnTo>
                  <a:pt x="314532" y="103907"/>
                </a:lnTo>
                <a:close/>
                <a:lnTo>
                  <a:pt x="321687" y="101011"/>
                </a:lnTo>
                <a:close/>
                <a:lnTo>
                  <a:pt x="328537" y="98649"/>
                </a:lnTo>
                <a:close/>
                <a:lnTo>
                  <a:pt x="334636" y="97061"/>
                </a:lnTo>
                <a:close/>
                <a:lnTo>
                  <a:pt x="340132" y="95888"/>
                </a:lnTo>
                <a:close/>
                <a:lnTo>
                  <a:pt x="345371" y="94574"/>
                </a:lnTo>
                <a:close/>
                <a:lnTo>
                  <a:pt x="350685" y="92594"/>
                </a:lnTo>
                <a:close/>
                <a:lnTo>
                  <a:pt x="356181" y="89915"/>
                </a:lnTo>
                <a:close/>
                <a:lnTo>
                  <a:pt x="361796" y="86882"/>
                </a:lnTo>
                <a:close/>
                <a:lnTo>
                  <a:pt x="367460" y="83850"/>
                </a:lnTo>
                <a:close/>
                <a:lnTo>
                  <a:pt x="373103" y="81013"/>
                </a:lnTo>
                <a:close/>
                <a:lnTo>
                  <a:pt x="378656" y="78296"/>
                </a:lnTo>
                <a:close/>
                <a:lnTo>
                  <a:pt x="384048" y="75596"/>
                </a:lnTo>
                <a:close/>
                <a:lnTo>
                  <a:pt x="389279" y="72838"/>
                </a:lnTo>
                <a:close/>
                <a:lnTo>
                  <a:pt x="394629" y="70046"/>
                </a:lnTo>
                <a:close/>
                <a:lnTo>
                  <a:pt x="400447" y="67273"/>
                </a:lnTo>
                <a:close/>
                <a:lnTo>
                  <a:pt x="407030" y="64560"/>
                </a:lnTo>
                <a:close/>
                <a:lnTo>
                  <a:pt x="414136" y="61858"/>
                </a:lnTo>
                <a:close/>
                <a:lnTo>
                  <a:pt x="421206" y="59068"/>
                </a:lnTo>
                <a:close/>
                <a:lnTo>
                  <a:pt x="427686" y="56091"/>
                </a:lnTo>
                <a:close/>
                <a:lnTo>
                  <a:pt x="433413" y="53021"/>
                </a:lnTo>
                <a:close/>
                <a:lnTo>
                  <a:pt x="438732" y="50198"/>
                </a:lnTo>
                <a:close/>
                <a:lnTo>
                  <a:pt x="444023" y="47979"/>
                </a:lnTo>
                <a:close/>
                <a:lnTo>
                  <a:pt x="449538" y="46518"/>
                </a:lnTo>
                <a:close/>
                <a:lnTo>
                  <a:pt x="455158" y="45363"/>
                </a:lnTo>
                <a:close/>
                <a:lnTo>
                  <a:pt x="460692" y="43954"/>
                </a:lnTo>
                <a:close/>
                <a:lnTo>
                  <a:pt x="466000" y="41807"/>
                </a:lnTo>
                <a:close/>
                <a:lnTo>
                  <a:pt x="471299" y="39024"/>
                </a:lnTo>
                <a:close/>
                <a:lnTo>
                  <a:pt x="476968" y="35966"/>
                </a:lnTo>
                <a:close/>
                <a:lnTo>
                  <a:pt x="483367" y="32987"/>
                </a:lnTo>
                <a:close/>
                <a:lnTo>
                  <a:pt x="490404" y="30205"/>
                </a:lnTo>
                <a:close/>
                <a:lnTo>
                  <a:pt x="497532" y="27499"/>
                </a:lnTo>
                <a:close/>
                <a:lnTo>
                  <a:pt x="504187" y="24743"/>
                </a:lnTo>
                <a:close/>
                <a:lnTo>
                  <a:pt x="510065" y="21885"/>
                </a:lnTo>
                <a:close/>
                <a:lnTo>
                  <a:pt x="515444" y="19057"/>
                </a:lnTo>
                <a:close/>
                <a:lnTo>
                  <a:pt x="520679" y="16409"/>
                </a:lnTo>
                <a:close/>
                <a:lnTo>
                  <a:pt x="526070" y="14018"/>
                </a:lnTo>
                <a:close/>
                <a:lnTo>
                  <a:pt x="531625" y="11542"/>
                </a:lnTo>
                <a:close/>
                <a:lnTo>
                  <a:pt x="537248" y="8500"/>
                </a:lnTo>
                <a:close/>
                <a:lnTo>
                  <a:pt x="542851" y="4517"/>
                </a:lnTo>
                <a:close/>
                <a:lnTo>
                  <a:pt x="548405" y="848"/>
                </a:lnTo>
                <a:close/>
                <a:lnTo>
                  <a:pt x="553927" y="0"/>
                </a:lnTo>
                <a:close/>
                <a:lnTo>
                  <a:pt x="559436" y="4511"/>
                </a:lnTo>
                <a:close/>
                <a:lnTo>
                  <a:pt x="564951" y="16922"/>
                </a:lnTo>
                <a:close/>
                <a:lnTo>
                  <a:pt x="570490" y="39770"/>
                </a:lnTo>
                <a:close/>
                <a:lnTo>
                  <a:pt x="576072" y="75596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417956" y="1451610"/>
            <a:ext cx="462904" cy="197295"/>
          </a:xfrm>
          <a:custGeom>
            <a:avLst/>
            <a:gdLst/>
            <a:ahLst/>
            <a:cxnLst/>
            <a:rect l="l" t="t" r="r" b="b"/>
            <a:pathLst>
              <a:path w="462904" h="197295">
                <a:moveTo>
                  <a:pt x="462904" y="0"/>
                </a:moveTo>
                <a:lnTo>
                  <a:pt x="456391" y="414"/>
                </a:lnTo>
                <a:close/>
                <a:lnTo>
                  <a:pt x="450437" y="1388"/>
                </a:lnTo>
                <a:close/>
                <a:lnTo>
                  <a:pt x="444952" y="2830"/>
                </a:lnTo>
                <a:close/>
                <a:lnTo>
                  <a:pt x="439846" y="4651"/>
                </a:lnTo>
                <a:close/>
                <a:lnTo>
                  <a:pt x="435027" y="6760"/>
                </a:lnTo>
                <a:close/>
                <a:lnTo>
                  <a:pt x="430406" y="9066"/>
                </a:lnTo>
                <a:close/>
                <a:lnTo>
                  <a:pt x="425892" y="11479"/>
                </a:lnTo>
                <a:close/>
                <a:lnTo>
                  <a:pt x="421395" y="13909"/>
                </a:lnTo>
                <a:close/>
                <a:lnTo>
                  <a:pt x="416844" y="16286"/>
                </a:lnTo>
                <a:close/>
                <a:lnTo>
                  <a:pt x="412239" y="18608"/>
                </a:lnTo>
                <a:close/>
                <a:lnTo>
                  <a:pt x="407589" y="20885"/>
                </a:lnTo>
                <a:close/>
                <a:lnTo>
                  <a:pt x="402904" y="23128"/>
                </a:lnTo>
                <a:close/>
                <a:lnTo>
                  <a:pt x="398206" y="25356"/>
                </a:lnTo>
                <a:close/>
                <a:lnTo>
                  <a:pt x="393536" y="27613"/>
                </a:lnTo>
                <a:close/>
                <a:lnTo>
                  <a:pt x="388943" y="29948"/>
                </a:lnTo>
                <a:close/>
                <a:lnTo>
                  <a:pt x="384475" y="32408"/>
                </a:lnTo>
                <a:close/>
                <a:lnTo>
                  <a:pt x="380116" y="34977"/>
                </a:lnTo>
                <a:close/>
                <a:lnTo>
                  <a:pt x="375687" y="37475"/>
                </a:lnTo>
                <a:close/>
                <a:lnTo>
                  <a:pt x="370986" y="39701"/>
                </a:lnTo>
                <a:close/>
                <a:lnTo>
                  <a:pt x="365810" y="41451"/>
                </a:lnTo>
                <a:close/>
                <a:lnTo>
                  <a:pt x="360105" y="42671"/>
                </a:lnTo>
                <a:close/>
                <a:lnTo>
                  <a:pt x="354148" y="43640"/>
                </a:lnTo>
                <a:close/>
                <a:lnTo>
                  <a:pt x="348261" y="44681"/>
                </a:lnTo>
                <a:close/>
                <a:lnTo>
                  <a:pt x="342765" y="46117"/>
                </a:lnTo>
                <a:close/>
                <a:lnTo>
                  <a:pt x="337819" y="48106"/>
                </a:lnTo>
                <a:close/>
                <a:lnTo>
                  <a:pt x="333260" y="50480"/>
                </a:lnTo>
                <a:close/>
                <a:lnTo>
                  <a:pt x="328888" y="53032"/>
                </a:lnTo>
                <a:close/>
                <a:lnTo>
                  <a:pt x="324504" y="55557"/>
                </a:lnTo>
                <a:close/>
                <a:lnTo>
                  <a:pt x="319987" y="57939"/>
                </a:lnTo>
                <a:close/>
                <a:lnTo>
                  <a:pt x="315362" y="60223"/>
                </a:lnTo>
                <a:close/>
                <a:lnTo>
                  <a:pt x="310668" y="62470"/>
                </a:lnTo>
                <a:close/>
                <a:lnTo>
                  <a:pt x="305943" y="64741"/>
                </a:lnTo>
                <a:close/>
                <a:lnTo>
                  <a:pt x="301229" y="67061"/>
                </a:lnTo>
                <a:close/>
                <a:lnTo>
                  <a:pt x="296570" y="69395"/>
                </a:lnTo>
                <a:close/>
                <a:lnTo>
                  <a:pt x="292012" y="71705"/>
                </a:lnTo>
                <a:close/>
                <a:lnTo>
                  <a:pt x="287597" y="73952"/>
                </a:lnTo>
                <a:close/>
                <a:lnTo>
                  <a:pt x="283267" y="76149"/>
                </a:lnTo>
                <a:close/>
                <a:lnTo>
                  <a:pt x="278812" y="78388"/>
                </a:lnTo>
                <a:close/>
                <a:lnTo>
                  <a:pt x="274015" y="80764"/>
                </a:lnTo>
                <a:close/>
                <a:lnTo>
                  <a:pt x="268661" y="83369"/>
                </a:lnTo>
                <a:close/>
                <a:lnTo>
                  <a:pt x="262791" y="86112"/>
                </a:lnTo>
                <a:close/>
                <a:lnTo>
                  <a:pt x="256774" y="88662"/>
                </a:lnTo>
                <a:close/>
                <a:lnTo>
                  <a:pt x="251001" y="90676"/>
                </a:lnTo>
                <a:close/>
                <a:lnTo>
                  <a:pt x="245850" y="91824"/>
                </a:lnTo>
                <a:close/>
                <a:lnTo>
                  <a:pt x="241326" y="92302"/>
                </a:lnTo>
                <a:close/>
                <a:lnTo>
                  <a:pt x="236991" y="92918"/>
                </a:lnTo>
                <a:close/>
                <a:lnTo>
                  <a:pt x="232386" y="94515"/>
                </a:lnTo>
                <a:close/>
                <a:lnTo>
                  <a:pt x="227069" y="97895"/>
                </a:lnTo>
                <a:close/>
                <a:lnTo>
                  <a:pt x="221078" y="102884"/>
                </a:lnTo>
                <a:close/>
                <a:lnTo>
                  <a:pt x="214958" y="108272"/>
                </a:lnTo>
                <a:close/>
                <a:lnTo>
                  <a:pt x="209276" y="112800"/>
                </a:lnTo>
                <a:close/>
                <a:lnTo>
                  <a:pt x="204578" y="115268"/>
                </a:lnTo>
                <a:close/>
                <a:lnTo>
                  <a:pt x="200886" y="115629"/>
                </a:lnTo>
                <a:close/>
                <a:lnTo>
                  <a:pt x="197734" y="114937"/>
                </a:lnTo>
                <a:close/>
                <a:lnTo>
                  <a:pt x="194631" y="114289"/>
                </a:lnTo>
                <a:close/>
                <a:lnTo>
                  <a:pt x="191106" y="114735"/>
                </a:lnTo>
                <a:close/>
                <a:lnTo>
                  <a:pt x="186970" y="116515"/>
                </a:lnTo>
                <a:close/>
                <a:lnTo>
                  <a:pt x="182273" y="119170"/>
                </a:lnTo>
                <a:close/>
                <a:lnTo>
                  <a:pt x="177075" y="122220"/>
                </a:lnTo>
                <a:close/>
                <a:lnTo>
                  <a:pt x="171441" y="125202"/>
                </a:lnTo>
                <a:close/>
                <a:lnTo>
                  <a:pt x="165541" y="127876"/>
                </a:lnTo>
                <a:close/>
                <a:lnTo>
                  <a:pt x="159626" y="130174"/>
                </a:lnTo>
                <a:close/>
                <a:lnTo>
                  <a:pt x="153947" y="132036"/>
                </a:lnTo>
                <a:close/>
                <a:lnTo>
                  <a:pt x="148735" y="133415"/>
                </a:lnTo>
                <a:close/>
                <a:lnTo>
                  <a:pt x="143982" y="134459"/>
                </a:lnTo>
                <a:close/>
                <a:lnTo>
                  <a:pt x="139507" y="135450"/>
                </a:lnTo>
                <a:close/>
                <a:lnTo>
                  <a:pt x="135130" y="136673"/>
                </a:lnTo>
                <a:close/>
                <a:lnTo>
                  <a:pt x="130679" y="138389"/>
                </a:lnTo>
                <a:close/>
                <a:lnTo>
                  <a:pt x="126109" y="140578"/>
                </a:lnTo>
                <a:close/>
                <a:lnTo>
                  <a:pt x="121455" y="143047"/>
                </a:lnTo>
                <a:close/>
                <a:lnTo>
                  <a:pt x="116753" y="145601"/>
                </a:lnTo>
                <a:close/>
                <a:lnTo>
                  <a:pt x="112037" y="148058"/>
                </a:lnTo>
                <a:close/>
                <a:lnTo>
                  <a:pt x="107347" y="150390"/>
                </a:lnTo>
                <a:close/>
                <a:lnTo>
                  <a:pt x="102724" y="152653"/>
                </a:lnTo>
                <a:close/>
                <a:lnTo>
                  <a:pt x="98207" y="154904"/>
                </a:lnTo>
                <a:close/>
                <a:lnTo>
                  <a:pt x="93821" y="157191"/>
                </a:lnTo>
                <a:close/>
                <a:lnTo>
                  <a:pt x="89442" y="159513"/>
                </a:lnTo>
                <a:close/>
                <a:lnTo>
                  <a:pt x="84872" y="161839"/>
                </a:lnTo>
                <a:close/>
                <a:lnTo>
                  <a:pt x="79912" y="164138"/>
                </a:lnTo>
                <a:close/>
                <a:lnTo>
                  <a:pt x="74409" y="166389"/>
                </a:lnTo>
                <a:close/>
                <a:lnTo>
                  <a:pt x="68527" y="168629"/>
                </a:lnTo>
                <a:close/>
                <a:lnTo>
                  <a:pt x="62577" y="170922"/>
                </a:lnTo>
                <a:close/>
                <a:lnTo>
                  <a:pt x="56867" y="173335"/>
                </a:lnTo>
                <a:close/>
                <a:lnTo>
                  <a:pt x="51661" y="175902"/>
                </a:lnTo>
                <a:close/>
                <a:lnTo>
                  <a:pt x="46922" y="178470"/>
                </a:lnTo>
                <a:close/>
                <a:lnTo>
                  <a:pt x="42494" y="180811"/>
                </a:lnTo>
                <a:close/>
                <a:lnTo>
                  <a:pt x="38218" y="182695"/>
                </a:lnTo>
                <a:close/>
                <a:lnTo>
                  <a:pt x="33942" y="183967"/>
                </a:lnTo>
                <a:close/>
                <a:lnTo>
                  <a:pt x="29534" y="184887"/>
                </a:lnTo>
                <a:close/>
                <a:lnTo>
                  <a:pt x="24875" y="185863"/>
                </a:lnTo>
                <a:close/>
                <a:lnTo>
                  <a:pt x="19842" y="187304"/>
                </a:lnTo>
                <a:close/>
                <a:lnTo>
                  <a:pt x="14414" y="189499"/>
                </a:lnTo>
                <a:close/>
                <a:lnTo>
                  <a:pt x="9074" y="192119"/>
                </a:lnTo>
                <a:close/>
                <a:lnTo>
                  <a:pt x="4463" y="194640"/>
                </a:lnTo>
                <a:close/>
                <a:lnTo>
                  <a:pt x="1224" y="196540"/>
                </a:lnTo>
                <a:close/>
                <a:lnTo>
                  <a:pt x="0" y="197295"/>
                </a:lnTo>
                <a:close/>
                <a:lnTo>
                  <a:pt x="1435" y="196381"/>
                </a:lnTo>
                <a:close/>
                <a:lnTo>
                  <a:pt x="6170" y="193274"/>
                </a:lnTo>
                <a:close/>
                <a:lnTo>
                  <a:pt x="14848" y="187452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800" y="2418842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