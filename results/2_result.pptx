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06240.0" y="2571750.0"/>
            <a:ext cx="164592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834390.0"/>
            <a:ext cx="0.0" cy="210312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251960" y="133731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0"/>
                </a:moveTo>
                <a:lnTo>
                  <a:pt x="2632" y="2632"/>
                </a:lnTo>
                <a:close/>
                <a:lnTo>
                  <a:pt x="5216" y="5216"/>
                </a:lnTo>
                <a:close/>
                <a:lnTo>
                  <a:pt x="7800" y="7800"/>
                </a:lnTo>
                <a:close/>
                <a:lnTo>
                  <a:pt x="10397" y="10397"/>
                </a:lnTo>
                <a:close/>
                <a:lnTo>
                  <a:pt x="13023" y="13023"/>
                </a:lnTo>
                <a:close/>
                <a:lnTo>
                  <a:pt x="15598" y="15598"/>
                </a:lnTo>
                <a:close/>
                <a:lnTo>
                  <a:pt x="18209" y="18209"/>
                </a:lnTo>
                <a:close/>
                <a:lnTo>
                  <a:pt x="20825" y="20825"/>
                </a:lnTo>
                <a:close/>
                <a:lnTo>
                  <a:pt x="23399" y="23399"/>
                </a:lnTo>
                <a:close/>
                <a:lnTo>
                  <a:pt x="26021" y="26021"/>
                </a:lnTo>
                <a:close/>
                <a:lnTo>
                  <a:pt x="28624" y="28624"/>
                </a:lnTo>
                <a:close/>
                <a:lnTo>
                  <a:pt x="31201" y="31201"/>
                </a:lnTo>
                <a:close/>
                <a:lnTo>
                  <a:pt x="33832" y="33832"/>
                </a:lnTo>
                <a:close/>
                <a:lnTo>
                  <a:pt x="36423" y="36423"/>
                </a:lnTo>
                <a:close/>
                <a:lnTo>
                  <a:pt x="39007" y="39007"/>
                </a:lnTo>
                <a:close/>
                <a:lnTo>
                  <a:pt x="41640" y="41640"/>
                </a:lnTo>
                <a:close/>
                <a:lnTo>
                  <a:pt x="44221" y="44221"/>
                </a:lnTo>
                <a:close/>
                <a:lnTo>
                  <a:pt x="46817" y="46817"/>
                </a:lnTo>
                <a:close/>
                <a:lnTo>
                  <a:pt x="49445" y="49445"/>
                </a:lnTo>
                <a:close/>
                <a:lnTo>
                  <a:pt x="52020" y="52020"/>
                </a:lnTo>
                <a:close/>
                <a:lnTo>
                  <a:pt x="54628" y="54628"/>
                </a:lnTo>
                <a:close/>
                <a:lnTo>
                  <a:pt x="57247" y="57247"/>
                </a:lnTo>
                <a:close/>
                <a:lnTo>
                  <a:pt x="59821" y="59821"/>
                </a:lnTo>
                <a:close/>
                <a:lnTo>
                  <a:pt x="62440" y="62440"/>
                </a:lnTo>
                <a:close/>
                <a:lnTo>
                  <a:pt x="65047" y="65047"/>
                </a:lnTo>
                <a:close/>
                <a:lnTo>
                  <a:pt x="67623" y="67623"/>
                </a:lnTo>
                <a:close/>
                <a:lnTo>
                  <a:pt x="70251" y="70251"/>
                </a:lnTo>
                <a:close/>
                <a:lnTo>
                  <a:pt x="72846" y="72846"/>
                </a:lnTo>
                <a:close/>
                <a:lnTo>
                  <a:pt x="75428" y="75428"/>
                </a:lnTo>
                <a:close/>
                <a:lnTo>
                  <a:pt x="78060" y="78060"/>
                </a:lnTo>
                <a:close/>
                <a:lnTo>
                  <a:pt x="80644" y="80644"/>
                </a:lnTo>
                <a:close/>
                <a:lnTo>
                  <a:pt x="83236" y="83236"/>
                </a:lnTo>
                <a:close/>
                <a:lnTo>
                  <a:pt x="85866" y="85866"/>
                </a:lnTo>
                <a:close/>
                <a:lnTo>
                  <a:pt x="88443" y="88443"/>
                </a:lnTo>
                <a:close/>
                <a:lnTo>
                  <a:pt x="91047" y="91047"/>
                </a:lnTo>
                <a:close/>
                <a:lnTo>
                  <a:pt x="93669" y="93669"/>
                </a:lnTo>
                <a:close/>
                <a:lnTo>
                  <a:pt x="96243" y="96243"/>
                </a:lnTo>
                <a:close/>
                <a:lnTo>
                  <a:pt x="98859" y="98859"/>
                </a:lnTo>
                <a:close/>
                <a:lnTo>
                  <a:pt x="101470" y="101470"/>
                </a:lnTo>
                <a:close/>
                <a:lnTo>
                  <a:pt x="104044" y="104044"/>
                </a:lnTo>
                <a:close/>
                <a:lnTo>
                  <a:pt x="106670" y="106670"/>
                </a:lnTo>
                <a:close/>
                <a:lnTo>
                  <a:pt x="109269" y="109269"/>
                </a:lnTo>
                <a:close/>
                <a:lnTo>
                  <a:pt x="111848" y="111848"/>
                </a:lnTo>
                <a:close/>
                <a:lnTo>
                  <a:pt x="114480" y="114480"/>
                </a:lnTo>
                <a:close/>
                <a:lnTo>
                  <a:pt x="117067" y="117067"/>
                </a:lnTo>
                <a:close/>
                <a:lnTo>
                  <a:pt x="119655" y="119655"/>
                </a:lnTo>
                <a:close/>
                <a:lnTo>
                  <a:pt x="122287" y="122287"/>
                </a:lnTo>
                <a:close/>
                <a:lnTo>
                  <a:pt x="124866" y="124866"/>
                </a:lnTo>
                <a:close/>
                <a:lnTo>
                  <a:pt x="127466" y="127466"/>
                </a:lnTo>
                <a:close/>
                <a:lnTo>
                  <a:pt x="130091" y="130091"/>
                </a:lnTo>
                <a:close/>
                <a:lnTo>
                  <a:pt x="132665" y="132665"/>
                </a:lnTo>
                <a:close/>
                <a:lnTo>
                  <a:pt x="135277" y="135277"/>
                </a:lnTo>
                <a:close/>
                <a:lnTo>
                  <a:pt x="137892" y="137892"/>
                </a:lnTo>
                <a:close/>
                <a:lnTo>
                  <a:pt x="140466" y="140466"/>
                </a:lnTo>
                <a:close/>
                <a:lnTo>
                  <a:pt x="143089" y="143089"/>
                </a:lnTo>
                <a:close/>
                <a:lnTo>
                  <a:pt x="145692" y="145692"/>
                </a:lnTo>
                <a:close/>
                <a:lnTo>
                  <a:pt x="148269" y="148269"/>
                </a:lnTo>
                <a:close/>
                <a:lnTo>
                  <a:pt x="150900" y="150900"/>
                </a:lnTo>
                <a:close/>
                <a:lnTo>
                  <a:pt x="153490" y="153490"/>
                </a:lnTo>
                <a:close/>
                <a:lnTo>
                  <a:pt x="156075" y="156075"/>
                </a:lnTo>
                <a:close/>
                <a:lnTo>
                  <a:pt x="158708" y="158708"/>
                </a:lnTo>
                <a:close/>
                <a:lnTo>
                  <a:pt x="161289" y="161289"/>
                </a:lnTo>
                <a:close/>
                <a:lnTo>
                  <a:pt x="163885" y="163885"/>
                </a:lnTo>
                <a:close/>
                <a:lnTo>
                  <a:pt x="166512" y="166512"/>
                </a:lnTo>
                <a:close/>
                <a:lnTo>
                  <a:pt x="169088" y="169088"/>
                </a:lnTo>
                <a:close/>
                <a:lnTo>
                  <a:pt x="171696" y="171696"/>
                </a:lnTo>
                <a:close/>
                <a:lnTo>
                  <a:pt x="174314" y="174314"/>
                </a:lnTo>
                <a:close/>
                <a:lnTo>
                  <a:pt x="176888" y="176888"/>
                </a:lnTo>
                <a:close/>
                <a:lnTo>
                  <a:pt x="179508" y="179508"/>
                </a:lnTo>
                <a:close/>
                <a:lnTo>
                  <a:pt x="182114" y="182114"/>
                </a:lnTo>
                <a:close/>
                <a:lnTo>
                  <a:pt x="184690" y="184690"/>
                </a:lnTo>
                <a:close/>
                <a:lnTo>
                  <a:pt x="187319" y="187319"/>
                </a:lnTo>
                <a:close/>
                <a:lnTo>
                  <a:pt x="189913" y="189913"/>
                </a:lnTo>
                <a:close/>
                <a:lnTo>
                  <a:pt x="192495" y="192495"/>
                </a:lnTo>
                <a:close/>
                <a:lnTo>
                  <a:pt x="195128" y="195128"/>
                </a:lnTo>
                <a:close/>
                <a:lnTo>
                  <a:pt x="197712" y="197712"/>
                </a:lnTo>
                <a:close/>
                <a:lnTo>
                  <a:pt x="200304" y="200304"/>
                </a:lnTo>
                <a:close/>
                <a:lnTo>
                  <a:pt x="202934" y="202934"/>
                </a:lnTo>
                <a:close/>
                <a:lnTo>
                  <a:pt x="205510" y="205510"/>
                </a:lnTo>
                <a:close/>
                <a:lnTo>
                  <a:pt x="208115" y="208115"/>
                </a:lnTo>
                <a:close/>
                <a:lnTo>
                  <a:pt x="210737" y="210737"/>
                </a:lnTo>
                <a:close/>
                <a:lnTo>
                  <a:pt x="213310" y="213310"/>
                </a:lnTo>
                <a:close/>
                <a:lnTo>
                  <a:pt x="215927" y="215927"/>
                </a:lnTo>
                <a:close/>
                <a:lnTo>
                  <a:pt x="218537" y="218537"/>
                </a:lnTo>
                <a:close/>
                <a:lnTo>
                  <a:pt x="221112" y="221112"/>
                </a:lnTo>
                <a:close/>
                <a:lnTo>
                  <a:pt x="223738" y="223738"/>
                </a:lnTo>
                <a:close/>
                <a:lnTo>
                  <a:pt x="226336" y="226336"/>
                </a:lnTo>
                <a:close/>
                <a:lnTo>
                  <a:pt x="228916" y="228916"/>
                </a:lnTo>
                <a:close/>
                <a:lnTo>
                  <a:pt x="231548" y="231548"/>
                </a:lnTo>
                <a:close/>
                <a:lnTo>
                  <a:pt x="234135" y="234135"/>
                </a:lnTo>
                <a:close/>
                <a:lnTo>
                  <a:pt x="236723" y="236723"/>
                </a:lnTo>
                <a:close/>
                <a:lnTo>
                  <a:pt x="239355" y="239355"/>
                </a:lnTo>
                <a:close/>
                <a:lnTo>
                  <a:pt x="241933" y="241933"/>
                </a:lnTo>
                <a:close/>
                <a:lnTo>
                  <a:pt x="244534" y="244534"/>
                </a:lnTo>
                <a:close/>
                <a:lnTo>
                  <a:pt x="247158" y="247158"/>
                </a:lnTo>
                <a:close/>
                <a:lnTo>
                  <a:pt x="249733" y="249733"/>
                </a:lnTo>
                <a:close/>
                <a:lnTo>
                  <a:pt x="252345" y="252345"/>
                </a:lnTo>
                <a:close/>
                <a:lnTo>
                  <a:pt x="254960" y="254960"/>
                </a:lnTo>
                <a:close/>
                <a:lnTo>
                  <a:pt x="257534" y="257534"/>
                </a:lnTo>
                <a:close/>
                <a:lnTo>
                  <a:pt x="260157" y="260157"/>
                </a:lnTo>
                <a:close/>
                <a:lnTo>
                  <a:pt x="262759" y="262759"/>
                </a:lnTo>
                <a:close/>
                <a:lnTo>
                  <a:pt x="265337" y="265337"/>
                </a:lnTo>
                <a:close/>
                <a:lnTo>
                  <a:pt x="267968" y="267968"/>
                </a:lnTo>
                <a:close/>
                <a:lnTo>
                  <a:pt x="270558" y="270558"/>
                </a:lnTo>
                <a:close/>
                <a:lnTo>
                  <a:pt x="273143" y="273143"/>
                </a:lnTo>
                <a:close/>
                <a:lnTo>
                  <a:pt x="275776" y="275776"/>
                </a:lnTo>
                <a:close/>
                <a:lnTo>
                  <a:pt x="278356" y="278356"/>
                </a:lnTo>
                <a:close/>
                <a:lnTo>
                  <a:pt x="280953" y="280953"/>
                </a:lnTo>
                <a:close/>
                <a:lnTo>
                  <a:pt x="283580" y="283580"/>
                </a:lnTo>
                <a:close/>
                <a:lnTo>
                  <a:pt x="286155" y="286155"/>
                </a:lnTo>
                <a:close/>
                <a:lnTo>
                  <a:pt x="288764" y="288764"/>
                </a:lnTo>
                <a:close/>
                <a:lnTo>
                  <a:pt x="291382" y="291382"/>
                </a:lnTo>
                <a:close/>
                <a:lnTo>
                  <a:pt x="293956" y="293956"/>
                </a:lnTo>
                <a:close/>
                <a:lnTo>
                  <a:pt x="296576" y="296576"/>
                </a:lnTo>
                <a:close/>
                <a:lnTo>
                  <a:pt x="299182" y="299182"/>
                </a:lnTo>
                <a:close/>
                <a:lnTo>
                  <a:pt x="301758" y="301758"/>
                </a:lnTo>
                <a:close/>
                <a:lnTo>
                  <a:pt x="304387" y="304387"/>
                </a:lnTo>
                <a:close/>
                <a:lnTo>
                  <a:pt x="306981" y="306981"/>
                </a:lnTo>
                <a:close/>
                <a:lnTo>
                  <a:pt x="309563" y="309563"/>
                </a:lnTo>
                <a:close/>
                <a:lnTo>
                  <a:pt x="312196" y="312196"/>
                </a:lnTo>
                <a:close/>
                <a:lnTo>
                  <a:pt x="314779" y="314779"/>
                </a:lnTo>
                <a:close/>
                <a:lnTo>
                  <a:pt x="317372" y="317372"/>
                </a:lnTo>
                <a:close/>
                <a:lnTo>
                  <a:pt x="320001" y="320001"/>
                </a:lnTo>
                <a:close/>
                <a:lnTo>
                  <a:pt x="322578" y="322578"/>
                </a:lnTo>
                <a:close/>
                <a:lnTo>
                  <a:pt x="325183" y="325183"/>
                </a:lnTo>
                <a:close/>
                <a:lnTo>
                  <a:pt x="327804" y="327804"/>
                </a:lnTo>
                <a:close/>
                <a:lnTo>
                  <a:pt x="330378" y="330378"/>
                </a:lnTo>
                <a:close/>
                <a:lnTo>
                  <a:pt x="332995" y="332995"/>
                </a:lnTo>
                <a:close/>
                <a:lnTo>
                  <a:pt x="335605" y="335605"/>
                </a:lnTo>
                <a:close/>
                <a:lnTo>
                  <a:pt x="338179" y="338179"/>
                </a:lnTo>
                <a:close/>
                <a:lnTo>
                  <a:pt x="340806" y="340806"/>
                </a:lnTo>
                <a:close/>
                <a:lnTo>
                  <a:pt x="343404" y="343404"/>
                </a:lnTo>
                <a:close/>
                <a:lnTo>
                  <a:pt x="345984" y="345984"/>
                </a:lnTo>
                <a:close/>
                <a:lnTo>
                  <a:pt x="348616" y="348616"/>
                </a:lnTo>
                <a:close/>
                <a:lnTo>
                  <a:pt x="351202" y="351202"/>
                </a:lnTo>
                <a:close/>
                <a:lnTo>
                  <a:pt x="353791" y="353791"/>
                </a:lnTo>
                <a:close/>
                <a:lnTo>
                  <a:pt x="356423" y="356423"/>
                </a:lnTo>
                <a:close/>
                <a:lnTo>
                  <a:pt x="359001" y="359001"/>
                </a:lnTo>
                <a:close/>
                <a:lnTo>
                  <a:pt x="361602" y="361602"/>
                </a:lnTo>
                <a:close/>
                <a:lnTo>
                  <a:pt x="364226" y="364226"/>
                </a:lnTo>
                <a:close/>
                <a:lnTo>
                  <a:pt x="366800" y="366800"/>
                </a:lnTo>
                <a:close/>
                <a:lnTo>
                  <a:pt x="369413" y="369413"/>
                </a:lnTo>
                <a:close/>
                <a:lnTo>
                  <a:pt x="372027" y="372027"/>
                </a:lnTo>
                <a:close/>
                <a:lnTo>
                  <a:pt x="374601" y="374601"/>
                </a:lnTo>
                <a:close/>
                <a:lnTo>
                  <a:pt x="377225" y="377225"/>
                </a:lnTo>
                <a:close/>
                <a:lnTo>
                  <a:pt x="379826" y="379826"/>
                </a:lnTo>
                <a:close/>
                <a:lnTo>
                  <a:pt x="382404" y="382404"/>
                </a:lnTo>
                <a:close/>
                <a:lnTo>
                  <a:pt x="385036" y="385036"/>
                </a:lnTo>
                <a:close/>
                <a:lnTo>
                  <a:pt x="387625" y="387625"/>
                </a:lnTo>
                <a:close/>
                <a:lnTo>
                  <a:pt x="390211" y="390211"/>
                </a:lnTo>
                <a:close/>
                <a:lnTo>
                  <a:pt x="392843" y="392843"/>
                </a:lnTo>
                <a:close/>
                <a:lnTo>
                  <a:pt x="395424" y="395424"/>
                </a:lnTo>
                <a:close/>
                <a:lnTo>
                  <a:pt x="398021" y="398021"/>
                </a:lnTo>
                <a:close/>
                <a:lnTo>
                  <a:pt x="400648" y="400648"/>
                </a:lnTo>
                <a:close/>
                <a:lnTo>
                  <a:pt x="403223" y="403223"/>
                </a:lnTo>
                <a:close/>
                <a:lnTo>
                  <a:pt x="405832" y="405832"/>
                </a:lnTo>
                <a:close/>
                <a:lnTo>
                  <a:pt x="408449" y="408449"/>
                </a:lnTo>
                <a:close/>
                <a:lnTo>
                  <a:pt x="411023" y="411023"/>
                </a:lnTo>
                <a:close/>
                <a:lnTo>
                  <a:pt x="413644" y="413644"/>
                </a:lnTo>
                <a:close/>
                <a:lnTo>
                  <a:pt x="416249" y="416249"/>
                </a:lnTo>
                <a:close/>
                <a:lnTo>
                  <a:pt x="418826" y="418826"/>
                </a:lnTo>
                <a:close/>
                <a:lnTo>
                  <a:pt x="421455" y="421455"/>
                </a:lnTo>
                <a:close/>
                <a:lnTo>
                  <a:pt x="424048" y="424048"/>
                </a:lnTo>
                <a:close/>
                <a:lnTo>
                  <a:pt x="426631" y="426631"/>
                </a:lnTo>
                <a:close/>
                <a:lnTo>
                  <a:pt x="429264" y="429264"/>
                </a:lnTo>
                <a:close/>
                <a:lnTo>
                  <a:pt x="431846" y="431846"/>
                </a:lnTo>
                <a:close/>
                <a:lnTo>
                  <a:pt x="434440" y="434440"/>
                </a:lnTo>
                <a:close/>
                <a:lnTo>
                  <a:pt x="437069" y="437069"/>
                </a:lnTo>
                <a:close/>
                <a:lnTo>
                  <a:pt x="439645" y="439645"/>
                </a:lnTo>
                <a:close/>
                <a:lnTo>
                  <a:pt x="442251" y="442251"/>
                </a:lnTo>
                <a:close/>
                <a:lnTo>
                  <a:pt x="444872" y="444872"/>
                </a:lnTo>
                <a:close/>
                <a:lnTo>
                  <a:pt x="447445" y="447445"/>
                </a:lnTo>
                <a:close/>
                <a:lnTo>
                  <a:pt x="450063" y="450063"/>
                </a:lnTo>
                <a:close/>
                <a:lnTo>
                  <a:pt x="452672" y="452672"/>
                </a:lnTo>
                <a:close/>
                <a:lnTo>
                  <a:pt x="455247" y="455247"/>
                </a:lnTo>
                <a:close/>
                <a:lnTo>
                  <a:pt x="457874" y="457874"/>
                </a:lnTo>
                <a:close/>
                <a:lnTo>
                  <a:pt x="460471" y="460471"/>
                </a:lnTo>
                <a:close/>
                <a:lnTo>
                  <a:pt x="463051" y="463051"/>
                </a:lnTo>
                <a:close/>
                <a:lnTo>
                  <a:pt x="465684" y="465684"/>
                </a:lnTo>
                <a:close/>
                <a:lnTo>
                  <a:pt x="468269" y="468269"/>
                </a:lnTo>
                <a:close/>
                <a:lnTo>
                  <a:pt x="470859" y="470859"/>
                </a:lnTo>
                <a:close/>
                <a:lnTo>
                  <a:pt x="473490" y="473490"/>
                </a:lnTo>
                <a:close/>
                <a:lnTo>
                  <a:pt x="476068" y="476068"/>
                </a:lnTo>
                <a:close/>
                <a:lnTo>
                  <a:pt x="478670" y="478670"/>
                </a:lnTo>
                <a:close/>
                <a:lnTo>
                  <a:pt x="481294" y="481294"/>
                </a:lnTo>
                <a:close/>
                <a:lnTo>
                  <a:pt x="483868" y="483868"/>
                </a:lnTo>
                <a:close/>
                <a:lnTo>
                  <a:pt x="486482" y="486482"/>
                </a:lnTo>
                <a:close/>
                <a:lnTo>
                  <a:pt x="489094" y="489094"/>
                </a:lnTo>
                <a:close/>
                <a:lnTo>
                  <a:pt x="491669" y="491669"/>
                </a:lnTo>
                <a:close/>
                <a:lnTo>
                  <a:pt x="494293" y="494293"/>
                </a:lnTo>
                <a:close/>
                <a:lnTo>
                  <a:pt x="496894" y="496894"/>
                </a:lnTo>
                <a:close/>
                <a:lnTo>
                  <a:pt x="499472" y="499472"/>
                </a:lnTo>
                <a:close/>
                <a:lnTo>
                  <a:pt x="502104" y="502104"/>
                </a:lnTo>
                <a:close/>
                <a:lnTo>
                  <a:pt x="504692" y="504692"/>
                </a:lnTo>
                <a:close/>
                <a:lnTo>
                  <a:pt x="507279" y="507279"/>
                </a:lnTo>
                <a:close/>
                <a:lnTo>
                  <a:pt x="509911" y="509911"/>
                </a:lnTo>
                <a:close/>
                <a:lnTo>
                  <a:pt x="512491" y="512491"/>
                </a:lnTo>
                <a:close/>
                <a:lnTo>
                  <a:pt x="515088" y="515088"/>
                </a:lnTo>
                <a:close/>
                <a:lnTo>
                  <a:pt x="517715" y="517715"/>
                </a:lnTo>
                <a:close/>
                <a:lnTo>
                  <a:pt x="520290" y="520290"/>
                </a:lnTo>
                <a:close/>
                <a:lnTo>
                  <a:pt x="522900" y="522900"/>
                </a:lnTo>
                <a:close/>
                <a:lnTo>
                  <a:pt x="525517" y="525517"/>
                </a:lnTo>
                <a:close/>
                <a:lnTo>
                  <a:pt x="528091" y="528091"/>
                </a:lnTo>
                <a:close/>
                <a:lnTo>
                  <a:pt x="530712" y="530712"/>
                </a:lnTo>
                <a:close/>
                <a:lnTo>
                  <a:pt x="533317" y="533317"/>
                </a:lnTo>
                <a:close/>
                <a:lnTo>
                  <a:pt x="535893" y="535893"/>
                </a:lnTo>
                <a:close/>
                <a:lnTo>
                  <a:pt x="538523" y="538523"/>
                </a:lnTo>
                <a:close/>
                <a:lnTo>
                  <a:pt x="541115" y="541115"/>
                </a:lnTo>
                <a:close/>
                <a:lnTo>
                  <a:pt x="543699" y="543699"/>
                </a:lnTo>
                <a:close/>
                <a:lnTo>
                  <a:pt x="546332" y="546332"/>
                </a:lnTo>
                <a:close/>
                <a:lnTo>
                  <a:pt x="548914" y="548914"/>
                </a:lnTo>
                <a:close/>
                <a:lnTo>
                  <a:pt x="551508" y="551508"/>
                </a:lnTo>
                <a:close/>
                <a:lnTo>
                  <a:pt x="554137" y="554137"/>
                </a:lnTo>
                <a:close/>
                <a:lnTo>
                  <a:pt x="556713" y="556713"/>
                </a:lnTo>
                <a:close/>
                <a:lnTo>
                  <a:pt x="559319" y="559319"/>
                </a:lnTo>
                <a:close/>
                <a:lnTo>
                  <a:pt x="561939" y="561939"/>
                </a:lnTo>
                <a:close/>
                <a:lnTo>
                  <a:pt x="564513" y="564513"/>
                </a:lnTo>
                <a:close/>
                <a:lnTo>
                  <a:pt x="567131" y="567131"/>
                </a:lnTo>
                <a:close/>
                <a:lnTo>
                  <a:pt x="569739" y="569739"/>
                </a:lnTo>
                <a:close/>
                <a:lnTo>
                  <a:pt x="572315" y="572315"/>
                </a:lnTo>
                <a:close/>
                <a:lnTo>
                  <a:pt x="574942" y="574942"/>
                </a:lnTo>
                <a:close/>
                <a:lnTo>
                  <a:pt x="577538" y="577538"/>
                </a:lnTo>
                <a:close/>
                <a:lnTo>
                  <a:pt x="580119" y="580119"/>
                </a:lnTo>
                <a:close/>
                <a:lnTo>
                  <a:pt x="582752" y="582752"/>
                </a:lnTo>
                <a:close/>
                <a:lnTo>
                  <a:pt x="585337" y="585337"/>
                </a:lnTo>
                <a:close/>
                <a:lnTo>
                  <a:pt x="587927" y="587927"/>
                </a:lnTo>
                <a:close/>
                <a:lnTo>
                  <a:pt x="590558" y="590558"/>
                </a:lnTo>
                <a:close/>
                <a:lnTo>
                  <a:pt x="593135" y="593135"/>
                </a:lnTo>
                <a:close/>
                <a:lnTo>
                  <a:pt x="595738" y="595738"/>
                </a:lnTo>
                <a:close/>
                <a:lnTo>
                  <a:pt x="598361" y="598361"/>
                </a:lnTo>
                <a:close/>
                <a:lnTo>
                  <a:pt x="600935" y="600935"/>
                </a:lnTo>
                <a:close/>
                <a:lnTo>
                  <a:pt x="603550" y="603550"/>
                </a:lnTo>
                <a:close/>
                <a:lnTo>
                  <a:pt x="606162" y="606162"/>
                </a:lnTo>
                <a:close/>
                <a:lnTo>
                  <a:pt x="608736" y="608736"/>
                </a:lnTo>
                <a:close/>
                <a:lnTo>
                  <a:pt x="611361" y="611361"/>
                </a:lnTo>
                <a:close/>
                <a:lnTo>
                  <a:pt x="613961" y="613961"/>
                </a:lnTo>
                <a:close/>
                <a:lnTo>
                  <a:pt x="616540" y="616540"/>
                </a:lnTo>
                <a:close/>
                <a:lnTo>
                  <a:pt x="619172" y="619172"/>
                </a:lnTo>
                <a:close/>
                <a:lnTo>
                  <a:pt x="621760" y="621760"/>
                </a:lnTo>
                <a:close/>
                <a:lnTo>
                  <a:pt x="624347" y="624347"/>
                </a:lnTo>
                <a:close/>
                <a:lnTo>
                  <a:pt x="626979" y="626979"/>
                </a:lnTo>
                <a:close/>
                <a:lnTo>
                  <a:pt x="629558" y="629558"/>
                </a:lnTo>
                <a:close/>
                <a:lnTo>
                  <a:pt x="632156" y="632156"/>
                </a:lnTo>
                <a:close/>
                <a:lnTo>
                  <a:pt x="634783" y="634783"/>
                </a:lnTo>
                <a:close/>
                <a:lnTo>
                  <a:pt x="637357" y="637357"/>
                </a:lnTo>
                <a:close/>
                <a:lnTo>
                  <a:pt x="639968" y="639968"/>
                </a:lnTo>
                <a:close/>
                <a:lnTo>
                  <a:pt x="642584" y="642584"/>
                </a:lnTo>
                <a:close/>
                <a:lnTo>
                  <a:pt x="645158" y="645158"/>
                </a:lnTo>
                <a:close/>
                <a:lnTo>
                  <a:pt x="647780" y="647780"/>
                </a:lnTo>
                <a:close/>
                <a:lnTo>
                  <a:pt x="650384" y="650384"/>
                </a:lnTo>
                <a:close/>
                <a:lnTo>
                  <a:pt x="652961" y="652961"/>
                </a:lnTo>
                <a:close/>
                <a:lnTo>
                  <a:pt x="655591" y="655591"/>
                </a:lnTo>
                <a:close/>
                <a:lnTo>
                  <a:pt x="658183" y="658183"/>
                </a:lnTo>
                <a:close/>
                <a:lnTo>
                  <a:pt x="660767" y="660767"/>
                </a:lnTo>
                <a:close/>
                <a:lnTo>
                  <a:pt x="663399" y="663399"/>
                </a:lnTo>
                <a:close/>
                <a:lnTo>
                  <a:pt x="665981" y="665981"/>
                </a:lnTo>
                <a:close/>
                <a:lnTo>
                  <a:pt x="668576" y="668576"/>
                </a:lnTo>
                <a:close/>
                <a:lnTo>
                  <a:pt x="671204" y="671204"/>
                </a:lnTo>
                <a:close/>
                <a:lnTo>
                  <a:pt x="673780" y="673780"/>
                </a:lnTo>
                <a:close/>
                <a:lnTo>
                  <a:pt x="676387" y="676387"/>
                </a:lnTo>
                <a:close/>
                <a:lnTo>
                  <a:pt x="679007" y="679007"/>
                </a:lnTo>
                <a:close/>
                <a:lnTo>
                  <a:pt x="681580" y="681580"/>
                </a:lnTo>
                <a:close/>
                <a:lnTo>
                  <a:pt x="684199" y="684199"/>
                </a:lnTo>
                <a:close/>
                <a:lnTo>
                  <a:pt x="686807" y="686807"/>
                </a:lnTo>
                <a:close/>
                <a:lnTo>
                  <a:pt x="689382" y="689382"/>
                </a:lnTo>
                <a:close/>
                <a:lnTo>
                  <a:pt x="692010" y="692010"/>
                </a:lnTo>
                <a:close/>
                <a:lnTo>
                  <a:pt x="694606" y="694606"/>
                </a:lnTo>
                <a:close/>
                <a:lnTo>
                  <a:pt x="697187" y="697187"/>
                </a:lnTo>
                <a:close/>
                <a:lnTo>
                  <a:pt x="699820" y="699820"/>
                </a:lnTo>
                <a:close/>
                <a:lnTo>
                  <a:pt x="702404" y="702404"/>
                </a:lnTo>
                <a:close/>
                <a:lnTo>
                  <a:pt x="704995" y="704995"/>
                </a:lnTo>
                <a:close/>
                <a:lnTo>
                  <a:pt x="707626" y="707626"/>
                </a:lnTo>
                <a:close/>
                <a:lnTo>
                  <a:pt x="710203" y="710203"/>
                </a:lnTo>
                <a:close/>
                <a:lnTo>
                  <a:pt x="712806" y="712806"/>
                </a:lnTo>
                <a:close/>
                <a:lnTo>
                  <a:pt x="715429" y="715429"/>
                </a:lnTo>
                <a:close/>
                <a:lnTo>
                  <a:pt x="718002" y="718002"/>
                </a:lnTo>
                <a:close/>
                <a:lnTo>
                  <a:pt x="720618" y="720618"/>
                </a:lnTo>
                <a:close/>
                <a:lnTo>
                  <a:pt x="723229" y="723229"/>
                </a:lnTo>
                <a:close/>
                <a:lnTo>
                  <a:pt x="725804" y="725804"/>
                </a:lnTo>
                <a:close/>
                <a:lnTo>
                  <a:pt x="728429" y="728429"/>
                </a:lnTo>
                <a:close/>
                <a:lnTo>
                  <a:pt x="731029" y="731029"/>
                </a:lnTo>
                <a:close/>
                <a:lnTo>
                  <a:pt x="733608" y="733608"/>
                </a:lnTo>
                <a:close/>
                <a:lnTo>
                  <a:pt x="736239" y="736239"/>
                </a:lnTo>
                <a:close/>
                <a:lnTo>
                  <a:pt x="738827" y="738827"/>
                </a:lnTo>
                <a:close/>
                <a:lnTo>
                  <a:pt x="741414" y="741414"/>
                </a:lnTo>
                <a:close/>
                <a:lnTo>
                  <a:pt x="744047" y="744047"/>
                </a:lnTo>
                <a:close/>
                <a:lnTo>
                  <a:pt x="746626" y="746626"/>
                </a:lnTo>
                <a:close/>
                <a:lnTo>
                  <a:pt x="749224" y="749224"/>
                </a:lnTo>
                <a:close/>
                <a:lnTo>
                  <a:pt x="751850" y="751850"/>
                </a:lnTo>
                <a:close/>
                <a:lnTo>
                  <a:pt x="754425" y="754425"/>
                </a:lnTo>
                <a:close/>
                <a:lnTo>
                  <a:pt x="757036" y="757036"/>
                </a:lnTo>
                <a:close/>
                <a:lnTo>
                  <a:pt x="759652" y="759652"/>
                </a:lnTo>
                <a:close/>
                <a:lnTo>
                  <a:pt x="762226" y="762226"/>
                </a:lnTo>
                <a:close/>
                <a:lnTo>
                  <a:pt x="764848" y="764848"/>
                </a:lnTo>
                <a:close/>
                <a:lnTo>
                  <a:pt x="767451" y="767451"/>
                </a:lnTo>
                <a:close/>
                <a:lnTo>
                  <a:pt x="770030" y="770030"/>
                </a:lnTo>
                <a:close/>
                <a:lnTo>
                  <a:pt x="772654" y="772654"/>
                </a:lnTo>
                <a:close/>
                <a:lnTo>
                  <a:pt x="775260" y="775260"/>
                </a:lnTo>
                <a:close/>
                <a:lnTo>
                  <a:pt x="777240" y="777240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029200" y="88011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2578" y="774662"/>
                </a:lnTo>
                <a:close/>
                <a:lnTo>
                  <a:pt x="5184" y="772056"/>
                </a:lnTo>
                <a:close/>
                <a:lnTo>
                  <a:pt x="7801" y="769439"/>
                </a:lnTo>
                <a:close/>
                <a:lnTo>
                  <a:pt x="10413" y="766827"/>
                </a:lnTo>
                <a:close/>
                <a:lnTo>
                  <a:pt x="13010" y="764230"/>
                </a:lnTo>
                <a:close/>
                <a:lnTo>
                  <a:pt x="15596" y="761644"/>
                </a:lnTo>
                <a:close/>
                <a:lnTo>
                  <a:pt x="18183" y="759057"/>
                </a:lnTo>
                <a:close/>
                <a:lnTo>
                  <a:pt x="20781" y="756459"/>
                </a:lnTo>
                <a:close/>
                <a:lnTo>
                  <a:pt x="23396" y="753844"/>
                </a:lnTo>
                <a:close/>
                <a:lnTo>
                  <a:pt x="26010" y="751230"/>
                </a:lnTo>
                <a:close/>
                <a:lnTo>
                  <a:pt x="28607" y="748633"/>
                </a:lnTo>
                <a:close/>
                <a:lnTo>
                  <a:pt x="31193" y="746047"/>
                </a:lnTo>
                <a:close/>
                <a:lnTo>
                  <a:pt x="33779" y="743461"/>
                </a:lnTo>
                <a:close/>
                <a:lnTo>
                  <a:pt x="36378" y="740862"/>
                </a:lnTo>
                <a:close/>
                <a:lnTo>
                  <a:pt x="38993" y="738247"/>
                </a:lnTo>
                <a:close/>
                <a:lnTo>
                  <a:pt x="41607" y="735633"/>
                </a:lnTo>
                <a:close/>
                <a:lnTo>
                  <a:pt x="44204" y="733036"/>
                </a:lnTo>
                <a:close/>
                <a:lnTo>
                  <a:pt x="46789" y="730451"/>
                </a:lnTo>
                <a:close/>
                <a:lnTo>
                  <a:pt x="49376" y="727864"/>
                </a:lnTo>
                <a:close/>
                <a:lnTo>
                  <a:pt x="51975" y="725265"/>
                </a:lnTo>
                <a:close/>
                <a:lnTo>
                  <a:pt x="54590" y="722650"/>
                </a:lnTo>
                <a:close/>
                <a:lnTo>
                  <a:pt x="57204" y="720036"/>
                </a:lnTo>
                <a:close/>
                <a:lnTo>
                  <a:pt x="59800" y="717440"/>
                </a:lnTo>
                <a:close/>
                <a:lnTo>
                  <a:pt x="62386" y="714854"/>
                </a:lnTo>
                <a:close/>
                <a:lnTo>
                  <a:pt x="64973" y="712267"/>
                </a:lnTo>
                <a:close/>
                <a:lnTo>
                  <a:pt x="67572" y="709668"/>
                </a:lnTo>
                <a:close/>
                <a:lnTo>
                  <a:pt x="70187" y="707053"/>
                </a:lnTo>
                <a:close/>
                <a:lnTo>
                  <a:pt x="72801" y="704439"/>
                </a:lnTo>
                <a:close/>
                <a:lnTo>
                  <a:pt x="75397" y="701843"/>
                </a:lnTo>
                <a:close/>
                <a:lnTo>
                  <a:pt x="77982" y="699258"/>
                </a:lnTo>
                <a:close/>
                <a:lnTo>
                  <a:pt x="80569" y="696671"/>
                </a:lnTo>
                <a:close/>
                <a:lnTo>
                  <a:pt x="83169" y="694071"/>
                </a:lnTo>
                <a:close/>
                <a:lnTo>
                  <a:pt x="85784" y="691456"/>
                </a:lnTo>
                <a:close/>
                <a:lnTo>
                  <a:pt x="88398" y="688842"/>
                </a:lnTo>
                <a:close/>
                <a:lnTo>
                  <a:pt x="90993" y="686247"/>
                </a:lnTo>
                <a:close/>
                <a:lnTo>
                  <a:pt x="93579" y="683661"/>
                </a:lnTo>
                <a:close/>
                <a:lnTo>
                  <a:pt x="96166" y="681074"/>
                </a:lnTo>
                <a:close/>
                <a:lnTo>
                  <a:pt x="98766" y="678474"/>
                </a:lnTo>
                <a:close/>
                <a:lnTo>
                  <a:pt x="101382" y="675858"/>
                </a:lnTo>
                <a:close/>
                <a:lnTo>
                  <a:pt x="103995" y="673245"/>
                </a:lnTo>
                <a:close/>
                <a:lnTo>
                  <a:pt x="106590" y="670650"/>
                </a:lnTo>
                <a:close/>
                <a:lnTo>
                  <a:pt x="109175" y="668065"/>
                </a:lnTo>
                <a:close/>
                <a:lnTo>
                  <a:pt x="111762" y="665478"/>
                </a:lnTo>
                <a:close/>
                <a:lnTo>
                  <a:pt x="114363" y="662877"/>
                </a:lnTo>
                <a:close/>
                <a:lnTo>
                  <a:pt x="116979" y="660261"/>
                </a:lnTo>
                <a:close/>
                <a:lnTo>
                  <a:pt x="119592" y="657648"/>
                </a:lnTo>
                <a:close/>
                <a:lnTo>
                  <a:pt x="122187" y="655053"/>
                </a:lnTo>
                <a:close/>
                <a:lnTo>
                  <a:pt x="124772" y="652468"/>
                </a:lnTo>
                <a:close/>
                <a:lnTo>
                  <a:pt x="127359" y="649881"/>
                </a:lnTo>
                <a:close/>
                <a:lnTo>
                  <a:pt x="129960" y="647280"/>
                </a:lnTo>
                <a:close/>
                <a:lnTo>
                  <a:pt x="132576" y="644664"/>
                </a:lnTo>
                <a:close/>
                <a:lnTo>
                  <a:pt x="135188" y="642052"/>
                </a:lnTo>
                <a:close/>
                <a:lnTo>
                  <a:pt x="137783" y="639457"/>
                </a:lnTo>
                <a:close/>
                <a:lnTo>
                  <a:pt x="140368" y="636872"/>
                </a:lnTo>
                <a:close/>
                <a:lnTo>
                  <a:pt x="142956" y="634284"/>
                </a:lnTo>
                <a:close/>
                <a:lnTo>
                  <a:pt x="145557" y="631683"/>
                </a:lnTo>
                <a:close/>
                <a:lnTo>
                  <a:pt x="148173" y="629067"/>
                </a:lnTo>
                <a:close/>
                <a:lnTo>
                  <a:pt x="150785" y="626455"/>
                </a:lnTo>
                <a:close/>
                <a:lnTo>
                  <a:pt x="153380" y="623860"/>
                </a:lnTo>
                <a:close/>
                <a:lnTo>
                  <a:pt x="155965" y="621275"/>
                </a:lnTo>
                <a:close/>
                <a:lnTo>
                  <a:pt x="158552" y="618688"/>
                </a:lnTo>
                <a:close/>
                <a:lnTo>
                  <a:pt x="161154" y="616086"/>
                </a:lnTo>
                <a:close/>
                <a:lnTo>
                  <a:pt x="163770" y="613470"/>
                </a:lnTo>
                <a:close/>
                <a:lnTo>
                  <a:pt x="166382" y="610858"/>
                </a:lnTo>
                <a:close/>
                <a:lnTo>
                  <a:pt x="168976" y="608264"/>
                </a:lnTo>
                <a:close/>
                <a:lnTo>
                  <a:pt x="171561" y="605679"/>
                </a:lnTo>
                <a:close/>
                <a:lnTo>
                  <a:pt x="174149" y="603091"/>
                </a:lnTo>
                <a:close/>
                <a:lnTo>
                  <a:pt x="176751" y="600489"/>
                </a:lnTo>
                <a:close/>
                <a:lnTo>
                  <a:pt x="179367" y="597873"/>
                </a:lnTo>
                <a:close/>
                <a:lnTo>
                  <a:pt x="181979" y="595261"/>
                </a:lnTo>
                <a:close/>
                <a:lnTo>
                  <a:pt x="184573" y="592667"/>
                </a:lnTo>
                <a:close/>
                <a:lnTo>
                  <a:pt x="187158" y="590082"/>
                </a:lnTo>
                <a:close/>
                <a:lnTo>
                  <a:pt x="189746" y="587494"/>
                </a:lnTo>
                <a:close/>
                <a:lnTo>
                  <a:pt x="192348" y="584892"/>
                </a:lnTo>
                <a:close/>
                <a:lnTo>
                  <a:pt x="194965" y="582275"/>
                </a:lnTo>
                <a:close/>
                <a:lnTo>
                  <a:pt x="197576" y="579664"/>
                </a:lnTo>
                <a:close/>
                <a:lnTo>
                  <a:pt x="200169" y="577071"/>
                </a:lnTo>
                <a:close/>
                <a:lnTo>
                  <a:pt x="202754" y="574486"/>
                </a:lnTo>
                <a:close/>
                <a:lnTo>
                  <a:pt x="205342" y="571898"/>
                </a:lnTo>
                <a:close/>
                <a:lnTo>
                  <a:pt x="207945" y="569295"/>
                </a:lnTo>
                <a:close/>
                <a:lnTo>
                  <a:pt x="210562" y="566678"/>
                </a:lnTo>
                <a:close/>
                <a:lnTo>
                  <a:pt x="213173" y="564067"/>
                </a:lnTo>
                <a:close/>
                <a:lnTo>
                  <a:pt x="215766" y="561474"/>
                </a:lnTo>
                <a:close/>
                <a:lnTo>
                  <a:pt x="218351" y="558889"/>
                </a:lnTo>
                <a:close/>
                <a:lnTo>
                  <a:pt x="220939" y="556301"/>
                </a:lnTo>
                <a:close/>
                <a:lnTo>
                  <a:pt x="223542" y="553698"/>
                </a:lnTo>
                <a:close/>
                <a:lnTo>
                  <a:pt x="226159" y="551081"/>
                </a:lnTo>
                <a:close/>
                <a:lnTo>
                  <a:pt x="228769" y="548471"/>
                </a:lnTo>
                <a:close/>
                <a:lnTo>
                  <a:pt x="231362" y="545878"/>
                </a:lnTo>
                <a:close/>
                <a:lnTo>
                  <a:pt x="233947" y="543293"/>
                </a:lnTo>
                <a:close/>
                <a:lnTo>
                  <a:pt x="236536" y="540704"/>
                </a:lnTo>
                <a:close/>
                <a:lnTo>
                  <a:pt x="239139" y="538101"/>
                </a:lnTo>
                <a:close/>
                <a:lnTo>
                  <a:pt x="241756" y="535484"/>
                </a:lnTo>
                <a:close/>
                <a:lnTo>
                  <a:pt x="244366" y="532874"/>
                </a:lnTo>
                <a:close/>
                <a:lnTo>
                  <a:pt x="246959" y="530281"/>
                </a:lnTo>
                <a:close/>
                <a:lnTo>
                  <a:pt x="249544" y="527696"/>
                </a:lnTo>
                <a:close/>
                <a:lnTo>
                  <a:pt x="252132" y="525108"/>
                </a:lnTo>
                <a:close/>
                <a:lnTo>
                  <a:pt x="254736" y="522504"/>
                </a:lnTo>
                <a:close/>
                <a:lnTo>
                  <a:pt x="257353" y="519887"/>
                </a:lnTo>
                <a:close/>
                <a:lnTo>
                  <a:pt x="259963" y="517277"/>
                </a:lnTo>
                <a:close/>
                <a:lnTo>
                  <a:pt x="262555" y="514685"/>
                </a:lnTo>
                <a:close/>
                <a:lnTo>
                  <a:pt x="265140" y="512100"/>
                </a:lnTo>
                <a:close/>
                <a:lnTo>
                  <a:pt x="267729" y="509511"/>
                </a:lnTo>
                <a:close/>
                <a:lnTo>
                  <a:pt x="270333" y="506907"/>
                </a:lnTo>
                <a:close/>
                <a:lnTo>
                  <a:pt x="272950" y="504290"/>
                </a:lnTo>
                <a:close/>
                <a:lnTo>
                  <a:pt x="275560" y="501680"/>
                </a:lnTo>
                <a:close/>
                <a:lnTo>
                  <a:pt x="278152" y="499088"/>
                </a:lnTo>
                <a:close/>
                <a:lnTo>
                  <a:pt x="280737" y="496503"/>
                </a:lnTo>
                <a:close/>
                <a:lnTo>
                  <a:pt x="283326" y="493914"/>
                </a:lnTo>
                <a:close/>
                <a:lnTo>
                  <a:pt x="285930" y="491310"/>
                </a:lnTo>
                <a:close/>
                <a:lnTo>
                  <a:pt x="288547" y="488693"/>
                </a:lnTo>
                <a:close/>
                <a:lnTo>
                  <a:pt x="291157" y="486083"/>
                </a:lnTo>
                <a:close/>
                <a:lnTo>
                  <a:pt x="293749" y="483491"/>
                </a:lnTo>
                <a:close/>
                <a:lnTo>
                  <a:pt x="296333" y="480907"/>
                </a:lnTo>
                <a:close/>
                <a:lnTo>
                  <a:pt x="298922" y="478318"/>
                </a:lnTo>
                <a:close/>
                <a:lnTo>
                  <a:pt x="301527" y="475713"/>
                </a:lnTo>
                <a:close/>
                <a:lnTo>
                  <a:pt x="304145" y="473095"/>
                </a:lnTo>
                <a:close/>
                <a:lnTo>
                  <a:pt x="306753" y="470487"/>
                </a:lnTo>
                <a:close/>
                <a:lnTo>
                  <a:pt x="309345" y="467895"/>
                </a:lnTo>
                <a:close/>
                <a:lnTo>
                  <a:pt x="311930" y="465310"/>
                </a:lnTo>
                <a:close/>
                <a:lnTo>
                  <a:pt x="314519" y="462721"/>
                </a:lnTo>
                <a:close/>
                <a:lnTo>
                  <a:pt x="317124" y="460116"/>
                </a:lnTo>
                <a:close/>
                <a:lnTo>
                  <a:pt x="319742" y="457498"/>
                </a:lnTo>
                <a:close/>
                <a:lnTo>
                  <a:pt x="322350" y="454890"/>
                </a:lnTo>
                <a:close/>
                <a:lnTo>
                  <a:pt x="324942" y="452298"/>
                </a:lnTo>
                <a:close/>
                <a:lnTo>
                  <a:pt x="327526" y="449714"/>
                </a:lnTo>
                <a:close/>
                <a:lnTo>
                  <a:pt x="330116" y="447124"/>
                </a:lnTo>
                <a:close/>
                <a:lnTo>
                  <a:pt x="332721" y="444519"/>
                </a:lnTo>
                <a:close/>
                <a:lnTo>
                  <a:pt x="335339" y="441901"/>
                </a:lnTo>
                <a:close/>
                <a:lnTo>
                  <a:pt x="337947" y="439293"/>
                </a:lnTo>
                <a:close/>
                <a:lnTo>
                  <a:pt x="340538" y="436702"/>
                </a:lnTo>
                <a:close/>
                <a:lnTo>
                  <a:pt x="343123" y="434117"/>
                </a:lnTo>
                <a:close/>
                <a:lnTo>
                  <a:pt x="345713" y="431527"/>
                </a:lnTo>
                <a:close/>
                <a:lnTo>
                  <a:pt x="348318" y="428922"/>
                </a:lnTo>
                <a:close/>
                <a:lnTo>
                  <a:pt x="350936" y="426304"/>
                </a:lnTo>
                <a:close/>
                <a:lnTo>
                  <a:pt x="353544" y="423696"/>
                </a:lnTo>
                <a:close/>
                <a:lnTo>
                  <a:pt x="356135" y="421105"/>
                </a:lnTo>
                <a:close/>
                <a:lnTo>
                  <a:pt x="358719" y="418521"/>
                </a:lnTo>
                <a:close/>
                <a:lnTo>
                  <a:pt x="361309" y="415931"/>
                </a:lnTo>
                <a:close/>
                <a:lnTo>
                  <a:pt x="363916" y="413324"/>
                </a:lnTo>
                <a:close/>
                <a:lnTo>
                  <a:pt x="366533" y="410707"/>
                </a:lnTo>
                <a:close/>
                <a:lnTo>
                  <a:pt x="369140" y="408100"/>
                </a:lnTo>
                <a:close/>
                <a:lnTo>
                  <a:pt x="371731" y="405509"/>
                </a:lnTo>
                <a:close/>
                <a:lnTo>
                  <a:pt x="374316" y="402924"/>
                </a:lnTo>
                <a:close/>
                <a:lnTo>
                  <a:pt x="376906" y="400334"/>
                </a:lnTo>
                <a:close/>
                <a:lnTo>
                  <a:pt x="379513" y="397727"/>
                </a:lnTo>
                <a:close/>
                <a:lnTo>
                  <a:pt x="382130" y="395110"/>
                </a:lnTo>
                <a:close/>
                <a:lnTo>
                  <a:pt x="384737" y="392503"/>
                </a:lnTo>
                <a:close/>
                <a:lnTo>
                  <a:pt x="387328" y="389912"/>
                </a:lnTo>
                <a:close/>
                <a:lnTo>
                  <a:pt x="389912" y="387328"/>
                </a:lnTo>
                <a:close/>
                <a:lnTo>
                  <a:pt x="392503" y="384737"/>
                </a:lnTo>
                <a:close/>
                <a:lnTo>
                  <a:pt x="395110" y="382130"/>
                </a:lnTo>
                <a:close/>
                <a:lnTo>
                  <a:pt x="397727" y="379513"/>
                </a:lnTo>
                <a:close/>
                <a:lnTo>
                  <a:pt x="400334" y="376906"/>
                </a:lnTo>
                <a:close/>
                <a:lnTo>
                  <a:pt x="402924" y="374316"/>
                </a:lnTo>
                <a:close/>
                <a:lnTo>
                  <a:pt x="405509" y="371731"/>
                </a:lnTo>
                <a:close/>
                <a:lnTo>
                  <a:pt x="408100" y="369140"/>
                </a:lnTo>
                <a:close/>
                <a:lnTo>
                  <a:pt x="410707" y="366533"/>
                </a:lnTo>
                <a:close/>
                <a:lnTo>
                  <a:pt x="413324" y="363916"/>
                </a:lnTo>
                <a:close/>
                <a:lnTo>
                  <a:pt x="415931" y="361309"/>
                </a:lnTo>
                <a:close/>
                <a:lnTo>
                  <a:pt x="418521" y="358719"/>
                </a:lnTo>
                <a:close/>
                <a:lnTo>
                  <a:pt x="421105" y="356135"/>
                </a:lnTo>
                <a:close/>
                <a:lnTo>
                  <a:pt x="423696" y="353544"/>
                </a:lnTo>
                <a:close/>
                <a:lnTo>
                  <a:pt x="426304" y="350936"/>
                </a:lnTo>
                <a:close/>
                <a:lnTo>
                  <a:pt x="428922" y="348318"/>
                </a:lnTo>
                <a:close/>
                <a:lnTo>
                  <a:pt x="431527" y="345713"/>
                </a:lnTo>
                <a:close/>
                <a:lnTo>
                  <a:pt x="434117" y="343123"/>
                </a:lnTo>
                <a:close/>
                <a:lnTo>
                  <a:pt x="436702" y="340538"/>
                </a:lnTo>
                <a:close/>
                <a:lnTo>
                  <a:pt x="439293" y="337947"/>
                </a:lnTo>
                <a:close/>
                <a:lnTo>
                  <a:pt x="441901" y="335339"/>
                </a:lnTo>
                <a:close/>
                <a:lnTo>
                  <a:pt x="444519" y="332721"/>
                </a:lnTo>
                <a:close/>
                <a:lnTo>
                  <a:pt x="447124" y="330116"/>
                </a:lnTo>
                <a:close/>
                <a:lnTo>
                  <a:pt x="449714" y="327526"/>
                </a:lnTo>
                <a:close/>
                <a:lnTo>
                  <a:pt x="452298" y="324942"/>
                </a:lnTo>
                <a:close/>
                <a:lnTo>
                  <a:pt x="454890" y="322350"/>
                </a:lnTo>
                <a:close/>
                <a:lnTo>
                  <a:pt x="457498" y="319742"/>
                </a:lnTo>
                <a:close/>
                <a:lnTo>
                  <a:pt x="460116" y="317124"/>
                </a:lnTo>
                <a:close/>
                <a:lnTo>
                  <a:pt x="462721" y="314519"/>
                </a:lnTo>
                <a:close/>
                <a:lnTo>
                  <a:pt x="465310" y="311930"/>
                </a:lnTo>
                <a:close/>
                <a:lnTo>
                  <a:pt x="467895" y="309345"/>
                </a:lnTo>
                <a:close/>
                <a:lnTo>
                  <a:pt x="470487" y="306753"/>
                </a:lnTo>
                <a:close/>
                <a:lnTo>
                  <a:pt x="473095" y="304145"/>
                </a:lnTo>
                <a:close/>
                <a:lnTo>
                  <a:pt x="475713" y="301527"/>
                </a:lnTo>
                <a:close/>
                <a:lnTo>
                  <a:pt x="478318" y="298922"/>
                </a:lnTo>
                <a:close/>
                <a:lnTo>
                  <a:pt x="480907" y="296333"/>
                </a:lnTo>
                <a:close/>
                <a:lnTo>
                  <a:pt x="483491" y="293749"/>
                </a:lnTo>
                <a:close/>
                <a:lnTo>
                  <a:pt x="486083" y="291157"/>
                </a:lnTo>
                <a:close/>
                <a:lnTo>
                  <a:pt x="488693" y="288547"/>
                </a:lnTo>
                <a:close/>
                <a:lnTo>
                  <a:pt x="491310" y="285930"/>
                </a:lnTo>
                <a:close/>
                <a:lnTo>
                  <a:pt x="493914" y="283326"/>
                </a:lnTo>
                <a:close/>
                <a:lnTo>
                  <a:pt x="496503" y="280737"/>
                </a:lnTo>
                <a:close/>
                <a:lnTo>
                  <a:pt x="499088" y="278152"/>
                </a:lnTo>
                <a:close/>
                <a:lnTo>
                  <a:pt x="501680" y="275560"/>
                </a:lnTo>
                <a:close/>
                <a:lnTo>
                  <a:pt x="504290" y="272950"/>
                </a:lnTo>
                <a:close/>
                <a:lnTo>
                  <a:pt x="506907" y="270333"/>
                </a:lnTo>
                <a:close/>
                <a:lnTo>
                  <a:pt x="509511" y="267729"/>
                </a:lnTo>
                <a:close/>
                <a:lnTo>
                  <a:pt x="512100" y="265140"/>
                </a:lnTo>
                <a:close/>
                <a:lnTo>
                  <a:pt x="514685" y="262555"/>
                </a:lnTo>
                <a:close/>
                <a:lnTo>
                  <a:pt x="517277" y="259963"/>
                </a:lnTo>
                <a:close/>
                <a:lnTo>
                  <a:pt x="519887" y="257353"/>
                </a:lnTo>
                <a:close/>
                <a:lnTo>
                  <a:pt x="522504" y="254736"/>
                </a:lnTo>
                <a:close/>
                <a:lnTo>
                  <a:pt x="525108" y="252132"/>
                </a:lnTo>
                <a:close/>
                <a:lnTo>
                  <a:pt x="527696" y="249544"/>
                </a:lnTo>
                <a:close/>
                <a:lnTo>
                  <a:pt x="530281" y="246959"/>
                </a:lnTo>
                <a:close/>
                <a:lnTo>
                  <a:pt x="532874" y="244366"/>
                </a:lnTo>
                <a:close/>
                <a:lnTo>
                  <a:pt x="535484" y="241756"/>
                </a:lnTo>
                <a:close/>
                <a:lnTo>
                  <a:pt x="538101" y="239139"/>
                </a:lnTo>
                <a:close/>
                <a:lnTo>
                  <a:pt x="540704" y="236536"/>
                </a:lnTo>
                <a:close/>
                <a:lnTo>
                  <a:pt x="543293" y="233947"/>
                </a:lnTo>
                <a:close/>
                <a:lnTo>
                  <a:pt x="545878" y="231362"/>
                </a:lnTo>
                <a:close/>
                <a:lnTo>
                  <a:pt x="548471" y="228769"/>
                </a:lnTo>
                <a:close/>
                <a:lnTo>
                  <a:pt x="551081" y="226159"/>
                </a:lnTo>
                <a:close/>
                <a:lnTo>
                  <a:pt x="553698" y="223542"/>
                </a:lnTo>
                <a:close/>
                <a:lnTo>
                  <a:pt x="556301" y="220939"/>
                </a:lnTo>
                <a:close/>
                <a:lnTo>
                  <a:pt x="558889" y="218351"/>
                </a:lnTo>
                <a:close/>
                <a:lnTo>
                  <a:pt x="561474" y="215766"/>
                </a:lnTo>
                <a:close/>
                <a:lnTo>
                  <a:pt x="564067" y="213173"/>
                </a:lnTo>
                <a:close/>
                <a:lnTo>
                  <a:pt x="566678" y="210562"/>
                </a:lnTo>
                <a:close/>
                <a:lnTo>
                  <a:pt x="569295" y="207945"/>
                </a:lnTo>
                <a:close/>
                <a:lnTo>
                  <a:pt x="571898" y="205342"/>
                </a:lnTo>
                <a:close/>
                <a:lnTo>
                  <a:pt x="574486" y="202754"/>
                </a:lnTo>
                <a:close/>
                <a:lnTo>
                  <a:pt x="577071" y="200169"/>
                </a:lnTo>
                <a:close/>
                <a:lnTo>
                  <a:pt x="579664" y="197576"/>
                </a:lnTo>
                <a:close/>
                <a:lnTo>
                  <a:pt x="582275" y="194965"/>
                </a:lnTo>
                <a:close/>
                <a:lnTo>
                  <a:pt x="584892" y="192348"/>
                </a:lnTo>
                <a:close/>
                <a:lnTo>
                  <a:pt x="587494" y="189746"/>
                </a:lnTo>
                <a:close/>
                <a:lnTo>
                  <a:pt x="590082" y="187158"/>
                </a:lnTo>
                <a:close/>
                <a:lnTo>
                  <a:pt x="592667" y="184573"/>
                </a:lnTo>
                <a:close/>
                <a:lnTo>
                  <a:pt x="595261" y="181979"/>
                </a:lnTo>
                <a:close/>
                <a:lnTo>
                  <a:pt x="597873" y="179367"/>
                </a:lnTo>
                <a:close/>
                <a:lnTo>
                  <a:pt x="600489" y="176751"/>
                </a:lnTo>
                <a:close/>
                <a:lnTo>
                  <a:pt x="603091" y="174149"/>
                </a:lnTo>
                <a:close/>
                <a:lnTo>
                  <a:pt x="605679" y="171561"/>
                </a:lnTo>
                <a:close/>
                <a:lnTo>
                  <a:pt x="608264" y="168976"/>
                </a:lnTo>
                <a:close/>
                <a:lnTo>
                  <a:pt x="610858" y="166382"/>
                </a:lnTo>
                <a:close/>
                <a:lnTo>
                  <a:pt x="613470" y="163770"/>
                </a:lnTo>
                <a:close/>
                <a:lnTo>
                  <a:pt x="616086" y="161154"/>
                </a:lnTo>
                <a:close/>
                <a:lnTo>
                  <a:pt x="618688" y="158552"/>
                </a:lnTo>
                <a:close/>
                <a:lnTo>
                  <a:pt x="621275" y="155965"/>
                </a:lnTo>
                <a:close/>
                <a:lnTo>
                  <a:pt x="623860" y="153380"/>
                </a:lnTo>
                <a:close/>
                <a:lnTo>
                  <a:pt x="626455" y="150785"/>
                </a:lnTo>
                <a:close/>
                <a:lnTo>
                  <a:pt x="629067" y="148173"/>
                </a:lnTo>
                <a:close/>
                <a:lnTo>
                  <a:pt x="631683" y="145557"/>
                </a:lnTo>
                <a:close/>
                <a:lnTo>
                  <a:pt x="634284" y="142956"/>
                </a:lnTo>
                <a:close/>
                <a:lnTo>
                  <a:pt x="636872" y="140368"/>
                </a:lnTo>
                <a:close/>
                <a:lnTo>
                  <a:pt x="639457" y="137783"/>
                </a:lnTo>
                <a:close/>
                <a:lnTo>
                  <a:pt x="642052" y="135188"/>
                </a:lnTo>
                <a:close/>
                <a:lnTo>
                  <a:pt x="644664" y="132576"/>
                </a:lnTo>
                <a:close/>
                <a:lnTo>
                  <a:pt x="647280" y="129960"/>
                </a:lnTo>
                <a:close/>
                <a:lnTo>
                  <a:pt x="649881" y="127359"/>
                </a:lnTo>
                <a:close/>
                <a:lnTo>
                  <a:pt x="652468" y="124772"/>
                </a:lnTo>
                <a:close/>
                <a:lnTo>
                  <a:pt x="655053" y="122187"/>
                </a:lnTo>
                <a:close/>
                <a:lnTo>
                  <a:pt x="657648" y="119592"/>
                </a:lnTo>
                <a:close/>
                <a:lnTo>
                  <a:pt x="660261" y="116979"/>
                </a:lnTo>
                <a:close/>
                <a:lnTo>
                  <a:pt x="662877" y="114363"/>
                </a:lnTo>
                <a:close/>
                <a:lnTo>
                  <a:pt x="665478" y="111762"/>
                </a:lnTo>
                <a:close/>
                <a:lnTo>
                  <a:pt x="668065" y="109175"/>
                </a:lnTo>
                <a:close/>
                <a:lnTo>
                  <a:pt x="670650" y="106590"/>
                </a:lnTo>
                <a:close/>
                <a:lnTo>
                  <a:pt x="673245" y="103995"/>
                </a:lnTo>
                <a:close/>
                <a:lnTo>
                  <a:pt x="675858" y="101382"/>
                </a:lnTo>
                <a:close/>
                <a:lnTo>
                  <a:pt x="678474" y="98766"/>
                </a:lnTo>
                <a:close/>
                <a:lnTo>
                  <a:pt x="681074" y="96166"/>
                </a:lnTo>
                <a:close/>
                <a:lnTo>
                  <a:pt x="683661" y="93579"/>
                </a:lnTo>
                <a:close/>
                <a:lnTo>
                  <a:pt x="686247" y="90993"/>
                </a:lnTo>
                <a:close/>
                <a:lnTo>
                  <a:pt x="688842" y="88398"/>
                </a:lnTo>
                <a:close/>
                <a:lnTo>
                  <a:pt x="691456" y="85784"/>
                </a:lnTo>
                <a:close/>
                <a:lnTo>
                  <a:pt x="694071" y="83169"/>
                </a:lnTo>
                <a:close/>
                <a:lnTo>
                  <a:pt x="696671" y="80569"/>
                </a:lnTo>
                <a:close/>
                <a:lnTo>
                  <a:pt x="699258" y="77982"/>
                </a:lnTo>
                <a:close/>
                <a:lnTo>
                  <a:pt x="701843" y="75397"/>
                </a:lnTo>
                <a:close/>
                <a:lnTo>
                  <a:pt x="704439" y="72801"/>
                </a:lnTo>
                <a:close/>
                <a:lnTo>
                  <a:pt x="707053" y="70187"/>
                </a:lnTo>
                <a:close/>
                <a:lnTo>
                  <a:pt x="709668" y="67572"/>
                </a:lnTo>
                <a:close/>
                <a:lnTo>
                  <a:pt x="712267" y="64973"/>
                </a:lnTo>
                <a:close/>
                <a:lnTo>
                  <a:pt x="714854" y="62386"/>
                </a:lnTo>
                <a:close/>
                <a:lnTo>
                  <a:pt x="717440" y="59800"/>
                </a:lnTo>
                <a:close/>
                <a:lnTo>
                  <a:pt x="720036" y="57204"/>
                </a:lnTo>
                <a:close/>
                <a:lnTo>
                  <a:pt x="722650" y="54590"/>
                </a:lnTo>
                <a:close/>
                <a:lnTo>
                  <a:pt x="725265" y="51975"/>
                </a:lnTo>
                <a:close/>
                <a:lnTo>
                  <a:pt x="727864" y="49376"/>
                </a:lnTo>
                <a:close/>
                <a:lnTo>
                  <a:pt x="730451" y="46789"/>
                </a:lnTo>
                <a:close/>
                <a:lnTo>
                  <a:pt x="733036" y="44204"/>
                </a:lnTo>
                <a:close/>
                <a:lnTo>
                  <a:pt x="735633" y="41607"/>
                </a:lnTo>
                <a:close/>
                <a:lnTo>
                  <a:pt x="738247" y="38993"/>
                </a:lnTo>
                <a:close/>
                <a:lnTo>
                  <a:pt x="740862" y="36378"/>
                </a:lnTo>
                <a:close/>
                <a:lnTo>
                  <a:pt x="743461" y="33779"/>
                </a:lnTo>
                <a:close/>
                <a:lnTo>
                  <a:pt x="746047" y="31193"/>
                </a:lnTo>
                <a:close/>
                <a:lnTo>
                  <a:pt x="748633" y="28607"/>
                </a:lnTo>
                <a:close/>
                <a:lnTo>
                  <a:pt x="751230" y="26010"/>
                </a:lnTo>
                <a:close/>
                <a:lnTo>
                  <a:pt x="753844" y="23396"/>
                </a:lnTo>
                <a:close/>
                <a:lnTo>
                  <a:pt x="756459" y="20781"/>
                </a:lnTo>
                <a:close/>
                <a:lnTo>
                  <a:pt x="759057" y="18183"/>
                </a:lnTo>
                <a:close/>
                <a:lnTo>
                  <a:pt x="761644" y="15596"/>
                </a:lnTo>
                <a:close/>
                <a:lnTo>
                  <a:pt x="764230" y="13010"/>
                </a:lnTo>
                <a:close/>
                <a:lnTo>
                  <a:pt x="766827" y="10413"/>
                </a:lnTo>
                <a:close/>
                <a:lnTo>
                  <a:pt x="769439" y="7801"/>
                </a:lnTo>
                <a:close/>
                <a:lnTo>
                  <a:pt x="772056" y="5184"/>
                </a:lnTo>
                <a:close/>
                <a:lnTo>
                  <a:pt x="774662" y="2578"/>
                </a:lnTo>
                <a:close/>
                <a:lnTo>
                  <a:pt x="777240" y="0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5029200.0" y="1657350.0"/>
            <a:ext cx="0.0" cy="9144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.0" y="2114550.0"/>
            <a:ext cx="4572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.0" y="1657350.0"/>
            <a:ext cx="4572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78400" y="2063750"/>
            <a:ext cx="101600" cy="1016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78400" y="16065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709160.0" y="1794510.0"/>
            <a:ext cx="91440.0" cy="9144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394960.0" y="1200150.0"/>
            <a:ext cx="91440.0" cy="9144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8084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816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0840" y="51689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20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0840" y="17970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0840" y="1339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5240" y="7912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y=f(x)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