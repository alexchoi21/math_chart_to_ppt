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690764"/>
            <a:ext cx="3439369" cy="1880986"/>
          </a:xfrm>
          <a:custGeom>
            <a:avLst/>
            <a:gdLst/>
            <a:ahLst/>
            <a:cxnLst/>
            <a:rect l="l" t="t" r="r" b="b"/>
            <a:pathLst>
              <a:path w="3439369" h="1880986">
                <a:moveTo>
                  <a:pt x="0" y="1880986"/>
                </a:moveTo>
                <a:lnTo>
                  <a:pt x="14" y="1877770"/>
                </a:lnTo>
                <a:close/>
                <a:lnTo>
                  <a:pt x="48" y="1874548"/>
                </a:lnTo>
                <a:close/>
                <a:lnTo>
                  <a:pt x="103" y="1871321"/>
                </a:lnTo>
                <a:close/>
                <a:lnTo>
                  <a:pt x="178" y="1868089"/>
                </a:lnTo>
                <a:close/>
                <a:lnTo>
                  <a:pt x="274" y="1864852"/>
                </a:lnTo>
                <a:close/>
                <a:lnTo>
                  <a:pt x="390" y="1861611"/>
                </a:lnTo>
                <a:close/>
                <a:lnTo>
                  <a:pt x="527" y="1858366"/>
                </a:lnTo>
                <a:close/>
                <a:lnTo>
                  <a:pt x="685" y="1855118"/>
                </a:lnTo>
                <a:close/>
                <a:lnTo>
                  <a:pt x="862" y="1851865"/>
                </a:lnTo>
                <a:close/>
                <a:lnTo>
                  <a:pt x="1060" y="1848610"/>
                </a:lnTo>
                <a:close/>
                <a:lnTo>
                  <a:pt x="1279" y="1845352"/>
                </a:lnTo>
                <a:close/>
                <a:lnTo>
                  <a:pt x="1517" y="1842091"/>
                </a:lnTo>
                <a:close/>
                <a:lnTo>
                  <a:pt x="1776" y="1838828"/>
                </a:lnTo>
                <a:close/>
                <a:lnTo>
                  <a:pt x="2055" y="1835562"/>
                </a:lnTo>
                <a:close/>
                <a:lnTo>
                  <a:pt x="2354" y="1832295"/>
                </a:lnTo>
                <a:close/>
                <a:lnTo>
                  <a:pt x="2673" y="1829027"/>
                </a:lnTo>
                <a:close/>
                <a:lnTo>
                  <a:pt x="3013" y="1825757"/>
                </a:lnTo>
                <a:close/>
                <a:lnTo>
                  <a:pt x="3372" y="1822487"/>
                </a:lnTo>
                <a:close/>
                <a:lnTo>
                  <a:pt x="3752" y="1819216"/>
                </a:lnTo>
                <a:close/>
                <a:lnTo>
                  <a:pt x="4151" y="1815944"/>
                </a:lnTo>
                <a:close/>
                <a:lnTo>
                  <a:pt x="4570" y="1812673"/>
                </a:lnTo>
                <a:close/>
                <a:lnTo>
                  <a:pt x="5009" y="1809402"/>
                </a:lnTo>
                <a:close/>
                <a:lnTo>
                  <a:pt x="5468" y="1806131"/>
                </a:lnTo>
                <a:close/>
                <a:lnTo>
                  <a:pt x="5947" y="1802861"/>
                </a:lnTo>
                <a:close/>
                <a:lnTo>
                  <a:pt x="6446" y="1799593"/>
                </a:lnTo>
                <a:close/>
                <a:lnTo>
                  <a:pt x="6964" y="1796325"/>
                </a:lnTo>
                <a:close/>
                <a:lnTo>
                  <a:pt x="7502" y="1793060"/>
                </a:lnTo>
                <a:close/>
                <a:lnTo>
                  <a:pt x="8060" y="1789797"/>
                </a:lnTo>
                <a:close/>
                <a:lnTo>
                  <a:pt x="8637" y="1786535"/>
                </a:lnTo>
                <a:close/>
                <a:lnTo>
                  <a:pt x="9234" y="1783277"/>
                </a:lnTo>
                <a:close/>
                <a:lnTo>
                  <a:pt x="9851" y="1780021"/>
                </a:lnTo>
                <a:close/>
                <a:lnTo>
                  <a:pt x="10487" y="1776769"/>
                </a:lnTo>
                <a:close/>
                <a:lnTo>
                  <a:pt x="11142" y="1773519"/>
                </a:lnTo>
                <a:close/>
                <a:lnTo>
                  <a:pt x="11817" y="1770274"/>
                </a:lnTo>
                <a:close/>
                <a:lnTo>
                  <a:pt x="12511" y="1767033"/>
                </a:lnTo>
                <a:close/>
                <a:lnTo>
                  <a:pt x="13225" y="1763796"/>
                </a:lnTo>
                <a:close/>
                <a:lnTo>
                  <a:pt x="13958" y="1760563"/>
                </a:lnTo>
                <a:close/>
                <a:lnTo>
                  <a:pt x="14710" y="1757336"/>
                </a:lnTo>
                <a:close/>
                <a:lnTo>
                  <a:pt x="15482" y="1754113"/>
                </a:lnTo>
                <a:close/>
                <a:lnTo>
                  <a:pt x="16272" y="1750896"/>
                </a:lnTo>
                <a:close/>
                <a:lnTo>
                  <a:pt x="17082" y="1747685"/>
                </a:lnTo>
                <a:close/>
                <a:lnTo>
                  <a:pt x="17911" y="1744480"/>
                </a:lnTo>
                <a:close/>
                <a:lnTo>
                  <a:pt x="18759" y="1741281"/>
                </a:lnTo>
                <a:close/>
                <a:lnTo>
                  <a:pt x="19627" y="1738089"/>
                </a:lnTo>
                <a:close/>
                <a:lnTo>
                  <a:pt x="20513" y="1734904"/>
                </a:lnTo>
                <a:close/>
                <a:lnTo>
                  <a:pt x="21418" y="1731726"/>
                </a:lnTo>
                <a:close/>
                <a:lnTo>
                  <a:pt x="22342" y="1728555"/>
                </a:lnTo>
                <a:close/>
                <a:lnTo>
                  <a:pt x="23285" y="1725391"/>
                </a:lnTo>
                <a:close/>
                <a:lnTo>
                  <a:pt x="24248" y="1722233"/>
                </a:lnTo>
                <a:close/>
                <a:lnTo>
                  <a:pt x="25230" y="1719081"/>
                </a:lnTo>
                <a:close/>
                <a:lnTo>
                  <a:pt x="26232" y="1715932"/>
                </a:lnTo>
                <a:close/>
                <a:lnTo>
                  <a:pt x="27253" y="1712788"/>
                </a:lnTo>
                <a:close/>
                <a:lnTo>
                  <a:pt x="28295" y="1709646"/>
                </a:lnTo>
                <a:close/>
                <a:lnTo>
                  <a:pt x="29357" y="1706507"/>
                </a:lnTo>
                <a:close/>
                <a:lnTo>
                  <a:pt x="30439" y="1703369"/>
                </a:lnTo>
                <a:close/>
                <a:lnTo>
                  <a:pt x="31542" y="1700232"/>
                </a:lnTo>
                <a:close/>
                <a:lnTo>
                  <a:pt x="32666" y="1697095"/>
                </a:lnTo>
                <a:close/>
                <a:lnTo>
                  <a:pt x="33811" y="1693956"/>
                </a:lnTo>
                <a:close/>
                <a:lnTo>
                  <a:pt x="34977" y="1690816"/>
                </a:lnTo>
                <a:close/>
                <a:lnTo>
                  <a:pt x="36164" y="1687674"/>
                </a:lnTo>
                <a:close/>
                <a:lnTo>
                  <a:pt x="37373" y="1684528"/>
                </a:lnTo>
                <a:close/>
                <a:lnTo>
                  <a:pt x="38604" y="1681379"/>
                </a:lnTo>
                <a:close/>
                <a:lnTo>
                  <a:pt x="39857" y="1678225"/>
                </a:lnTo>
                <a:close/>
                <a:lnTo>
                  <a:pt x="41132" y="1675065"/>
                </a:lnTo>
                <a:close/>
                <a:lnTo>
                  <a:pt x="42429" y="1671899"/>
                </a:lnTo>
                <a:close/>
                <a:lnTo>
                  <a:pt x="43748" y="1668726"/>
                </a:lnTo>
                <a:close/>
                <a:lnTo>
                  <a:pt x="45091" y="1665545"/>
                </a:lnTo>
                <a:close/>
                <a:lnTo>
                  <a:pt x="46456" y="1662355"/>
                </a:lnTo>
                <a:close/>
                <a:lnTo>
                  <a:pt x="47844" y="1659157"/>
                </a:lnTo>
                <a:close/>
                <a:lnTo>
                  <a:pt x="49256" y="1655948"/>
                </a:lnTo>
                <a:close/>
                <a:lnTo>
                  <a:pt x="50690" y="1652729"/>
                </a:lnTo>
                <a:close/>
                <a:lnTo>
                  <a:pt x="52148" y="1649502"/>
                </a:lnTo>
                <a:close/>
                <a:lnTo>
                  <a:pt x="53628" y="1646267"/>
                </a:lnTo>
                <a:close/>
                <a:lnTo>
                  <a:pt x="55130" y="1643025"/>
                </a:lnTo>
                <a:close/>
                <a:lnTo>
                  <a:pt x="56654" y="1639776"/>
                </a:lnTo>
                <a:close/>
                <a:lnTo>
                  <a:pt x="58200" y="1636522"/>
                </a:lnTo>
                <a:close/>
                <a:lnTo>
                  <a:pt x="59767" y="1633263"/>
                </a:lnTo>
                <a:close/>
                <a:lnTo>
                  <a:pt x="61356" y="1629999"/>
                </a:lnTo>
                <a:close/>
                <a:lnTo>
                  <a:pt x="62965" y="1626732"/>
                </a:lnTo>
                <a:close/>
                <a:lnTo>
                  <a:pt x="64595" y="1623463"/>
                </a:lnTo>
                <a:close/>
                <a:lnTo>
                  <a:pt x="66245" y="1620191"/>
                </a:lnTo>
                <a:close/>
                <a:lnTo>
                  <a:pt x="67916" y="1616919"/>
                </a:lnTo>
                <a:close/>
                <a:lnTo>
                  <a:pt x="69606" y="1613646"/>
                </a:lnTo>
                <a:close/>
                <a:lnTo>
                  <a:pt x="71316" y="1610374"/>
                </a:lnTo>
                <a:close/>
                <a:lnTo>
                  <a:pt x="73045" y="1607103"/>
                </a:lnTo>
                <a:close/>
                <a:lnTo>
                  <a:pt x="74793" y="1603834"/>
                </a:lnTo>
                <a:close/>
                <a:lnTo>
                  <a:pt x="76560" y="1600567"/>
                </a:lnTo>
                <a:close/>
                <a:lnTo>
                  <a:pt x="78345" y="1597305"/>
                </a:lnTo>
                <a:close/>
                <a:lnTo>
                  <a:pt x="80149" y="1594046"/>
                </a:lnTo>
                <a:close/>
                <a:lnTo>
                  <a:pt x="81971" y="1590793"/>
                </a:lnTo>
                <a:close/>
                <a:lnTo>
                  <a:pt x="83810" y="1587545"/>
                </a:lnTo>
                <a:close/>
                <a:lnTo>
                  <a:pt x="85666" y="1584304"/>
                </a:lnTo>
                <a:close/>
                <a:lnTo>
                  <a:pt x="87540" y="1581070"/>
                </a:lnTo>
                <a:close/>
                <a:lnTo>
                  <a:pt x="89431" y="1577843"/>
                </a:lnTo>
                <a:close/>
                <a:lnTo>
                  <a:pt x="91340" y="1574623"/>
                </a:lnTo>
                <a:close/>
                <a:lnTo>
                  <a:pt x="93266" y="1571409"/>
                </a:lnTo>
                <a:close/>
                <a:lnTo>
                  <a:pt x="95210" y="1568201"/>
                </a:lnTo>
                <a:close/>
                <a:lnTo>
                  <a:pt x="97173" y="1564997"/>
                </a:lnTo>
                <a:close/>
                <a:lnTo>
                  <a:pt x="99153" y="1561798"/>
                </a:lnTo>
                <a:close/>
                <a:lnTo>
                  <a:pt x="101153" y="1558603"/>
                </a:lnTo>
                <a:close/>
                <a:lnTo>
                  <a:pt x="103171" y="1555411"/>
                </a:lnTo>
                <a:close/>
                <a:lnTo>
                  <a:pt x="105208" y="1552223"/>
                </a:lnTo>
                <a:close/>
                <a:lnTo>
                  <a:pt x="107264" y="1549037"/>
                </a:lnTo>
                <a:close/>
                <a:lnTo>
                  <a:pt x="109339" y="1545853"/>
                </a:lnTo>
                <a:close/>
                <a:lnTo>
                  <a:pt x="111435" y="1542670"/>
                </a:lnTo>
                <a:close/>
                <a:lnTo>
                  <a:pt x="113550" y="1539488"/>
                </a:lnTo>
                <a:close/>
                <a:lnTo>
                  <a:pt x="115685" y="1536307"/>
                </a:lnTo>
                <a:close/>
                <a:lnTo>
                  <a:pt x="117840" y="1533126"/>
                </a:lnTo>
                <a:close/>
                <a:lnTo>
                  <a:pt x="120016" y="1529944"/>
                </a:lnTo>
                <a:close/>
                <a:lnTo>
                  <a:pt x="122213" y="1526761"/>
                </a:lnTo>
                <a:close/>
                <a:lnTo>
                  <a:pt x="124430" y="1523576"/>
                </a:lnTo>
                <a:close/>
                <a:lnTo>
                  <a:pt x="126669" y="1520389"/>
                </a:lnTo>
                <a:close/>
                <a:lnTo>
                  <a:pt x="128929" y="1517200"/>
                </a:lnTo>
                <a:close/>
                <a:lnTo>
                  <a:pt x="131211" y="1514008"/>
                </a:lnTo>
                <a:close/>
                <a:lnTo>
                  <a:pt x="133514" y="1510812"/>
                </a:lnTo>
                <a:close/>
                <a:lnTo>
                  <a:pt x="135839" y="1507612"/>
                </a:lnTo>
                <a:close/>
                <a:lnTo>
                  <a:pt x="138187" y="1504408"/>
                </a:lnTo>
                <a:close/>
                <a:lnTo>
                  <a:pt x="140556" y="1501200"/>
                </a:lnTo>
                <a:close/>
                <a:lnTo>
                  <a:pt x="142946" y="1497990"/>
                </a:lnTo>
                <a:close/>
                <a:lnTo>
                  <a:pt x="145359" y="1494776"/>
                </a:lnTo>
                <a:close/>
                <a:lnTo>
                  <a:pt x="147792" y="1491560"/>
                </a:lnTo>
                <a:close/>
                <a:lnTo>
                  <a:pt x="150247" y="1488342"/>
                </a:lnTo>
                <a:close/>
                <a:lnTo>
                  <a:pt x="152723" y="1485122"/>
                </a:lnTo>
                <a:close/>
                <a:lnTo>
                  <a:pt x="155220" y="1481901"/>
                </a:lnTo>
                <a:close/>
                <a:lnTo>
                  <a:pt x="157737" y="1478679"/>
                </a:lnTo>
                <a:close/>
                <a:lnTo>
                  <a:pt x="160275" y="1475456"/>
                </a:lnTo>
                <a:close/>
                <a:lnTo>
                  <a:pt x="162834" y="1472233"/>
                </a:lnTo>
                <a:close/>
                <a:lnTo>
                  <a:pt x="165413" y="1469010"/>
                </a:lnTo>
                <a:close/>
                <a:lnTo>
                  <a:pt x="168013" y="1465788"/>
                </a:lnTo>
                <a:close/>
                <a:lnTo>
                  <a:pt x="170632" y="1462566"/>
                </a:lnTo>
                <a:close/>
                <a:lnTo>
                  <a:pt x="173272" y="1459346"/>
                </a:lnTo>
                <a:close/>
                <a:lnTo>
                  <a:pt x="175931" y="1456127"/>
                </a:lnTo>
                <a:close/>
                <a:lnTo>
                  <a:pt x="178610" y="1452910"/>
                </a:lnTo>
                <a:close/>
                <a:lnTo>
                  <a:pt x="181308" y="1449696"/>
                </a:lnTo>
                <a:close/>
                <a:lnTo>
                  <a:pt x="184026" y="1446484"/>
                </a:lnTo>
                <a:close/>
                <a:lnTo>
                  <a:pt x="186764" y="1443275"/>
                </a:lnTo>
                <a:close/>
                <a:lnTo>
                  <a:pt x="189520" y="1440070"/>
                </a:lnTo>
                <a:close/>
                <a:lnTo>
                  <a:pt x="192295" y="1436869"/>
                </a:lnTo>
                <a:close/>
                <a:lnTo>
                  <a:pt x="195089" y="1433671"/>
                </a:lnTo>
                <a:close/>
                <a:lnTo>
                  <a:pt x="197903" y="1430478"/>
                </a:lnTo>
                <a:close/>
                <a:lnTo>
                  <a:pt x="200735" y="1427288"/>
                </a:lnTo>
                <a:close/>
                <a:lnTo>
                  <a:pt x="203586" y="1424100"/>
                </a:lnTo>
                <a:close/>
                <a:lnTo>
                  <a:pt x="206456" y="1420915"/>
                </a:lnTo>
                <a:close/>
                <a:lnTo>
                  <a:pt x="209346" y="1417732"/>
                </a:lnTo>
                <a:close/>
                <a:lnTo>
                  <a:pt x="212256" y="1414550"/>
                </a:lnTo>
                <a:close/>
                <a:lnTo>
                  <a:pt x="215185" y="1411369"/>
                </a:lnTo>
                <a:close/>
                <a:lnTo>
                  <a:pt x="218134" y="1408188"/>
                </a:lnTo>
                <a:close/>
                <a:lnTo>
                  <a:pt x="221102" y="1405006"/>
                </a:lnTo>
                <a:close/>
                <a:lnTo>
                  <a:pt x="224091" y="1401824"/>
                </a:lnTo>
                <a:close/>
                <a:lnTo>
                  <a:pt x="227100" y="1398641"/>
                </a:lnTo>
                <a:close/>
                <a:lnTo>
                  <a:pt x="230129" y="1395456"/>
                </a:lnTo>
                <a:close/>
                <a:lnTo>
                  <a:pt x="233178" y="1392269"/>
                </a:lnTo>
                <a:close/>
                <a:lnTo>
                  <a:pt x="236248" y="1389078"/>
                </a:lnTo>
                <a:close/>
                <a:lnTo>
                  <a:pt x="239338" y="1385885"/>
                </a:lnTo>
                <a:close/>
                <a:lnTo>
                  <a:pt x="242449" y="1382687"/>
                </a:lnTo>
                <a:close/>
                <a:lnTo>
                  <a:pt x="245581" y="1379485"/>
                </a:lnTo>
                <a:close/>
                <a:lnTo>
                  <a:pt x="248734" y="1376279"/>
                </a:lnTo>
                <a:close/>
                <a:lnTo>
                  <a:pt x="251908" y="1373067"/>
                </a:lnTo>
                <a:close/>
                <a:lnTo>
                  <a:pt x="255103" y="1369848"/>
                </a:lnTo>
                <a:close/>
                <a:lnTo>
                  <a:pt x="258320" y="1366624"/>
                </a:lnTo>
                <a:close/>
                <a:lnTo>
                  <a:pt x="261557" y="1363392"/>
                </a:lnTo>
                <a:close/>
                <a:lnTo>
                  <a:pt x="264817" y="1360154"/>
                </a:lnTo>
                <a:close/>
                <a:lnTo>
                  <a:pt x="268098" y="1356908"/>
                </a:lnTo>
                <a:close/>
                <a:lnTo>
                  <a:pt x="271400" y="1353655"/>
                </a:lnTo>
                <a:close/>
                <a:lnTo>
                  <a:pt x="274723" y="1350396"/>
                </a:lnTo>
                <a:close/>
                <a:lnTo>
                  <a:pt x="278068" y="1347132"/>
                </a:lnTo>
                <a:close/>
                <a:lnTo>
                  <a:pt x="281434" y="1343863"/>
                </a:lnTo>
                <a:close/>
                <a:lnTo>
                  <a:pt x="284820" y="1340589"/>
                </a:lnTo>
                <a:close/>
                <a:lnTo>
                  <a:pt x="288227" y="1337312"/>
                </a:lnTo>
                <a:close/>
                <a:lnTo>
                  <a:pt x="291655" y="1334032"/>
                </a:lnTo>
                <a:close/>
                <a:lnTo>
                  <a:pt x="295104" y="1330748"/>
                </a:lnTo>
                <a:close/>
                <a:lnTo>
                  <a:pt x="298573" y="1327463"/>
                </a:lnTo>
                <a:close/>
                <a:lnTo>
                  <a:pt x="302063" y="1324177"/>
                </a:lnTo>
                <a:close/>
                <a:lnTo>
                  <a:pt x="305572" y="1320889"/>
                </a:lnTo>
                <a:close/>
                <a:lnTo>
                  <a:pt x="309102" y="1317601"/>
                </a:lnTo>
                <a:close/>
                <a:lnTo>
                  <a:pt x="312652" y="1314313"/>
                </a:lnTo>
                <a:close/>
                <a:lnTo>
                  <a:pt x="316221" y="1311026"/>
                </a:lnTo>
                <a:close/>
                <a:lnTo>
                  <a:pt x="319811" y="1307741"/>
                </a:lnTo>
                <a:close/>
                <a:lnTo>
                  <a:pt x="323420" y="1304457"/>
                </a:lnTo>
                <a:close/>
                <a:lnTo>
                  <a:pt x="327048" y="1301176"/>
                </a:lnTo>
                <a:close/>
                <a:lnTo>
                  <a:pt x="330696" y="1297898"/>
                </a:lnTo>
                <a:close/>
                <a:lnTo>
                  <a:pt x="334364" y="1294623"/>
                </a:lnTo>
                <a:close/>
                <a:lnTo>
                  <a:pt x="338050" y="1291353"/>
                </a:lnTo>
                <a:close/>
                <a:lnTo>
                  <a:pt x="341756" y="1288087"/>
                </a:lnTo>
                <a:close/>
                <a:lnTo>
                  <a:pt x="345481" y="1284827"/>
                </a:lnTo>
                <a:close/>
                <a:lnTo>
                  <a:pt x="349224" y="1281572"/>
                </a:lnTo>
                <a:close/>
                <a:lnTo>
                  <a:pt x="352987" y="1278322"/>
                </a:lnTo>
                <a:close/>
                <a:lnTo>
                  <a:pt x="356769" y="1275077"/>
                </a:lnTo>
                <a:close/>
                <a:lnTo>
                  <a:pt x="360570" y="1271837"/>
                </a:lnTo>
                <a:close/>
                <a:lnTo>
                  <a:pt x="364391" y="1268602"/>
                </a:lnTo>
                <a:close/>
                <a:lnTo>
                  <a:pt x="368231" y="1265371"/>
                </a:lnTo>
                <a:close/>
                <a:lnTo>
                  <a:pt x="372092" y="1262144"/>
                </a:lnTo>
                <a:close/>
                <a:lnTo>
                  <a:pt x="375971" y="1258921"/>
                </a:lnTo>
                <a:close/>
                <a:lnTo>
                  <a:pt x="379871" y="1255702"/>
                </a:lnTo>
                <a:close/>
                <a:lnTo>
                  <a:pt x="383791" y="1252487"/>
                </a:lnTo>
                <a:close/>
                <a:lnTo>
                  <a:pt x="387731" y="1249275"/>
                </a:lnTo>
                <a:close/>
                <a:lnTo>
                  <a:pt x="391691" y="1246067"/>
                </a:lnTo>
                <a:close/>
                <a:lnTo>
                  <a:pt x="395672" y="1242862"/>
                </a:lnTo>
                <a:close/>
                <a:lnTo>
                  <a:pt x="399673" y="1239659"/>
                </a:lnTo>
                <a:close/>
                <a:lnTo>
                  <a:pt x="403695" y="1236459"/>
                </a:lnTo>
                <a:close/>
                <a:lnTo>
                  <a:pt x="407738" y="1233262"/>
                </a:lnTo>
                <a:close/>
                <a:lnTo>
                  <a:pt x="411801" y="1230067"/>
                </a:lnTo>
                <a:close/>
                <a:lnTo>
                  <a:pt x="415885" y="1226874"/>
                </a:lnTo>
                <a:close/>
                <a:lnTo>
                  <a:pt x="419991" y="1223683"/>
                </a:lnTo>
                <a:close/>
                <a:lnTo>
                  <a:pt x="424117" y="1220494"/>
                </a:lnTo>
                <a:close/>
                <a:lnTo>
                  <a:pt x="428265" y="1217306"/>
                </a:lnTo>
                <a:close/>
                <a:lnTo>
                  <a:pt x="432435" y="1214119"/>
                </a:lnTo>
                <a:close/>
                <a:lnTo>
                  <a:pt x="436625" y="1210934"/>
                </a:lnTo>
                <a:close/>
                <a:lnTo>
                  <a:pt x="440838" y="1207750"/>
                </a:lnTo>
                <a:close/>
                <a:lnTo>
                  <a:pt x="445071" y="1204566"/>
                </a:lnTo>
                <a:close/>
                <a:lnTo>
                  <a:pt x="449326" y="1201383"/>
                </a:lnTo>
                <a:close/>
                <a:lnTo>
                  <a:pt x="453603" y="1198200"/>
                </a:lnTo>
                <a:close/>
                <a:lnTo>
                  <a:pt x="457900" y="1195017"/>
                </a:lnTo>
                <a:close/>
                <a:lnTo>
                  <a:pt x="462218" y="1191834"/>
                </a:lnTo>
                <a:close/>
                <a:lnTo>
                  <a:pt x="466556" y="1188650"/>
                </a:lnTo>
                <a:close/>
                <a:lnTo>
                  <a:pt x="470916" y="1185465"/>
                </a:lnTo>
                <a:close/>
                <a:lnTo>
                  <a:pt x="475296" y="1182279"/>
                </a:lnTo>
                <a:close/>
                <a:lnTo>
                  <a:pt x="479696" y="1179092"/>
                </a:lnTo>
                <a:close/>
                <a:lnTo>
                  <a:pt x="484117" y="1175903"/>
                </a:lnTo>
                <a:close/>
                <a:lnTo>
                  <a:pt x="488558" y="1172712"/>
                </a:lnTo>
                <a:close/>
                <a:lnTo>
                  <a:pt x="493019" y="1169519"/>
                </a:lnTo>
                <a:close/>
                <a:lnTo>
                  <a:pt x="497500" y="1166324"/>
                </a:lnTo>
                <a:close/>
                <a:lnTo>
                  <a:pt x="502000" y="1163127"/>
                </a:lnTo>
                <a:close/>
                <a:lnTo>
                  <a:pt x="506521" y="1159926"/>
                </a:lnTo>
                <a:close/>
                <a:lnTo>
                  <a:pt x="511061" y="1156722"/>
                </a:lnTo>
                <a:close/>
                <a:lnTo>
                  <a:pt x="515620" y="1153515"/>
                </a:lnTo>
                <a:close/>
                <a:lnTo>
                  <a:pt x="520199" y="1150305"/>
                </a:lnTo>
                <a:close/>
                <a:lnTo>
                  <a:pt x="524797" y="1147090"/>
                </a:lnTo>
                <a:close/>
                <a:lnTo>
                  <a:pt x="529414" y="1143871"/>
                </a:lnTo>
                <a:close/>
                <a:lnTo>
                  <a:pt x="534050" y="1140648"/>
                </a:lnTo>
                <a:close/>
                <a:lnTo>
                  <a:pt x="538705" y="1137421"/>
                </a:lnTo>
                <a:close/>
                <a:lnTo>
                  <a:pt x="543379" y="1134189"/>
                </a:lnTo>
                <a:close/>
                <a:lnTo>
                  <a:pt x="548072" y="1130952"/>
                </a:lnTo>
                <a:close/>
                <a:lnTo>
                  <a:pt x="552784" y="1127712"/>
                </a:lnTo>
                <a:close/>
                <a:lnTo>
                  <a:pt x="557516" y="1124468"/>
                </a:lnTo>
                <a:close/>
                <a:lnTo>
                  <a:pt x="562266" y="1121221"/>
                </a:lnTo>
                <a:close/>
                <a:lnTo>
                  <a:pt x="567037" y="1117971"/>
                </a:lnTo>
                <a:close/>
                <a:lnTo>
                  <a:pt x="571827" y="1114718"/>
                </a:lnTo>
                <a:close/>
                <a:lnTo>
                  <a:pt x="576637" y="1111463"/>
                </a:lnTo>
                <a:close/>
                <a:lnTo>
                  <a:pt x="581467" y="1108205"/>
                </a:lnTo>
                <a:close/>
                <a:lnTo>
                  <a:pt x="586318" y="1104946"/>
                </a:lnTo>
                <a:close/>
                <a:lnTo>
                  <a:pt x="591188" y="1101685"/>
                </a:lnTo>
                <a:close/>
                <a:lnTo>
                  <a:pt x="596079" y="1098423"/>
                </a:lnTo>
                <a:close/>
                <a:lnTo>
                  <a:pt x="600991" y="1095160"/>
                </a:lnTo>
                <a:close/>
                <a:lnTo>
                  <a:pt x="605923" y="1091897"/>
                </a:lnTo>
                <a:close/>
                <a:lnTo>
                  <a:pt x="610876" y="1088633"/>
                </a:lnTo>
                <a:close/>
                <a:lnTo>
                  <a:pt x="615850" y="1085369"/>
                </a:lnTo>
                <a:close/>
                <a:lnTo>
                  <a:pt x="620846" y="1082106"/>
                </a:lnTo>
                <a:close/>
                <a:lnTo>
                  <a:pt x="625862" y="1078843"/>
                </a:lnTo>
                <a:close/>
                <a:lnTo>
                  <a:pt x="630900" y="1075581"/>
                </a:lnTo>
                <a:close/>
                <a:lnTo>
                  <a:pt x="635960" y="1072321"/>
                </a:lnTo>
                <a:close/>
                <a:lnTo>
                  <a:pt x="641041" y="1069062"/>
                </a:lnTo>
                <a:close/>
                <a:lnTo>
                  <a:pt x="646144" y="1065804"/>
                </a:lnTo>
                <a:close/>
                <a:lnTo>
                  <a:pt x="651269" y="1062549"/>
                </a:lnTo>
                <a:close/>
                <a:lnTo>
                  <a:pt x="656416" y="1059296"/>
                </a:lnTo>
                <a:close/>
                <a:lnTo>
                  <a:pt x="661585" y="1056045"/>
                </a:lnTo>
                <a:close/>
                <a:lnTo>
                  <a:pt x="666775" y="1052797"/>
                </a:lnTo>
                <a:close/>
                <a:lnTo>
                  <a:pt x="671986" y="1049550"/>
                </a:lnTo>
                <a:close/>
                <a:lnTo>
                  <a:pt x="677218" y="1046305"/>
                </a:lnTo>
                <a:close/>
                <a:lnTo>
                  <a:pt x="682472" y="1043063"/>
                </a:lnTo>
                <a:close/>
                <a:lnTo>
                  <a:pt x="687746" y="1039822"/>
                </a:lnTo>
                <a:close/>
                <a:lnTo>
                  <a:pt x="693040" y="1036583"/>
                </a:lnTo>
                <a:close/>
                <a:lnTo>
                  <a:pt x="698354" y="1033345"/>
                </a:lnTo>
                <a:close/>
                <a:lnTo>
                  <a:pt x="703689" y="1030109"/>
                </a:lnTo>
                <a:close/>
                <a:lnTo>
                  <a:pt x="709043" y="1026875"/>
                </a:lnTo>
                <a:close/>
                <a:lnTo>
                  <a:pt x="714417" y="1023643"/>
                </a:lnTo>
                <a:close/>
                <a:lnTo>
                  <a:pt x="719810" y="1020412"/>
                </a:lnTo>
                <a:close/>
                <a:lnTo>
                  <a:pt x="725222" y="1017182"/>
                </a:lnTo>
                <a:close/>
                <a:lnTo>
                  <a:pt x="730653" y="1013954"/>
                </a:lnTo>
                <a:close/>
                <a:lnTo>
                  <a:pt x="736103" y="1010727"/>
                </a:lnTo>
                <a:close/>
                <a:lnTo>
                  <a:pt x="741571" y="1007501"/>
                </a:lnTo>
                <a:close/>
                <a:lnTo>
                  <a:pt x="747058" y="1004277"/>
                </a:lnTo>
                <a:close/>
                <a:lnTo>
                  <a:pt x="752563" y="1001053"/>
                </a:lnTo>
                <a:close/>
                <a:lnTo>
                  <a:pt x="758085" y="997831"/>
                </a:lnTo>
                <a:close/>
                <a:lnTo>
                  <a:pt x="763625" y="994610"/>
                </a:lnTo>
                <a:close/>
                <a:lnTo>
                  <a:pt x="769183" y="991389"/>
                </a:lnTo>
                <a:close/>
                <a:lnTo>
                  <a:pt x="774758" y="988170"/>
                </a:lnTo>
                <a:close/>
                <a:lnTo>
                  <a:pt x="780349" y="984951"/>
                </a:lnTo>
                <a:close/>
                <a:lnTo>
                  <a:pt x="785959" y="981733"/>
                </a:lnTo>
                <a:close/>
                <a:lnTo>
                  <a:pt x="791586" y="978516"/>
                </a:lnTo>
                <a:close/>
                <a:lnTo>
                  <a:pt x="797232" y="975299"/>
                </a:lnTo>
                <a:close/>
                <a:lnTo>
                  <a:pt x="802895" y="972083"/>
                </a:lnTo>
                <a:close/>
                <a:lnTo>
                  <a:pt x="808577" y="968868"/>
                </a:lnTo>
                <a:close/>
                <a:lnTo>
                  <a:pt x="814278" y="965653"/>
                </a:lnTo>
                <a:close/>
                <a:lnTo>
                  <a:pt x="819999" y="962438"/>
                </a:lnTo>
                <a:close/>
                <a:lnTo>
                  <a:pt x="825738" y="959224"/>
                </a:lnTo>
                <a:close/>
                <a:lnTo>
                  <a:pt x="831497" y="956010"/>
                </a:lnTo>
                <a:close/>
                <a:lnTo>
                  <a:pt x="837277" y="952796"/>
                </a:lnTo>
                <a:close/>
                <a:lnTo>
                  <a:pt x="843076" y="949583"/>
                </a:lnTo>
                <a:close/>
                <a:lnTo>
                  <a:pt x="848896" y="946369"/>
                </a:lnTo>
                <a:close/>
                <a:lnTo>
                  <a:pt x="854736" y="943156"/>
                </a:lnTo>
                <a:close/>
                <a:lnTo>
                  <a:pt x="860598" y="939943"/>
                </a:lnTo>
                <a:close/>
                <a:lnTo>
                  <a:pt x="866481" y="936729"/>
                </a:lnTo>
                <a:close/>
                <a:lnTo>
                  <a:pt x="872385" y="933516"/>
                </a:lnTo>
                <a:close/>
                <a:lnTo>
                  <a:pt x="878311" y="930302"/>
                </a:lnTo>
                <a:close/>
                <a:lnTo>
                  <a:pt x="884259" y="927088"/>
                </a:lnTo>
                <a:close/>
                <a:lnTo>
                  <a:pt x="890230" y="923874"/>
                </a:lnTo>
                <a:close/>
                <a:lnTo>
                  <a:pt x="896223" y="920659"/>
                </a:lnTo>
                <a:close/>
                <a:lnTo>
                  <a:pt x="902239" y="917444"/>
                </a:lnTo>
                <a:close/>
                <a:lnTo>
                  <a:pt x="908279" y="914229"/>
                </a:lnTo>
                <a:close/>
                <a:lnTo>
                  <a:pt x="914341" y="911013"/>
                </a:lnTo>
                <a:close/>
                <a:lnTo>
                  <a:pt x="920426" y="907797"/>
                </a:lnTo>
                <a:close/>
                <a:lnTo>
                  <a:pt x="926535" y="904580"/>
                </a:lnTo>
                <a:close/>
                <a:lnTo>
                  <a:pt x="932665" y="901364"/>
                </a:lnTo>
                <a:close/>
                <a:lnTo>
                  <a:pt x="938819" y="898147"/>
                </a:lnTo>
                <a:close/>
                <a:lnTo>
                  <a:pt x="944994" y="894929"/>
                </a:lnTo>
                <a:close/>
                <a:lnTo>
                  <a:pt x="951192" y="891712"/>
                </a:lnTo>
                <a:close/>
                <a:lnTo>
                  <a:pt x="957411" y="888495"/>
                </a:lnTo>
                <a:close/>
                <a:lnTo>
                  <a:pt x="963653" y="885278"/>
                </a:lnTo>
                <a:close/>
                <a:lnTo>
                  <a:pt x="969915" y="882061"/>
                </a:lnTo>
                <a:close/>
                <a:lnTo>
                  <a:pt x="976199" y="878845"/>
                </a:lnTo>
                <a:close/>
                <a:lnTo>
                  <a:pt x="982504" y="875628"/>
                </a:lnTo>
                <a:close/>
                <a:lnTo>
                  <a:pt x="988830" y="872413"/>
                </a:lnTo>
                <a:close/>
                <a:lnTo>
                  <a:pt x="995177" y="869197"/>
                </a:lnTo>
                <a:close/>
                <a:lnTo>
                  <a:pt x="1001545" y="865982"/>
                </a:lnTo>
                <a:close/>
                <a:lnTo>
                  <a:pt x="1007933" y="862768"/>
                </a:lnTo>
                <a:close/>
                <a:lnTo>
                  <a:pt x="1014341" y="859554"/>
                </a:lnTo>
                <a:close/>
                <a:lnTo>
                  <a:pt x="1020769" y="856341"/>
                </a:lnTo>
                <a:close/>
                <a:lnTo>
                  <a:pt x="1027216" y="853129"/>
                </a:lnTo>
                <a:close/>
                <a:lnTo>
                  <a:pt x="1033684" y="849918"/>
                </a:lnTo>
                <a:close/>
                <a:lnTo>
                  <a:pt x="1040171" y="846707"/>
                </a:lnTo>
                <a:close/>
                <a:lnTo>
                  <a:pt x="1046677" y="843498"/>
                </a:lnTo>
                <a:close/>
                <a:lnTo>
                  <a:pt x="1053202" y="840290"/>
                </a:lnTo>
                <a:close/>
                <a:lnTo>
                  <a:pt x="1059747" y="837083"/>
                </a:lnTo>
                <a:close/>
                <a:lnTo>
                  <a:pt x="1066310" y="833876"/>
                </a:lnTo>
                <a:close/>
                <a:lnTo>
                  <a:pt x="1072892" y="830670"/>
                </a:lnTo>
                <a:close/>
                <a:lnTo>
                  <a:pt x="1079494" y="827465"/>
                </a:lnTo>
                <a:close/>
                <a:lnTo>
                  <a:pt x="1086114" y="824259"/>
                </a:lnTo>
                <a:close/>
                <a:lnTo>
                  <a:pt x="1092754" y="821054"/>
                </a:lnTo>
                <a:close/>
                <a:lnTo>
                  <a:pt x="1099413" y="817848"/>
                </a:lnTo>
                <a:close/>
                <a:lnTo>
                  <a:pt x="1106091" y="814642"/>
                </a:lnTo>
                <a:close/>
                <a:lnTo>
                  <a:pt x="1112788" y="811435"/>
                </a:lnTo>
                <a:close/>
                <a:lnTo>
                  <a:pt x="1119505" y="808226"/>
                </a:lnTo>
                <a:close/>
                <a:lnTo>
                  <a:pt x="1126241" y="805017"/>
                </a:lnTo>
                <a:close/>
                <a:lnTo>
                  <a:pt x="1132996" y="801807"/>
                </a:lnTo>
                <a:close/>
                <a:lnTo>
                  <a:pt x="1139771" y="798594"/>
                </a:lnTo>
                <a:close/>
                <a:lnTo>
                  <a:pt x="1146565" y="795380"/>
                </a:lnTo>
                <a:close/>
                <a:lnTo>
                  <a:pt x="1153378" y="792164"/>
                </a:lnTo>
                <a:close/>
                <a:lnTo>
                  <a:pt x="1160211" y="788945"/>
                </a:lnTo>
                <a:close/>
                <a:lnTo>
                  <a:pt x="1167063" y="785724"/>
                </a:lnTo>
                <a:close/>
                <a:lnTo>
                  <a:pt x="1173935" y="782500"/>
                </a:lnTo>
                <a:close/>
                <a:lnTo>
                  <a:pt x="1180826" y="779274"/>
                </a:lnTo>
                <a:close/>
                <a:lnTo>
                  <a:pt x="1187737" y="776044"/>
                </a:lnTo>
                <a:close/>
                <a:lnTo>
                  <a:pt x="1194668" y="772810"/>
                </a:lnTo>
                <a:close/>
                <a:lnTo>
                  <a:pt x="1201618" y="769573"/>
                </a:lnTo>
                <a:close/>
                <a:lnTo>
                  <a:pt x="1208588" y="766332"/>
                </a:lnTo>
                <a:close/>
                <a:lnTo>
                  <a:pt x="1215577" y="763088"/>
                </a:lnTo>
                <a:close/>
                <a:lnTo>
                  <a:pt x="1222586" y="759840"/>
                </a:lnTo>
                <a:close/>
                <a:lnTo>
                  <a:pt x="1229616" y="756590"/>
                </a:lnTo>
                <a:close/>
                <a:lnTo>
                  <a:pt x="1236665" y="753338"/>
                </a:lnTo>
                <a:close/>
                <a:lnTo>
                  <a:pt x="1243734" y="750084"/>
                </a:lnTo>
                <a:close/>
                <a:lnTo>
                  <a:pt x="1250823" y="746830"/>
                </a:lnTo>
                <a:close/>
                <a:lnTo>
                  <a:pt x="1257932" y="743575"/>
                </a:lnTo>
                <a:close/>
                <a:lnTo>
                  <a:pt x="1265061" y="740321"/>
                </a:lnTo>
                <a:close/>
                <a:lnTo>
                  <a:pt x="1272211" y="737068"/>
                </a:lnTo>
                <a:close/>
                <a:lnTo>
                  <a:pt x="1279380" y="733817"/>
                </a:lnTo>
                <a:close/>
                <a:lnTo>
                  <a:pt x="1286571" y="730567"/>
                </a:lnTo>
                <a:close/>
                <a:lnTo>
                  <a:pt x="1293781" y="727321"/>
                </a:lnTo>
                <a:close/>
                <a:lnTo>
                  <a:pt x="1301012" y="724077"/>
                </a:lnTo>
                <a:close/>
                <a:lnTo>
                  <a:pt x="1308264" y="720838"/>
                </a:lnTo>
                <a:close/>
                <a:lnTo>
                  <a:pt x="1315536" y="717603"/>
                </a:lnTo>
                <a:close/>
                <a:lnTo>
                  <a:pt x="1322829" y="714374"/>
                </a:lnTo>
                <a:close/>
                <a:lnTo>
                  <a:pt x="1330143" y="711150"/>
                </a:lnTo>
                <a:close/>
                <a:lnTo>
                  <a:pt x="1337477" y="707932"/>
                </a:lnTo>
                <a:close/>
                <a:lnTo>
                  <a:pt x="1344832" y="704722"/>
                </a:lnTo>
                <a:close/>
                <a:lnTo>
                  <a:pt x="1352209" y="701518"/>
                </a:lnTo>
                <a:close/>
                <a:lnTo>
                  <a:pt x="1359606" y="698323"/>
                </a:lnTo>
                <a:close/>
                <a:lnTo>
                  <a:pt x="1367024" y="695137"/>
                </a:lnTo>
                <a:close/>
                <a:lnTo>
                  <a:pt x="1374464" y="691960"/>
                </a:lnTo>
                <a:close/>
                <a:lnTo>
                  <a:pt x="1381924" y="688792"/>
                </a:lnTo>
                <a:close/>
                <a:lnTo>
                  <a:pt x="1389406" y="685632"/>
                </a:lnTo>
                <a:close/>
                <a:lnTo>
                  <a:pt x="1396909" y="682480"/>
                </a:lnTo>
                <a:close/>
                <a:lnTo>
                  <a:pt x="1404433" y="679336"/>
                </a:lnTo>
                <a:close/>
                <a:lnTo>
                  <a:pt x="1411977" y="676197"/>
                </a:lnTo>
                <a:close/>
                <a:lnTo>
                  <a:pt x="1419543" y="673064"/>
                </a:lnTo>
                <a:close/>
                <a:lnTo>
                  <a:pt x="1427129" y="669935"/>
                </a:lnTo>
                <a:close/>
                <a:lnTo>
                  <a:pt x="1434736" y="666810"/>
                </a:lnTo>
                <a:close/>
                <a:lnTo>
                  <a:pt x="1442363" y="663688"/>
                </a:lnTo>
                <a:close/>
                <a:lnTo>
                  <a:pt x="1450011" y="660568"/>
                </a:lnTo>
                <a:close/>
                <a:lnTo>
                  <a:pt x="1457680" y="657449"/>
                </a:lnTo>
                <a:close/>
                <a:lnTo>
                  <a:pt x="1465368" y="654332"/>
                </a:lnTo>
                <a:close/>
                <a:lnTo>
                  <a:pt x="1473078" y="651213"/>
                </a:lnTo>
                <a:close/>
                <a:lnTo>
                  <a:pt x="1480807" y="648094"/>
                </a:lnTo>
                <a:close/>
                <a:lnTo>
                  <a:pt x="1488557" y="644973"/>
                </a:lnTo>
                <a:close/>
                <a:lnTo>
                  <a:pt x="1496327" y="641850"/>
                </a:lnTo>
                <a:close/>
                <a:lnTo>
                  <a:pt x="1504117" y="638723"/>
                </a:lnTo>
                <a:close/>
                <a:lnTo>
                  <a:pt x="1511927" y="635592"/>
                </a:lnTo>
                <a:close/>
                <a:lnTo>
                  <a:pt x="1519758" y="632456"/>
                </a:lnTo>
                <a:close/>
                <a:lnTo>
                  <a:pt x="1527608" y="629314"/>
                </a:lnTo>
                <a:close/>
                <a:lnTo>
                  <a:pt x="1535477" y="626166"/>
                </a:lnTo>
                <a:close/>
                <a:lnTo>
                  <a:pt x="1543367" y="623010"/>
                </a:lnTo>
                <a:close/>
                <a:lnTo>
                  <a:pt x="1551276" y="619847"/>
                </a:lnTo>
                <a:close/>
                <a:lnTo>
                  <a:pt x="1559205" y="616674"/>
                </a:lnTo>
                <a:close/>
                <a:lnTo>
                  <a:pt x="1567154" y="613494"/>
                </a:lnTo>
                <a:close/>
                <a:lnTo>
                  <a:pt x="1575122" y="610306"/>
                </a:lnTo>
                <a:close/>
                <a:lnTo>
                  <a:pt x="1583110" y="607110"/>
                </a:lnTo>
                <a:close/>
                <a:lnTo>
                  <a:pt x="1591118" y="603907"/>
                </a:lnTo>
                <a:close/>
                <a:lnTo>
                  <a:pt x="1599144" y="600697"/>
                </a:lnTo>
                <a:close/>
                <a:lnTo>
                  <a:pt x="1607191" y="597481"/>
                </a:lnTo>
                <a:close/>
                <a:lnTo>
                  <a:pt x="1615257" y="594258"/>
                </a:lnTo>
                <a:close/>
                <a:lnTo>
                  <a:pt x="1623342" y="591030"/>
                </a:lnTo>
                <a:close/>
                <a:lnTo>
                  <a:pt x="1631447" y="587796"/>
                </a:lnTo>
                <a:close/>
                <a:lnTo>
                  <a:pt x="1639571" y="584557"/>
                </a:lnTo>
                <a:close/>
                <a:lnTo>
                  <a:pt x="1647714" y="581313"/>
                </a:lnTo>
                <a:close/>
                <a:lnTo>
                  <a:pt x="1655877" y="578065"/>
                </a:lnTo>
                <a:close/>
                <a:lnTo>
                  <a:pt x="1664059" y="574812"/>
                </a:lnTo>
                <a:close/>
                <a:lnTo>
                  <a:pt x="1672260" y="571556"/>
                </a:lnTo>
                <a:close/>
                <a:lnTo>
                  <a:pt x="1680481" y="568297"/>
                </a:lnTo>
                <a:close/>
                <a:lnTo>
                  <a:pt x="1688721" y="565034"/>
                </a:lnTo>
                <a:close/>
                <a:lnTo>
                  <a:pt x="1696980" y="561769"/>
                </a:lnTo>
                <a:close/>
                <a:lnTo>
                  <a:pt x="1705258" y="558501"/>
                </a:lnTo>
                <a:close/>
                <a:lnTo>
                  <a:pt x="1713555" y="555231"/>
                </a:lnTo>
                <a:close/>
                <a:lnTo>
                  <a:pt x="1721871" y="551959"/>
                </a:lnTo>
                <a:close/>
                <a:lnTo>
                  <a:pt x="1730207" y="548686"/>
                </a:lnTo>
                <a:close/>
                <a:lnTo>
                  <a:pt x="1738561" y="545412"/>
                </a:lnTo>
                <a:close/>
                <a:lnTo>
                  <a:pt x="1746935" y="542137"/>
                </a:lnTo>
                <a:close/>
                <a:lnTo>
                  <a:pt x="1755327" y="538861"/>
                </a:lnTo>
                <a:close/>
                <a:lnTo>
                  <a:pt x="1763740" y="535585"/>
                </a:lnTo>
                <a:close/>
                <a:lnTo>
                  <a:pt x="1772171" y="532308"/>
                </a:lnTo>
                <a:close/>
                <a:lnTo>
                  <a:pt x="1780623" y="529031"/>
                </a:lnTo>
                <a:close/>
                <a:lnTo>
                  <a:pt x="1789095" y="525753"/>
                </a:lnTo>
                <a:close/>
                <a:lnTo>
                  <a:pt x="1797586" y="522476"/>
                </a:lnTo>
                <a:close/>
                <a:lnTo>
                  <a:pt x="1806098" y="519198"/>
                </a:lnTo>
                <a:close/>
                <a:lnTo>
                  <a:pt x="1814631" y="515921"/>
                </a:lnTo>
                <a:close/>
                <a:lnTo>
                  <a:pt x="1823184" y="512643"/>
                </a:lnTo>
                <a:close/>
                <a:lnTo>
                  <a:pt x="1831758" y="509366"/>
                </a:lnTo>
                <a:close/>
                <a:lnTo>
                  <a:pt x="1840353" y="506090"/>
                </a:lnTo>
                <a:close/>
                <a:lnTo>
                  <a:pt x="1848970" y="502813"/>
                </a:lnTo>
                <a:close/>
                <a:lnTo>
                  <a:pt x="1857607" y="499538"/>
                </a:lnTo>
                <a:close/>
                <a:lnTo>
                  <a:pt x="1866267" y="496263"/>
                </a:lnTo>
                <a:close/>
                <a:lnTo>
                  <a:pt x="1874948" y="492989"/>
                </a:lnTo>
                <a:close/>
                <a:lnTo>
                  <a:pt x="1883650" y="489716"/>
                </a:lnTo>
                <a:close/>
                <a:lnTo>
                  <a:pt x="1892375" y="486444"/>
                </a:lnTo>
                <a:close/>
                <a:lnTo>
                  <a:pt x="1901123" y="483173"/>
                </a:lnTo>
                <a:close/>
                <a:lnTo>
                  <a:pt x="1909892" y="479903"/>
                </a:lnTo>
                <a:close/>
                <a:lnTo>
                  <a:pt x="1918685" y="476635"/>
                </a:lnTo>
                <a:close/>
                <a:lnTo>
                  <a:pt x="1927500" y="473368"/>
                </a:lnTo>
                <a:close/>
                <a:lnTo>
                  <a:pt x="1936338" y="470102"/>
                </a:lnTo>
                <a:close/>
                <a:lnTo>
                  <a:pt x="1945199" y="466838"/>
                </a:lnTo>
                <a:close/>
                <a:lnTo>
                  <a:pt x="1954083" y="463576"/>
                </a:lnTo>
                <a:close/>
                <a:lnTo>
                  <a:pt x="1962989" y="460315"/>
                </a:lnTo>
                <a:close/>
                <a:lnTo>
                  <a:pt x="1971918" y="457056"/>
                </a:lnTo>
                <a:close/>
                <a:lnTo>
                  <a:pt x="1980869" y="453798"/>
                </a:lnTo>
                <a:close/>
                <a:lnTo>
                  <a:pt x="1989842" y="450541"/>
                </a:lnTo>
                <a:close/>
                <a:lnTo>
                  <a:pt x="1998836" y="447285"/>
                </a:lnTo>
                <a:close/>
                <a:lnTo>
                  <a:pt x="2007852" y="444029"/>
                </a:lnTo>
                <a:close/>
                <a:lnTo>
                  <a:pt x="2016889" y="440775"/>
                </a:lnTo>
                <a:close/>
                <a:lnTo>
                  <a:pt x="2025947" y="437522"/>
                </a:lnTo>
                <a:close/>
                <a:lnTo>
                  <a:pt x="2035026" y="434269"/>
                </a:lnTo>
                <a:close/>
                <a:lnTo>
                  <a:pt x="2044125" y="431016"/>
                </a:lnTo>
                <a:close/>
                <a:lnTo>
                  <a:pt x="2053245" y="427765"/>
                </a:lnTo>
                <a:close/>
                <a:lnTo>
                  <a:pt x="2062384" y="424513"/>
                </a:lnTo>
                <a:close/>
                <a:lnTo>
                  <a:pt x="2071544" y="421262"/>
                </a:lnTo>
                <a:close/>
                <a:lnTo>
                  <a:pt x="2080723" y="418011"/>
                </a:lnTo>
                <a:close/>
                <a:lnTo>
                  <a:pt x="2089921" y="414760"/>
                </a:lnTo>
                <a:close/>
                <a:lnTo>
                  <a:pt x="2099138" y="411509"/>
                </a:lnTo>
                <a:close/>
                <a:lnTo>
                  <a:pt x="2108374" y="408258"/>
                </a:lnTo>
                <a:close/>
                <a:lnTo>
                  <a:pt x="2117629" y="405006"/>
                </a:lnTo>
                <a:close/>
                <a:lnTo>
                  <a:pt x="2126903" y="401754"/>
                </a:lnTo>
                <a:close/>
                <a:lnTo>
                  <a:pt x="2136194" y="398502"/>
                </a:lnTo>
                <a:close/>
                <a:lnTo>
                  <a:pt x="2145504" y="395250"/>
                </a:lnTo>
                <a:close/>
                <a:lnTo>
                  <a:pt x="2154831" y="391997"/>
                </a:lnTo>
                <a:close/>
                <a:lnTo>
                  <a:pt x="2164176" y="388743"/>
                </a:lnTo>
                <a:close/>
                <a:lnTo>
                  <a:pt x="2173539" y="385489"/>
                </a:lnTo>
                <a:close/>
                <a:lnTo>
                  <a:pt x="2182920" y="382234"/>
                </a:lnTo>
                <a:close/>
                <a:lnTo>
                  <a:pt x="2192319" y="378979"/>
                </a:lnTo>
                <a:close/>
                <a:lnTo>
                  <a:pt x="2201736" y="375724"/>
                </a:lnTo>
                <a:close/>
                <a:lnTo>
                  <a:pt x="2211172" y="372469"/>
                </a:lnTo>
                <a:close/>
                <a:lnTo>
                  <a:pt x="2220626" y="369213"/>
                </a:lnTo>
                <a:close/>
                <a:lnTo>
                  <a:pt x="2230098" y="365957"/>
                </a:lnTo>
                <a:close/>
                <a:lnTo>
                  <a:pt x="2239589" y="362701"/>
                </a:lnTo>
                <a:close/>
                <a:lnTo>
                  <a:pt x="2249098" y="359445"/>
                </a:lnTo>
                <a:close/>
                <a:lnTo>
                  <a:pt x="2258626" y="356190"/>
                </a:lnTo>
                <a:close/>
                <a:lnTo>
                  <a:pt x="2268173" y="352934"/>
                </a:lnTo>
                <a:close/>
                <a:lnTo>
                  <a:pt x="2277738" y="349678"/>
                </a:lnTo>
                <a:close/>
                <a:lnTo>
                  <a:pt x="2287322" y="346423"/>
                </a:lnTo>
                <a:close/>
                <a:lnTo>
                  <a:pt x="2296925" y="343168"/>
                </a:lnTo>
                <a:close/>
                <a:lnTo>
                  <a:pt x="2306548" y="339913"/>
                </a:lnTo>
                <a:close/>
                <a:lnTo>
                  <a:pt x="2316189" y="336659"/>
                </a:lnTo>
                <a:close/>
                <a:lnTo>
                  <a:pt x="2325849" y="333405"/>
                </a:lnTo>
                <a:close/>
                <a:lnTo>
                  <a:pt x="2335529" y="330151"/>
                </a:lnTo>
                <a:close/>
                <a:lnTo>
                  <a:pt x="2345228" y="326898"/>
                </a:lnTo>
                <a:close/>
                <a:lnTo>
                  <a:pt x="2354946" y="323646"/>
                </a:lnTo>
                <a:close/>
                <a:lnTo>
                  <a:pt x="2364684" y="320394"/>
                </a:lnTo>
                <a:close/>
                <a:lnTo>
                  <a:pt x="2374441" y="317143"/>
                </a:lnTo>
                <a:close/>
                <a:lnTo>
                  <a:pt x="2384218" y="313893"/>
                </a:lnTo>
                <a:close/>
                <a:lnTo>
                  <a:pt x="2394016" y="310644"/>
                </a:lnTo>
                <a:close/>
                <a:lnTo>
                  <a:pt x="2403834" y="307396"/>
                </a:lnTo>
                <a:close/>
                <a:lnTo>
                  <a:pt x="2413674" y="304149"/>
                </a:lnTo>
                <a:close/>
                <a:lnTo>
                  <a:pt x="2423535" y="300903"/>
                </a:lnTo>
                <a:close/>
                <a:lnTo>
                  <a:pt x="2433418" y="297658"/>
                </a:lnTo>
                <a:close/>
                <a:lnTo>
                  <a:pt x="2443323" y="294415"/>
                </a:lnTo>
                <a:close/>
                <a:lnTo>
                  <a:pt x="2453250" y="291173"/>
                </a:lnTo>
                <a:close/>
                <a:lnTo>
                  <a:pt x="2463201" y="287933"/>
                </a:lnTo>
                <a:close/>
                <a:lnTo>
                  <a:pt x="2473175" y="284695"/>
                </a:lnTo>
                <a:close/>
                <a:lnTo>
                  <a:pt x="2483173" y="281458"/>
                </a:lnTo>
                <a:close/>
                <a:lnTo>
                  <a:pt x="2493194" y="278223"/>
                </a:lnTo>
                <a:close/>
                <a:lnTo>
                  <a:pt x="2503241" y="274991"/>
                </a:lnTo>
                <a:close/>
                <a:lnTo>
                  <a:pt x="2513312" y="271760"/>
                </a:lnTo>
                <a:close/>
                <a:lnTo>
                  <a:pt x="2523408" y="268532"/>
                </a:lnTo>
                <a:close/>
                <a:lnTo>
                  <a:pt x="2533531" y="265305"/>
                </a:lnTo>
                <a:close/>
                <a:lnTo>
                  <a:pt x="2543679" y="262082"/>
                </a:lnTo>
                <a:close/>
                <a:lnTo>
                  <a:pt x="2553853" y="258860"/>
                </a:lnTo>
                <a:close/>
                <a:lnTo>
                  <a:pt x="2564054" y="255642"/>
                </a:lnTo>
                <a:close/>
                <a:lnTo>
                  <a:pt x="2574283" y="252426"/>
                </a:lnTo>
                <a:close/>
                <a:lnTo>
                  <a:pt x="2584539" y="249213"/>
                </a:lnTo>
                <a:close/>
                <a:lnTo>
                  <a:pt x="2594822" y="246002"/>
                </a:lnTo>
                <a:close/>
                <a:lnTo>
                  <a:pt x="2605134" y="242795"/>
                </a:lnTo>
                <a:close/>
                <a:lnTo>
                  <a:pt x="2615472" y="239591"/>
                </a:lnTo>
                <a:close/>
                <a:lnTo>
                  <a:pt x="2625835" y="236389"/>
                </a:lnTo>
                <a:close/>
                <a:lnTo>
                  <a:pt x="2636221" y="233191"/>
                </a:lnTo>
                <a:close/>
                <a:lnTo>
                  <a:pt x="2646628" y="229995"/>
                </a:lnTo>
                <a:close/>
                <a:lnTo>
                  <a:pt x="2657056" y="226803"/>
                </a:lnTo>
                <a:close/>
                <a:lnTo>
                  <a:pt x="2667502" y="223613"/>
                </a:lnTo>
                <a:close/>
                <a:lnTo>
                  <a:pt x="2677965" y="220426"/>
                </a:lnTo>
                <a:close/>
                <a:lnTo>
                  <a:pt x="2688443" y="217243"/>
                </a:lnTo>
                <a:close/>
                <a:lnTo>
                  <a:pt x="2698935" y="214062"/>
                </a:lnTo>
                <a:close/>
                <a:lnTo>
                  <a:pt x="2709439" y="210884"/>
                </a:lnTo>
                <a:close/>
                <a:lnTo>
                  <a:pt x="2719953" y="207710"/>
                </a:lnTo>
                <a:close/>
                <a:lnTo>
                  <a:pt x="2730477" y="204538"/>
                </a:lnTo>
                <a:close/>
                <a:lnTo>
                  <a:pt x="2741008" y="201369"/>
                </a:lnTo>
                <a:close/>
                <a:lnTo>
                  <a:pt x="2751544" y="198203"/>
                </a:lnTo>
                <a:close/>
                <a:lnTo>
                  <a:pt x="2762085" y="195040"/>
                </a:lnTo>
                <a:close/>
                <a:lnTo>
                  <a:pt x="2772628" y="191880"/>
                </a:lnTo>
                <a:close/>
                <a:lnTo>
                  <a:pt x="2783173" y="188723"/>
                </a:lnTo>
                <a:close/>
                <a:lnTo>
                  <a:pt x="2793716" y="185569"/>
                </a:lnTo>
                <a:close/>
                <a:lnTo>
                  <a:pt x="2804258" y="182417"/>
                </a:lnTo>
                <a:close/>
                <a:lnTo>
                  <a:pt x="2814796" y="179269"/>
                </a:lnTo>
                <a:close/>
                <a:lnTo>
                  <a:pt x="2825328" y="176124"/>
                </a:lnTo>
                <a:close/>
                <a:lnTo>
                  <a:pt x="2835854" y="172982"/>
                </a:lnTo>
                <a:close/>
                <a:lnTo>
                  <a:pt x="2846373" y="169842"/>
                </a:lnTo>
                <a:close/>
                <a:lnTo>
                  <a:pt x="2856889" y="166704"/>
                </a:lnTo>
                <a:close/>
                <a:lnTo>
                  <a:pt x="2867409" y="163566"/>
                </a:lnTo>
                <a:close/>
                <a:lnTo>
                  <a:pt x="2877938" y="160427"/>
                </a:lnTo>
                <a:close/>
                <a:lnTo>
                  <a:pt x="2888481" y="157287"/>
                </a:lnTo>
                <a:close/>
                <a:lnTo>
                  <a:pt x="2899044" y="154143"/>
                </a:lnTo>
                <a:close/>
                <a:lnTo>
                  <a:pt x="2909633" y="150994"/>
                </a:lnTo>
                <a:close/>
                <a:lnTo>
                  <a:pt x="2920252" y="147840"/>
                </a:lnTo>
                <a:close/>
                <a:lnTo>
                  <a:pt x="2930908" y="144679"/>
                </a:lnTo>
                <a:close/>
                <a:lnTo>
                  <a:pt x="2941606" y="141510"/>
                </a:lnTo>
                <a:close/>
                <a:lnTo>
                  <a:pt x="2952351" y="138331"/>
                </a:lnTo>
                <a:close/>
                <a:lnTo>
                  <a:pt x="2963149" y="135142"/>
                </a:lnTo>
                <a:close/>
                <a:lnTo>
                  <a:pt x="2974006" y="131941"/>
                </a:lnTo>
                <a:close/>
                <a:lnTo>
                  <a:pt x="2984927" y="128727"/>
                </a:lnTo>
                <a:close/>
                <a:lnTo>
                  <a:pt x="2995918" y="125499"/>
                </a:lnTo>
                <a:close/>
                <a:lnTo>
                  <a:pt x="3006983" y="122256"/>
                </a:lnTo>
                <a:close/>
                <a:lnTo>
                  <a:pt x="3018129" y="118995"/>
                </a:lnTo>
                <a:close/>
                <a:lnTo>
                  <a:pt x="3029362" y="115717"/>
                </a:lnTo>
                <a:close/>
                <a:lnTo>
                  <a:pt x="3040685" y="112420"/>
                </a:lnTo>
                <a:close/>
                <a:lnTo>
                  <a:pt x="3052106" y="109103"/>
                </a:lnTo>
                <a:close/>
                <a:lnTo>
                  <a:pt x="3063630" y="105764"/>
                </a:lnTo>
                <a:close/>
                <a:lnTo>
                  <a:pt x="3075262" y="102402"/>
                </a:lnTo>
                <a:close/>
                <a:lnTo>
                  <a:pt x="3087008" y="99016"/>
                </a:lnTo>
                <a:close/>
                <a:lnTo>
                  <a:pt x="3098867" y="95607"/>
                </a:lnTo>
                <a:close/>
                <a:lnTo>
                  <a:pt x="3110824" y="92178"/>
                </a:lnTo>
                <a:close/>
                <a:lnTo>
                  <a:pt x="3122858" y="88735"/>
                </a:lnTo>
                <a:close/>
                <a:lnTo>
                  <a:pt x="3134949" y="85284"/>
                </a:lnTo>
                <a:close/>
                <a:lnTo>
                  <a:pt x="3147077" y="81829"/>
                </a:lnTo>
                <a:close/>
                <a:lnTo>
                  <a:pt x="3159222" y="78375"/>
                </a:lnTo>
                <a:close/>
                <a:lnTo>
                  <a:pt x="3171365" y="74930"/>
                </a:lnTo>
                <a:close/>
                <a:lnTo>
                  <a:pt x="3183484" y="71496"/>
                </a:lnTo>
                <a:close/>
                <a:lnTo>
                  <a:pt x="3195560" y="68081"/>
                </a:lnTo>
                <a:close/>
                <a:lnTo>
                  <a:pt x="3207573" y="64688"/>
                </a:lnTo>
                <a:close/>
                <a:lnTo>
                  <a:pt x="3219503" y="61324"/>
                </a:lnTo>
                <a:close/>
                <a:lnTo>
                  <a:pt x="3231330" y="57994"/>
                </a:lnTo>
                <a:close/>
                <a:lnTo>
                  <a:pt x="3243034" y="54703"/>
                </a:lnTo>
                <a:close/>
                <a:lnTo>
                  <a:pt x="3254594" y="51457"/>
                </a:lnTo>
                <a:close/>
                <a:lnTo>
                  <a:pt x="3265991" y="48260"/>
                </a:lnTo>
                <a:close/>
                <a:lnTo>
                  <a:pt x="3277205" y="45118"/>
                </a:lnTo>
                <a:close/>
                <a:lnTo>
                  <a:pt x="3288216" y="42037"/>
                </a:lnTo>
                <a:close/>
                <a:lnTo>
                  <a:pt x="3299003" y="39021"/>
                </a:lnTo>
                <a:close/>
                <a:lnTo>
                  <a:pt x="3309547" y="36076"/>
                </a:lnTo>
                <a:close/>
                <a:lnTo>
                  <a:pt x="3319827" y="33207"/>
                </a:lnTo>
                <a:close/>
                <a:lnTo>
                  <a:pt x="3329824" y="30421"/>
                </a:lnTo>
                <a:close/>
                <a:lnTo>
                  <a:pt x="3339517" y="27720"/>
                </a:lnTo>
                <a:close/>
                <a:lnTo>
                  <a:pt x="3348887" y="25113"/>
                </a:lnTo>
                <a:close/>
                <a:lnTo>
                  <a:pt x="3357913" y="22602"/>
                </a:lnTo>
                <a:close/>
                <a:lnTo>
                  <a:pt x="3366576" y="20195"/>
                </a:lnTo>
                <a:close/>
                <a:lnTo>
                  <a:pt x="3374854" y="17896"/>
                </a:lnTo>
                <a:close/>
                <a:lnTo>
                  <a:pt x="3382729" y="15710"/>
                </a:lnTo>
                <a:close/>
                <a:lnTo>
                  <a:pt x="3390181" y="13643"/>
                </a:lnTo>
                <a:close/>
                <a:lnTo>
                  <a:pt x="3397188" y="11700"/>
                </a:lnTo>
                <a:close/>
                <a:lnTo>
                  <a:pt x="3403732" y="9887"/>
                </a:lnTo>
                <a:close/>
                <a:lnTo>
                  <a:pt x="3409792" y="8208"/>
                </a:lnTo>
                <a:close/>
                <a:lnTo>
                  <a:pt x="3415348" y="6669"/>
                </a:lnTo>
                <a:close/>
                <a:lnTo>
                  <a:pt x="3420380" y="5276"/>
                </a:lnTo>
                <a:close/>
                <a:lnTo>
                  <a:pt x="3424868" y="4033"/>
                </a:lnTo>
                <a:close/>
                <a:lnTo>
                  <a:pt x="3428792" y="2947"/>
                </a:lnTo>
                <a:close/>
                <a:lnTo>
                  <a:pt x="3432132" y="2021"/>
                </a:lnTo>
                <a:close/>
                <a:lnTo>
                  <a:pt x="3434868" y="1263"/>
                </a:lnTo>
                <a:close/>
                <a:lnTo>
                  <a:pt x="3436979" y="676"/>
                </a:lnTo>
                <a:close/>
                <a:lnTo>
                  <a:pt x="3438447" y="266"/>
                </a:lnTo>
                <a:close/>
                <a:lnTo>
                  <a:pt x="3439250" y="39"/>
                </a:lnTo>
                <a:close/>
                <a:lnTo>
                  <a:pt x="3439369" y="0"/>
                </a:lnTo>
                <a:close/>
                <a:lnTo>
                  <a:pt x="3438784" y="154"/>
                </a:lnTo>
                <a:close/>
                <a:lnTo>
                  <a:pt x="3437475" y="507"/>
                </a:lnTo>
                <a:close/>
                <a:lnTo>
                  <a:pt x="3435421" y="1063"/>
                </a:lnTo>
                <a:close/>
                <a:lnTo>
                  <a:pt x="3432603" y="1829"/>
                </a:lnTo>
                <a:close/>
                <a:lnTo>
                  <a:pt x="3429000" y="2808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1200150.0"/>
            <a:ext cx="0.0" cy="13716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311900" y="11112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2560" y="196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68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512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