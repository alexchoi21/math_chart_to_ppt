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206240.0" y="2571750.0"/>
            <a:ext cx="288036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1428750.0"/>
            <a:ext cx="0.0" cy="13716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1752539"/>
            <a:ext cx="2514600" cy="819211"/>
          </a:xfrm>
          <a:custGeom>
            <a:avLst/>
            <a:gdLst/>
            <a:ahLst/>
            <a:cxnLst/>
            <a:rect l="l" t="t" r="r" b="b"/>
            <a:pathLst>
              <a:path w="2514600" h="819211">
                <a:moveTo>
                  <a:pt x="0" y="819211"/>
                </a:moveTo>
                <a:lnTo>
                  <a:pt x="12" y="817298"/>
                </a:lnTo>
                <a:close/>
                <a:lnTo>
                  <a:pt x="47" y="815401"/>
                </a:lnTo>
                <a:close/>
                <a:lnTo>
                  <a:pt x="107" y="813520"/>
                </a:lnTo>
                <a:close/>
                <a:lnTo>
                  <a:pt x="189" y="811651"/>
                </a:lnTo>
                <a:close/>
                <a:lnTo>
                  <a:pt x="296" y="809792"/>
                </a:lnTo>
                <a:close/>
                <a:lnTo>
                  <a:pt x="426" y="807943"/>
                </a:lnTo>
                <a:close/>
                <a:lnTo>
                  <a:pt x="580" y="806099"/>
                </a:lnTo>
                <a:close/>
                <a:lnTo>
                  <a:pt x="758" y="804261"/>
                </a:lnTo>
                <a:close/>
                <a:lnTo>
                  <a:pt x="959" y="802425"/>
                </a:lnTo>
                <a:close/>
                <a:lnTo>
                  <a:pt x="1184" y="800589"/>
                </a:lnTo>
                <a:close/>
                <a:lnTo>
                  <a:pt x="1433" y="798752"/>
                </a:lnTo>
                <a:close/>
                <a:lnTo>
                  <a:pt x="1705" y="796911"/>
                </a:lnTo>
                <a:close/>
                <a:lnTo>
                  <a:pt x="2001" y="795065"/>
                </a:lnTo>
                <a:close/>
                <a:lnTo>
                  <a:pt x="2321" y="793210"/>
                </a:lnTo>
                <a:close/>
                <a:lnTo>
                  <a:pt x="2664" y="791348"/>
                </a:lnTo>
                <a:close/>
                <a:lnTo>
                  <a:pt x="3031" y="789481"/>
                </a:lnTo>
                <a:close/>
                <a:lnTo>
                  <a:pt x="3422" y="787610"/>
                </a:lnTo>
                <a:close/>
                <a:lnTo>
                  <a:pt x="3837" y="785738"/>
                </a:lnTo>
                <a:close/>
                <a:lnTo>
                  <a:pt x="4275" y="783867"/>
                </a:lnTo>
                <a:close/>
                <a:lnTo>
                  <a:pt x="4737" y="782001"/>
                </a:lnTo>
                <a:close/>
                <a:lnTo>
                  <a:pt x="5222" y="780140"/>
                </a:lnTo>
                <a:close/>
                <a:lnTo>
                  <a:pt x="5731" y="778285"/>
                </a:lnTo>
                <a:close/>
                <a:lnTo>
                  <a:pt x="6264" y="776434"/>
                </a:lnTo>
                <a:close/>
                <a:lnTo>
                  <a:pt x="6821" y="774585"/>
                </a:lnTo>
                <a:close/>
                <a:lnTo>
                  <a:pt x="7401" y="772734"/>
                </a:lnTo>
                <a:close/>
                <a:lnTo>
                  <a:pt x="8005" y="770881"/>
                </a:lnTo>
                <a:close/>
                <a:lnTo>
                  <a:pt x="8632" y="769022"/>
                </a:lnTo>
                <a:close/>
                <a:lnTo>
                  <a:pt x="9284" y="767157"/>
                </a:lnTo>
                <a:close/>
                <a:lnTo>
                  <a:pt x="9959" y="765285"/>
                </a:lnTo>
                <a:close/>
                <a:lnTo>
                  <a:pt x="10657" y="763408"/>
                </a:lnTo>
                <a:close/>
                <a:lnTo>
                  <a:pt x="11379" y="761530"/>
                </a:lnTo>
                <a:close/>
                <a:lnTo>
                  <a:pt x="12125" y="759653"/>
                </a:lnTo>
                <a:close/>
                <a:lnTo>
                  <a:pt x="12895" y="757777"/>
                </a:lnTo>
                <a:close/>
                <a:lnTo>
                  <a:pt x="13689" y="755907"/>
                </a:lnTo>
                <a:close/>
                <a:lnTo>
                  <a:pt x="14506" y="754043"/>
                </a:lnTo>
                <a:close/>
                <a:lnTo>
                  <a:pt x="15346" y="752185"/>
                </a:lnTo>
                <a:close/>
                <a:lnTo>
                  <a:pt x="16211" y="750334"/>
                </a:lnTo>
                <a:close/>
                <a:lnTo>
                  <a:pt x="17099" y="748488"/>
                </a:lnTo>
                <a:close/>
                <a:lnTo>
                  <a:pt x="18011" y="746647"/>
                </a:lnTo>
                <a:close/>
                <a:lnTo>
                  <a:pt x="18946" y="744811"/>
                </a:lnTo>
                <a:close/>
                <a:lnTo>
                  <a:pt x="19905" y="742979"/>
                </a:lnTo>
                <a:close/>
                <a:lnTo>
                  <a:pt x="20888" y="741151"/>
                </a:lnTo>
                <a:close/>
                <a:lnTo>
                  <a:pt x="21895" y="739326"/>
                </a:lnTo>
                <a:close/>
                <a:lnTo>
                  <a:pt x="22925" y="737505"/>
                </a:lnTo>
                <a:close/>
                <a:lnTo>
                  <a:pt x="23979" y="735686"/>
                </a:lnTo>
                <a:close/>
                <a:lnTo>
                  <a:pt x="25056" y="733869"/>
                </a:lnTo>
                <a:close/>
                <a:lnTo>
                  <a:pt x="26157" y="732055"/>
                </a:lnTo>
                <a:close/>
                <a:lnTo>
                  <a:pt x="27282" y="730241"/>
                </a:lnTo>
                <a:close/>
                <a:lnTo>
                  <a:pt x="28431" y="728430"/>
                </a:lnTo>
                <a:close/>
                <a:lnTo>
                  <a:pt x="29603" y="726619"/>
                </a:lnTo>
                <a:close/>
                <a:lnTo>
                  <a:pt x="30799" y="724811"/>
                </a:lnTo>
                <a:close/>
                <a:lnTo>
                  <a:pt x="32019" y="723005"/>
                </a:lnTo>
                <a:close/>
                <a:lnTo>
                  <a:pt x="33262" y="721201"/>
                </a:lnTo>
                <a:close/>
                <a:lnTo>
                  <a:pt x="34529" y="719399"/>
                </a:lnTo>
                <a:close/>
                <a:lnTo>
                  <a:pt x="35820" y="717601"/>
                </a:lnTo>
                <a:close/>
                <a:lnTo>
                  <a:pt x="37134" y="715805"/>
                </a:lnTo>
                <a:close/>
                <a:lnTo>
                  <a:pt x="38472" y="714013"/>
                </a:lnTo>
                <a:close/>
                <a:lnTo>
                  <a:pt x="39834" y="712225"/>
                </a:lnTo>
                <a:close/>
                <a:lnTo>
                  <a:pt x="41220" y="710440"/>
                </a:lnTo>
                <a:close/>
                <a:lnTo>
                  <a:pt x="42629" y="708659"/>
                </a:lnTo>
                <a:close/>
                <a:lnTo>
                  <a:pt x="44061" y="706883"/>
                </a:lnTo>
                <a:close/>
                <a:lnTo>
                  <a:pt x="45518" y="705112"/>
                </a:lnTo>
                <a:close/>
                <a:lnTo>
                  <a:pt x="46998" y="703344"/>
                </a:lnTo>
                <a:close/>
                <a:lnTo>
                  <a:pt x="48502" y="701581"/>
                </a:lnTo>
                <a:close/>
                <a:lnTo>
                  <a:pt x="50029" y="699821"/>
                </a:lnTo>
                <a:close/>
                <a:lnTo>
                  <a:pt x="51581" y="698065"/>
                </a:lnTo>
                <a:close/>
                <a:lnTo>
                  <a:pt x="53156" y="696311"/>
                </a:lnTo>
                <a:close/>
                <a:lnTo>
                  <a:pt x="54754" y="694560"/>
                </a:lnTo>
                <a:close/>
                <a:lnTo>
                  <a:pt x="56376" y="692812"/>
                </a:lnTo>
                <a:close/>
                <a:lnTo>
                  <a:pt x="58022" y="691065"/>
                </a:lnTo>
                <a:close/>
                <a:lnTo>
                  <a:pt x="59692" y="689322"/>
                </a:lnTo>
                <a:close/>
                <a:lnTo>
                  <a:pt x="61385" y="687582"/>
                </a:lnTo>
                <a:close/>
                <a:lnTo>
                  <a:pt x="63102" y="685845"/>
                </a:lnTo>
                <a:close/>
                <a:lnTo>
                  <a:pt x="64843" y="684112"/>
                </a:lnTo>
                <a:close/>
                <a:lnTo>
                  <a:pt x="66607" y="682384"/>
                </a:lnTo>
                <a:close/>
                <a:lnTo>
                  <a:pt x="68395" y="680660"/>
                </a:lnTo>
                <a:close/>
                <a:lnTo>
                  <a:pt x="70207" y="678940"/>
                </a:lnTo>
                <a:close/>
                <a:lnTo>
                  <a:pt x="72042" y="677224"/>
                </a:lnTo>
                <a:close/>
                <a:lnTo>
                  <a:pt x="73902" y="675513"/>
                </a:lnTo>
                <a:close/>
                <a:lnTo>
                  <a:pt x="75784" y="673805"/>
                </a:lnTo>
                <a:close/>
                <a:lnTo>
                  <a:pt x="77691" y="672101"/>
                </a:lnTo>
                <a:close/>
                <a:lnTo>
                  <a:pt x="79621" y="670400"/>
                </a:lnTo>
                <a:close/>
                <a:lnTo>
                  <a:pt x="81575" y="668703"/>
                </a:lnTo>
                <a:close/>
                <a:lnTo>
                  <a:pt x="83552" y="667010"/>
                </a:lnTo>
                <a:close/>
                <a:lnTo>
                  <a:pt x="85553" y="665320"/>
                </a:lnTo>
                <a:close/>
                <a:lnTo>
                  <a:pt x="87578" y="663636"/>
                </a:lnTo>
                <a:close/>
                <a:lnTo>
                  <a:pt x="89627" y="661956"/>
                </a:lnTo>
                <a:close/>
                <a:lnTo>
                  <a:pt x="91699" y="660282"/>
                </a:lnTo>
                <a:close/>
                <a:lnTo>
                  <a:pt x="93795" y="658613"/>
                </a:lnTo>
                <a:close/>
                <a:lnTo>
                  <a:pt x="95914" y="656949"/>
                </a:lnTo>
                <a:close/>
                <a:lnTo>
                  <a:pt x="98058" y="655291"/>
                </a:lnTo>
                <a:close/>
                <a:lnTo>
                  <a:pt x="100225" y="653638"/>
                </a:lnTo>
                <a:close/>
                <a:lnTo>
                  <a:pt x="102415" y="651989"/>
                </a:lnTo>
                <a:close/>
                <a:lnTo>
                  <a:pt x="104630" y="650344"/>
                </a:lnTo>
                <a:close/>
                <a:lnTo>
                  <a:pt x="106868" y="648703"/>
                </a:lnTo>
                <a:close/>
                <a:lnTo>
                  <a:pt x="109129" y="647064"/>
                </a:lnTo>
                <a:close/>
                <a:lnTo>
                  <a:pt x="111415" y="645429"/>
                </a:lnTo>
                <a:close/>
                <a:lnTo>
                  <a:pt x="113724" y="643798"/>
                </a:lnTo>
                <a:close/>
                <a:lnTo>
                  <a:pt x="116057" y="642171"/>
                </a:lnTo>
                <a:close/>
                <a:lnTo>
                  <a:pt x="118413" y="640548"/>
                </a:lnTo>
                <a:close/>
                <a:lnTo>
                  <a:pt x="120793" y="638931"/>
                </a:lnTo>
                <a:close/>
                <a:lnTo>
                  <a:pt x="123197" y="637319"/>
                </a:lnTo>
                <a:close/>
                <a:lnTo>
                  <a:pt x="125624" y="635712"/>
                </a:lnTo>
                <a:close/>
                <a:lnTo>
                  <a:pt x="128075" y="634111"/>
                </a:lnTo>
                <a:close/>
                <a:lnTo>
                  <a:pt x="130550" y="632516"/>
                </a:lnTo>
                <a:close/>
                <a:lnTo>
                  <a:pt x="133049" y="630924"/>
                </a:lnTo>
                <a:close/>
                <a:lnTo>
                  <a:pt x="135571" y="629338"/>
                </a:lnTo>
                <a:close/>
                <a:lnTo>
                  <a:pt x="138117" y="627755"/>
                </a:lnTo>
                <a:close/>
                <a:lnTo>
                  <a:pt x="140686" y="626175"/>
                </a:lnTo>
                <a:close/>
                <a:lnTo>
                  <a:pt x="143280" y="624598"/>
                </a:lnTo>
                <a:close/>
                <a:lnTo>
                  <a:pt x="145897" y="623025"/>
                </a:lnTo>
                <a:close/>
                <a:lnTo>
                  <a:pt x="148537" y="621456"/>
                </a:lnTo>
                <a:close/>
                <a:lnTo>
                  <a:pt x="151201" y="619891"/>
                </a:lnTo>
                <a:close/>
                <a:lnTo>
                  <a:pt x="153889" y="618331"/>
                </a:lnTo>
                <a:close/>
                <a:lnTo>
                  <a:pt x="156601" y="616775"/>
                </a:lnTo>
                <a:close/>
                <a:lnTo>
                  <a:pt x="159336" y="615226"/>
                </a:lnTo>
                <a:close/>
                <a:lnTo>
                  <a:pt x="162095" y="613682"/>
                </a:lnTo>
                <a:close/>
                <a:lnTo>
                  <a:pt x="164878" y="612144"/>
                </a:lnTo>
                <a:close/>
                <a:lnTo>
                  <a:pt x="167685" y="610610"/>
                </a:lnTo>
                <a:close/>
                <a:lnTo>
                  <a:pt x="170515" y="609081"/>
                </a:lnTo>
                <a:close/>
                <a:lnTo>
                  <a:pt x="173368" y="607557"/>
                </a:lnTo>
                <a:close/>
                <a:lnTo>
                  <a:pt x="176246" y="606035"/>
                </a:lnTo>
                <a:close/>
                <a:lnTo>
                  <a:pt x="179147" y="604517"/>
                </a:lnTo>
                <a:close/>
                <a:lnTo>
                  <a:pt x="182072" y="603002"/>
                </a:lnTo>
                <a:close/>
                <a:lnTo>
                  <a:pt x="185020" y="601491"/>
                </a:lnTo>
                <a:close/>
                <a:lnTo>
                  <a:pt x="187992" y="599984"/>
                </a:lnTo>
                <a:close/>
                <a:lnTo>
                  <a:pt x="190988" y="598481"/>
                </a:lnTo>
                <a:close/>
                <a:lnTo>
                  <a:pt x="194008" y="596983"/>
                </a:lnTo>
                <a:close/>
                <a:lnTo>
                  <a:pt x="197051" y="595491"/>
                </a:lnTo>
                <a:close/>
                <a:lnTo>
                  <a:pt x="200118" y="594004"/>
                </a:lnTo>
                <a:close/>
                <a:lnTo>
                  <a:pt x="203208" y="592523"/>
                </a:lnTo>
                <a:close/>
                <a:lnTo>
                  <a:pt x="206323" y="591047"/>
                </a:lnTo>
                <a:close/>
                <a:lnTo>
                  <a:pt x="209461" y="589576"/>
                </a:lnTo>
                <a:close/>
                <a:lnTo>
                  <a:pt x="212622" y="588109"/>
                </a:lnTo>
                <a:close/>
                <a:lnTo>
                  <a:pt x="215808" y="586646"/>
                </a:lnTo>
                <a:close/>
                <a:lnTo>
                  <a:pt x="219017" y="585186"/>
                </a:lnTo>
                <a:close/>
                <a:lnTo>
                  <a:pt x="222249" y="583730"/>
                </a:lnTo>
                <a:close/>
                <a:lnTo>
                  <a:pt x="225506" y="582277"/>
                </a:lnTo>
                <a:close/>
                <a:lnTo>
                  <a:pt x="228786" y="580827"/>
                </a:lnTo>
                <a:close/>
                <a:lnTo>
                  <a:pt x="232089" y="579382"/>
                </a:lnTo>
                <a:close/>
                <a:lnTo>
                  <a:pt x="235417" y="577942"/>
                </a:lnTo>
                <a:close/>
                <a:lnTo>
                  <a:pt x="238768" y="576506"/>
                </a:lnTo>
                <a:close/>
                <a:lnTo>
                  <a:pt x="242143" y="575077"/>
                </a:lnTo>
                <a:close/>
                <a:lnTo>
                  <a:pt x="245541" y="573653"/>
                </a:lnTo>
                <a:close/>
                <a:lnTo>
                  <a:pt x="248963" y="572234"/>
                </a:lnTo>
                <a:close/>
                <a:lnTo>
                  <a:pt x="252409" y="570821"/>
                </a:lnTo>
                <a:close/>
                <a:lnTo>
                  <a:pt x="255879" y="569412"/>
                </a:lnTo>
                <a:close/>
                <a:lnTo>
                  <a:pt x="259372" y="568007"/>
                </a:lnTo>
                <a:close/>
                <a:lnTo>
                  <a:pt x="262889" y="566606"/>
                </a:lnTo>
                <a:close/>
                <a:lnTo>
                  <a:pt x="266429" y="565207"/>
                </a:lnTo>
                <a:close/>
                <a:lnTo>
                  <a:pt x="269993" y="563811"/>
                </a:lnTo>
                <a:close/>
                <a:lnTo>
                  <a:pt x="273581" y="562419"/>
                </a:lnTo>
                <a:close/>
                <a:lnTo>
                  <a:pt x="277192" y="561031"/>
                </a:lnTo>
                <a:close/>
                <a:lnTo>
                  <a:pt x="280827" y="559648"/>
                </a:lnTo>
                <a:close/>
                <a:lnTo>
                  <a:pt x="284486" y="558270"/>
                </a:lnTo>
                <a:close/>
                <a:lnTo>
                  <a:pt x="288169" y="556899"/>
                </a:lnTo>
                <a:close/>
                <a:lnTo>
                  <a:pt x="291876" y="555534"/>
                </a:lnTo>
                <a:close/>
                <a:lnTo>
                  <a:pt x="295607" y="554176"/>
                </a:lnTo>
                <a:close/>
                <a:lnTo>
                  <a:pt x="299362" y="552821"/>
                </a:lnTo>
                <a:close/>
                <a:lnTo>
                  <a:pt x="303140" y="551469"/>
                </a:lnTo>
                <a:close/>
                <a:lnTo>
                  <a:pt x="306941" y="550115"/>
                </a:lnTo>
                <a:close/>
                <a:lnTo>
                  <a:pt x="310765" y="548760"/>
                </a:lnTo>
                <a:close/>
                <a:lnTo>
                  <a:pt x="314612" y="547399"/>
                </a:lnTo>
                <a:close/>
                <a:lnTo>
                  <a:pt x="318482" y="546032"/>
                </a:lnTo>
                <a:close/>
                <a:lnTo>
                  <a:pt x="322374" y="544662"/>
                </a:lnTo>
                <a:close/>
                <a:lnTo>
                  <a:pt x="326291" y="543298"/>
                </a:lnTo>
                <a:close/>
                <a:lnTo>
                  <a:pt x="330232" y="541947"/>
                </a:lnTo>
                <a:close/>
                <a:lnTo>
                  <a:pt x="334199" y="540619"/>
                </a:lnTo>
                <a:close/>
                <a:lnTo>
                  <a:pt x="338192" y="539320"/>
                </a:lnTo>
                <a:close/>
                <a:lnTo>
                  <a:pt x="342212" y="538060"/>
                </a:lnTo>
                <a:close/>
                <a:lnTo>
                  <a:pt x="346260" y="536844"/>
                </a:lnTo>
                <a:close/>
                <a:lnTo>
                  <a:pt x="350333" y="535649"/>
                </a:lnTo>
                <a:close/>
                <a:lnTo>
                  <a:pt x="354428" y="534447"/>
                </a:lnTo>
                <a:close/>
                <a:lnTo>
                  <a:pt x="358543" y="533206"/>
                </a:lnTo>
                <a:close/>
                <a:lnTo>
                  <a:pt x="362675" y="531896"/>
                </a:lnTo>
                <a:close/>
                <a:lnTo>
                  <a:pt x="366820" y="530485"/>
                </a:lnTo>
                <a:close/>
                <a:lnTo>
                  <a:pt x="370975" y="528944"/>
                </a:lnTo>
                <a:close/>
                <a:lnTo>
                  <a:pt x="375140" y="527267"/>
                </a:lnTo>
                <a:close/>
                <a:lnTo>
                  <a:pt x="379324" y="525547"/>
                </a:lnTo>
                <a:close/>
                <a:lnTo>
                  <a:pt x="383539" y="523900"/>
                </a:lnTo>
                <a:close/>
                <a:lnTo>
                  <a:pt x="387795" y="522441"/>
                </a:lnTo>
                <a:close/>
                <a:lnTo>
                  <a:pt x="392104" y="521285"/>
                </a:lnTo>
                <a:close/>
                <a:lnTo>
                  <a:pt x="396477" y="520549"/>
                </a:lnTo>
                <a:close/>
                <a:lnTo>
                  <a:pt x="400926" y="520346"/>
                </a:lnTo>
                <a:close/>
                <a:lnTo>
                  <a:pt x="405446" y="520631"/>
                </a:lnTo>
                <a:close/>
                <a:lnTo>
                  <a:pt x="409999" y="521015"/>
                </a:lnTo>
                <a:close/>
                <a:lnTo>
                  <a:pt x="414543" y="521067"/>
                </a:lnTo>
                <a:close/>
                <a:lnTo>
                  <a:pt x="419035" y="520356"/>
                </a:lnTo>
                <a:close/>
                <a:lnTo>
                  <a:pt x="423434" y="518448"/>
                </a:lnTo>
                <a:close/>
                <a:lnTo>
                  <a:pt x="427696" y="514911"/>
                </a:lnTo>
                <a:close/>
                <a:lnTo>
                  <a:pt x="431782" y="509328"/>
                </a:lnTo>
                <a:close/>
                <a:lnTo>
                  <a:pt x="435700" y="501735"/>
                </a:lnTo>
                <a:close/>
                <a:lnTo>
                  <a:pt x="439524" y="492755"/>
                </a:lnTo>
                <a:close/>
                <a:lnTo>
                  <a:pt x="443333" y="483045"/>
                </a:lnTo>
                <a:close/>
                <a:lnTo>
                  <a:pt x="447203" y="473264"/>
                </a:lnTo>
                <a:close/>
                <a:lnTo>
                  <a:pt x="451213" y="464070"/>
                </a:lnTo>
                <a:close/>
                <a:lnTo>
                  <a:pt x="455441" y="456120"/>
                </a:lnTo>
                <a:close/>
                <a:lnTo>
                  <a:pt x="459959" y="450036"/>
                </a:lnTo>
                <a:close/>
                <a:lnTo>
                  <a:pt x="464765" y="445863"/>
                </a:lnTo>
                <a:close/>
                <a:lnTo>
                  <a:pt x="469799" y="443213"/>
                </a:lnTo>
                <a:close/>
                <a:lnTo>
                  <a:pt x="475001" y="441684"/>
                </a:lnTo>
                <a:close/>
                <a:lnTo>
                  <a:pt x="480309" y="440874"/>
                </a:lnTo>
                <a:close/>
                <a:lnTo>
                  <a:pt x="485663" y="440382"/>
                </a:lnTo>
                <a:close/>
                <a:lnTo>
                  <a:pt x="491000" y="439808"/>
                </a:lnTo>
                <a:close/>
                <a:lnTo>
                  <a:pt x="496267" y="438791"/>
                </a:lnTo>
                <a:close/>
                <a:lnTo>
                  <a:pt x="501458" y="437295"/>
                </a:lnTo>
                <a:close/>
                <a:lnTo>
                  <a:pt x="506590" y="435425"/>
                </a:lnTo>
                <a:close/>
                <a:lnTo>
                  <a:pt x="511680" y="433289"/>
                </a:lnTo>
                <a:close/>
                <a:lnTo>
                  <a:pt x="516745" y="430996"/>
                </a:lnTo>
                <a:close/>
                <a:lnTo>
                  <a:pt x="521801" y="428651"/>
                </a:lnTo>
                <a:close/>
                <a:lnTo>
                  <a:pt x="526865" y="426364"/>
                </a:lnTo>
                <a:close/>
                <a:lnTo>
                  <a:pt x="531952" y="424220"/>
                </a:lnTo>
                <a:close/>
                <a:lnTo>
                  <a:pt x="537059" y="422212"/>
                </a:lnTo>
                <a:close/>
                <a:lnTo>
                  <a:pt x="542183" y="420313"/>
                </a:lnTo>
                <a:close/>
                <a:lnTo>
                  <a:pt x="547317" y="418493"/>
                </a:lnTo>
                <a:close/>
                <a:lnTo>
                  <a:pt x="552459" y="416723"/>
                </a:lnTo>
                <a:close/>
                <a:lnTo>
                  <a:pt x="557602" y="414973"/>
                </a:lnTo>
                <a:close/>
                <a:lnTo>
                  <a:pt x="562741" y="413216"/>
                </a:lnTo>
                <a:close/>
                <a:lnTo>
                  <a:pt x="567875" y="411432"/>
                </a:lnTo>
                <a:close/>
                <a:lnTo>
                  <a:pt x="573003" y="409625"/>
                </a:lnTo>
                <a:close/>
                <a:lnTo>
                  <a:pt x="578128" y="407803"/>
                </a:lnTo>
                <a:close/>
                <a:lnTo>
                  <a:pt x="583249" y="405973"/>
                </a:lnTo>
                <a:close/>
                <a:lnTo>
                  <a:pt x="588370" y="404144"/>
                </a:lnTo>
                <a:close/>
                <a:lnTo>
                  <a:pt x="593491" y="402324"/>
                </a:lnTo>
                <a:close/>
                <a:lnTo>
                  <a:pt x="598613" y="400518"/>
                </a:lnTo>
                <a:close/>
                <a:lnTo>
                  <a:pt x="603737" y="398732"/>
                </a:lnTo>
                <a:close/>
                <a:lnTo>
                  <a:pt x="608863" y="396963"/>
                </a:lnTo>
                <a:close/>
                <a:lnTo>
                  <a:pt x="613989" y="395208"/>
                </a:lnTo>
                <a:close/>
                <a:lnTo>
                  <a:pt x="619115" y="393466"/>
                </a:lnTo>
                <a:close/>
                <a:lnTo>
                  <a:pt x="624240" y="391732"/>
                </a:lnTo>
                <a:close/>
                <a:lnTo>
                  <a:pt x="629364" y="390005"/>
                </a:lnTo>
                <a:close/>
                <a:lnTo>
                  <a:pt x="634486" y="388281"/>
                </a:lnTo>
                <a:close/>
                <a:lnTo>
                  <a:pt x="639605" y="386562"/>
                </a:lnTo>
                <a:close/>
                <a:lnTo>
                  <a:pt x="644723" y="384847"/>
                </a:lnTo>
                <a:close/>
                <a:lnTo>
                  <a:pt x="649840" y="383137"/>
                </a:lnTo>
                <a:close/>
                <a:lnTo>
                  <a:pt x="654957" y="381433"/>
                </a:lnTo>
                <a:close/>
                <a:lnTo>
                  <a:pt x="660074" y="379737"/>
                </a:lnTo>
                <a:close/>
                <a:lnTo>
                  <a:pt x="665193" y="378049"/>
                </a:lnTo>
                <a:close/>
                <a:lnTo>
                  <a:pt x="670314" y="376370"/>
                </a:lnTo>
                <a:close/>
                <a:lnTo>
                  <a:pt x="675436" y="374700"/>
                </a:lnTo>
                <a:close/>
                <a:lnTo>
                  <a:pt x="680560" y="373039"/>
                </a:lnTo>
                <a:close/>
                <a:lnTo>
                  <a:pt x="685686" y="371386"/>
                </a:lnTo>
                <a:close/>
                <a:lnTo>
                  <a:pt x="690812" y="369742"/>
                </a:lnTo>
                <a:close/>
                <a:lnTo>
                  <a:pt x="695939" y="368104"/>
                </a:lnTo>
                <a:close/>
                <a:lnTo>
                  <a:pt x="701066" y="366474"/>
                </a:lnTo>
                <a:close/>
                <a:lnTo>
                  <a:pt x="706193" y="364850"/>
                </a:lnTo>
                <a:close/>
                <a:lnTo>
                  <a:pt x="711320" y="363233"/>
                </a:lnTo>
                <a:close/>
                <a:lnTo>
                  <a:pt x="716446" y="361622"/>
                </a:lnTo>
                <a:close/>
                <a:lnTo>
                  <a:pt x="721572" y="360018"/>
                </a:lnTo>
                <a:close/>
                <a:lnTo>
                  <a:pt x="726696" y="358419"/>
                </a:lnTo>
                <a:close/>
                <a:lnTo>
                  <a:pt x="731819" y="356826"/>
                </a:lnTo>
                <a:close/>
                <a:lnTo>
                  <a:pt x="736940" y="355239"/>
                </a:lnTo>
                <a:close/>
                <a:lnTo>
                  <a:pt x="742059" y="353658"/>
                </a:lnTo>
                <a:close/>
                <a:lnTo>
                  <a:pt x="747177" y="352082"/>
                </a:lnTo>
                <a:close/>
                <a:lnTo>
                  <a:pt x="752294" y="350512"/>
                </a:lnTo>
                <a:close/>
                <a:lnTo>
                  <a:pt x="757411" y="348948"/>
                </a:lnTo>
                <a:close/>
                <a:lnTo>
                  <a:pt x="762529" y="347391"/>
                </a:lnTo>
                <a:close/>
                <a:lnTo>
                  <a:pt x="767647" y="345839"/>
                </a:lnTo>
                <a:close/>
                <a:lnTo>
                  <a:pt x="772768" y="344294"/>
                </a:lnTo>
                <a:close/>
                <a:lnTo>
                  <a:pt x="777890" y="342756"/>
                </a:lnTo>
                <a:close/>
                <a:lnTo>
                  <a:pt x="783014" y="341223"/>
                </a:lnTo>
                <a:close/>
                <a:lnTo>
                  <a:pt x="788140" y="339696"/>
                </a:lnTo>
                <a:close/>
                <a:lnTo>
                  <a:pt x="793266" y="338174"/>
                </a:lnTo>
                <a:close/>
                <a:lnTo>
                  <a:pt x="798392" y="336657"/>
                </a:lnTo>
                <a:close/>
                <a:lnTo>
                  <a:pt x="803518" y="335145"/>
                </a:lnTo>
                <a:close/>
                <a:lnTo>
                  <a:pt x="808644" y="333637"/>
                </a:lnTo>
                <a:close/>
                <a:lnTo>
                  <a:pt x="813769" y="332133"/>
                </a:lnTo>
                <a:close/>
                <a:lnTo>
                  <a:pt x="818894" y="330634"/>
                </a:lnTo>
                <a:close/>
                <a:lnTo>
                  <a:pt x="824018" y="329141"/>
                </a:lnTo>
                <a:close/>
                <a:lnTo>
                  <a:pt x="829143" y="327652"/>
                </a:lnTo>
                <a:close/>
                <a:lnTo>
                  <a:pt x="834268" y="326170"/>
                </a:lnTo>
                <a:close/>
                <a:lnTo>
                  <a:pt x="839393" y="324693"/>
                </a:lnTo>
                <a:close/>
                <a:lnTo>
                  <a:pt x="844519" y="323224"/>
                </a:lnTo>
                <a:close/>
                <a:lnTo>
                  <a:pt x="849645" y="321761"/>
                </a:lnTo>
                <a:close/>
                <a:lnTo>
                  <a:pt x="854771" y="320304"/>
                </a:lnTo>
                <a:close/>
                <a:lnTo>
                  <a:pt x="859897" y="318853"/>
                </a:lnTo>
                <a:close/>
                <a:lnTo>
                  <a:pt x="865022" y="317407"/>
                </a:lnTo>
                <a:close/>
                <a:lnTo>
                  <a:pt x="870146" y="315966"/>
                </a:lnTo>
                <a:close/>
                <a:lnTo>
                  <a:pt x="875268" y="314531"/>
                </a:lnTo>
                <a:close/>
                <a:lnTo>
                  <a:pt x="880388" y="313099"/>
                </a:lnTo>
                <a:close/>
                <a:lnTo>
                  <a:pt x="885506" y="311672"/>
                </a:lnTo>
                <a:close/>
                <a:lnTo>
                  <a:pt x="890624" y="310250"/>
                </a:lnTo>
                <a:close/>
                <a:lnTo>
                  <a:pt x="895741" y="308833"/>
                </a:lnTo>
                <a:close/>
                <a:lnTo>
                  <a:pt x="900858" y="307420"/>
                </a:lnTo>
                <a:close/>
                <a:lnTo>
                  <a:pt x="905976" y="306013"/>
                </a:lnTo>
                <a:close/>
                <a:lnTo>
                  <a:pt x="911096" y="304610"/>
                </a:lnTo>
                <a:close/>
                <a:lnTo>
                  <a:pt x="916217" y="303214"/>
                </a:lnTo>
                <a:close/>
                <a:lnTo>
                  <a:pt x="921340" y="301822"/>
                </a:lnTo>
                <a:close/>
                <a:lnTo>
                  <a:pt x="926465" y="300435"/>
                </a:lnTo>
                <a:close/>
                <a:lnTo>
                  <a:pt x="931591" y="299053"/>
                </a:lnTo>
                <a:close/>
                <a:lnTo>
                  <a:pt x="936717" y="297675"/>
                </a:lnTo>
                <a:close/>
                <a:lnTo>
                  <a:pt x="941844" y="296301"/>
                </a:lnTo>
                <a:close/>
                <a:lnTo>
                  <a:pt x="946971" y="294931"/>
                </a:lnTo>
                <a:close/>
                <a:lnTo>
                  <a:pt x="952098" y="293565"/>
                </a:lnTo>
                <a:close/>
                <a:lnTo>
                  <a:pt x="957225" y="292203"/>
                </a:lnTo>
                <a:close/>
                <a:lnTo>
                  <a:pt x="962351" y="290844"/>
                </a:lnTo>
                <a:close/>
                <a:lnTo>
                  <a:pt x="967476" y="289489"/>
                </a:lnTo>
                <a:close/>
                <a:lnTo>
                  <a:pt x="972600" y="288137"/>
                </a:lnTo>
                <a:close/>
                <a:lnTo>
                  <a:pt x="977722" y="286789"/>
                </a:lnTo>
                <a:close/>
                <a:lnTo>
                  <a:pt x="982842" y="285444"/>
                </a:lnTo>
                <a:close/>
                <a:lnTo>
                  <a:pt x="987961" y="284103"/>
                </a:lnTo>
                <a:close/>
                <a:lnTo>
                  <a:pt x="993079" y="282766"/>
                </a:lnTo>
                <a:close/>
                <a:lnTo>
                  <a:pt x="998196" y="281433"/>
                </a:lnTo>
                <a:close/>
                <a:lnTo>
                  <a:pt x="1003313" y="280106"/>
                </a:lnTo>
                <a:close/>
                <a:lnTo>
                  <a:pt x="1008431" y="278783"/>
                </a:lnTo>
                <a:close/>
                <a:lnTo>
                  <a:pt x="1013550" y="277466"/>
                </a:lnTo>
                <a:close/>
                <a:lnTo>
                  <a:pt x="1018671" y="276155"/>
                </a:lnTo>
                <a:close/>
                <a:lnTo>
                  <a:pt x="1023794" y="274850"/>
                </a:lnTo>
                <a:close/>
                <a:lnTo>
                  <a:pt x="1028919" y="273549"/>
                </a:lnTo>
                <a:close/>
                <a:lnTo>
                  <a:pt x="1034044" y="272253"/>
                </a:lnTo>
                <a:close/>
                <a:lnTo>
                  <a:pt x="1039171" y="270961"/>
                </a:lnTo>
                <a:close/>
                <a:lnTo>
                  <a:pt x="1044297" y="269672"/>
                </a:lnTo>
                <a:close/>
                <a:lnTo>
                  <a:pt x="1049423" y="268385"/>
                </a:lnTo>
                <a:close/>
                <a:lnTo>
                  <a:pt x="1054549" y="267101"/>
                </a:lnTo>
                <a:close/>
                <a:lnTo>
                  <a:pt x="1059673" y="265818"/>
                </a:lnTo>
                <a:close/>
                <a:lnTo>
                  <a:pt x="1064798" y="264538"/>
                </a:lnTo>
                <a:close/>
                <a:lnTo>
                  <a:pt x="1069923" y="263261"/>
                </a:lnTo>
                <a:close/>
                <a:lnTo>
                  <a:pt x="1075047" y="261988"/>
                </a:lnTo>
                <a:close/>
                <a:lnTo>
                  <a:pt x="1080172" y="260718"/>
                </a:lnTo>
                <a:close/>
                <a:lnTo>
                  <a:pt x="1085298" y="259452"/>
                </a:lnTo>
                <a:close/>
                <a:lnTo>
                  <a:pt x="1090424" y="258190"/>
                </a:lnTo>
                <a:close/>
                <a:lnTo>
                  <a:pt x="1095550" y="256933"/>
                </a:lnTo>
                <a:close/>
                <a:lnTo>
                  <a:pt x="1100676" y="255681"/>
                </a:lnTo>
                <a:close/>
                <a:lnTo>
                  <a:pt x="1105802" y="254432"/>
                </a:lnTo>
                <a:close/>
                <a:lnTo>
                  <a:pt x="1110926" y="253188"/>
                </a:lnTo>
                <a:close/>
                <a:lnTo>
                  <a:pt x="1116049" y="251948"/>
                </a:lnTo>
                <a:close/>
                <a:lnTo>
                  <a:pt x="1121171" y="250712"/>
                </a:lnTo>
                <a:close/>
                <a:lnTo>
                  <a:pt x="1126290" y="249480"/>
                </a:lnTo>
                <a:close/>
                <a:lnTo>
                  <a:pt x="1131408" y="248252"/>
                </a:lnTo>
                <a:close/>
                <a:lnTo>
                  <a:pt x="1136525" y="247028"/>
                </a:lnTo>
                <a:close/>
                <a:lnTo>
                  <a:pt x="1141642" y="245807"/>
                </a:lnTo>
                <a:close/>
                <a:lnTo>
                  <a:pt x="1146760" y="244589"/>
                </a:lnTo>
                <a:close/>
                <a:lnTo>
                  <a:pt x="1151878" y="243375"/>
                </a:lnTo>
                <a:close/>
                <a:lnTo>
                  <a:pt x="1156999" y="242163"/>
                </a:lnTo>
                <a:close/>
                <a:lnTo>
                  <a:pt x="1162121" y="240954"/>
                </a:lnTo>
                <a:close/>
                <a:lnTo>
                  <a:pt x="1167245" y="239748"/>
                </a:lnTo>
                <a:close/>
                <a:lnTo>
                  <a:pt x="1172370" y="238545"/>
                </a:lnTo>
                <a:close/>
                <a:lnTo>
                  <a:pt x="1177496" y="237344"/>
                </a:lnTo>
                <a:close/>
                <a:lnTo>
                  <a:pt x="1182622" y="236146"/>
                </a:lnTo>
                <a:close/>
                <a:lnTo>
                  <a:pt x="1187749" y="234951"/>
                </a:lnTo>
                <a:close/>
                <a:lnTo>
                  <a:pt x="1192877" y="233758"/>
                </a:lnTo>
                <a:close/>
                <a:lnTo>
                  <a:pt x="1198004" y="232568"/>
                </a:lnTo>
                <a:close/>
                <a:lnTo>
                  <a:pt x="1203130" y="231381"/>
                </a:lnTo>
                <a:close/>
                <a:lnTo>
                  <a:pt x="1208256" y="230197"/>
                </a:lnTo>
                <a:close/>
                <a:lnTo>
                  <a:pt x="1213380" y="229018"/>
                </a:lnTo>
                <a:close/>
                <a:lnTo>
                  <a:pt x="1218504" y="227841"/>
                </a:lnTo>
                <a:close/>
                <a:lnTo>
                  <a:pt x="1223625" y="226670"/>
                </a:lnTo>
                <a:close/>
                <a:lnTo>
                  <a:pt x="1228745" y="225502"/>
                </a:lnTo>
                <a:close/>
                <a:lnTo>
                  <a:pt x="1233863" y="224339"/>
                </a:lnTo>
                <a:close/>
                <a:lnTo>
                  <a:pt x="1238980" y="223180"/>
                </a:lnTo>
                <a:close/>
                <a:lnTo>
                  <a:pt x="1244097" y="222025"/>
                </a:lnTo>
                <a:close/>
                <a:lnTo>
                  <a:pt x="1249215" y="220874"/>
                </a:lnTo>
                <a:close/>
                <a:lnTo>
                  <a:pt x="1254333" y="219726"/>
                </a:lnTo>
                <a:close/>
                <a:lnTo>
                  <a:pt x="1259453" y="218581"/>
                </a:lnTo>
                <a:close/>
                <a:lnTo>
                  <a:pt x="1264575" y="217440"/>
                </a:lnTo>
                <a:close/>
                <a:lnTo>
                  <a:pt x="1269699" y="216301"/>
                </a:lnTo>
                <a:close/>
                <a:lnTo>
                  <a:pt x="1274824" y="215165"/>
                </a:lnTo>
                <a:close/>
                <a:lnTo>
                  <a:pt x="1279949" y="214030"/>
                </a:lnTo>
                <a:close/>
                <a:lnTo>
                  <a:pt x="1285076" y="212898"/>
                </a:lnTo>
                <a:close/>
                <a:lnTo>
                  <a:pt x="1290202" y="211767"/>
                </a:lnTo>
                <a:close/>
                <a:lnTo>
                  <a:pt x="1295328" y="210637"/>
                </a:lnTo>
                <a:close/>
                <a:lnTo>
                  <a:pt x="1300453" y="209508"/>
                </a:lnTo>
                <a:close/>
                <a:lnTo>
                  <a:pt x="1305578" y="208380"/>
                </a:lnTo>
                <a:close/>
                <a:lnTo>
                  <a:pt x="1310702" y="207255"/>
                </a:lnTo>
                <a:close/>
                <a:lnTo>
                  <a:pt x="1315827" y="206133"/>
                </a:lnTo>
                <a:close/>
                <a:lnTo>
                  <a:pt x="1320952" y="205015"/>
                </a:lnTo>
                <a:close/>
                <a:lnTo>
                  <a:pt x="1326077" y="203902"/>
                </a:lnTo>
                <a:close/>
                <a:lnTo>
                  <a:pt x="1331202" y="202793"/>
                </a:lnTo>
                <a:close/>
                <a:lnTo>
                  <a:pt x="1336329" y="201690"/>
                </a:lnTo>
                <a:close/>
                <a:lnTo>
                  <a:pt x="1341455" y="200591"/>
                </a:lnTo>
                <a:close/>
                <a:lnTo>
                  <a:pt x="1346581" y="199496"/>
                </a:lnTo>
                <a:close/>
                <a:lnTo>
                  <a:pt x="1351706" y="198404"/>
                </a:lnTo>
                <a:close/>
                <a:lnTo>
                  <a:pt x="1356830" y="197315"/>
                </a:lnTo>
                <a:close/>
                <a:lnTo>
                  <a:pt x="1361953" y="196227"/>
                </a:lnTo>
                <a:close/>
                <a:lnTo>
                  <a:pt x="1367073" y="195139"/>
                </a:lnTo>
                <a:close/>
                <a:lnTo>
                  <a:pt x="1372192" y="194053"/>
                </a:lnTo>
                <a:close/>
                <a:lnTo>
                  <a:pt x="1377310" y="192968"/>
                </a:lnTo>
                <a:close/>
                <a:lnTo>
                  <a:pt x="1382427" y="191885"/>
                </a:lnTo>
                <a:close/>
                <a:lnTo>
                  <a:pt x="1387544" y="190805"/>
                </a:lnTo>
                <a:close/>
                <a:lnTo>
                  <a:pt x="1392662" y="189727"/>
                </a:lnTo>
                <a:close/>
                <a:lnTo>
                  <a:pt x="1397781" y="188653"/>
                </a:lnTo>
                <a:close/>
                <a:lnTo>
                  <a:pt x="1402902" y="187582"/>
                </a:lnTo>
                <a:close/>
                <a:lnTo>
                  <a:pt x="1408025" y="186516"/>
                </a:lnTo>
                <a:close/>
                <a:lnTo>
                  <a:pt x="1413149" y="185452"/>
                </a:lnTo>
                <a:close/>
                <a:lnTo>
                  <a:pt x="1418274" y="184392"/>
                </a:lnTo>
                <a:close/>
                <a:lnTo>
                  <a:pt x="1423401" y="183333"/>
                </a:lnTo>
                <a:close/>
                <a:lnTo>
                  <a:pt x="1428527" y="182277"/>
                </a:lnTo>
                <a:close/>
                <a:lnTo>
                  <a:pt x="1433655" y="181222"/>
                </a:lnTo>
                <a:close/>
                <a:lnTo>
                  <a:pt x="1438782" y="180168"/>
                </a:lnTo>
                <a:close/>
                <a:lnTo>
                  <a:pt x="1443909" y="179116"/>
                </a:lnTo>
                <a:close/>
                <a:lnTo>
                  <a:pt x="1449035" y="178065"/>
                </a:lnTo>
                <a:close/>
                <a:lnTo>
                  <a:pt x="1454160" y="177017"/>
                </a:lnTo>
                <a:close/>
                <a:lnTo>
                  <a:pt x="1459284" y="175971"/>
                </a:lnTo>
                <a:close/>
                <a:lnTo>
                  <a:pt x="1464407" y="174929"/>
                </a:lnTo>
                <a:close/>
                <a:lnTo>
                  <a:pt x="1469528" y="173890"/>
                </a:lnTo>
                <a:close/>
                <a:lnTo>
                  <a:pt x="1474647" y="172854"/>
                </a:lnTo>
                <a:close/>
                <a:lnTo>
                  <a:pt x="1479765" y="171822"/>
                </a:lnTo>
                <a:close/>
                <a:lnTo>
                  <a:pt x="1484882" y="170793"/>
                </a:lnTo>
                <a:close/>
                <a:lnTo>
                  <a:pt x="1490000" y="169767"/>
                </a:lnTo>
                <a:close/>
                <a:lnTo>
                  <a:pt x="1495117" y="168743"/>
                </a:lnTo>
                <a:close/>
                <a:lnTo>
                  <a:pt x="1500236" y="167721"/>
                </a:lnTo>
                <a:close/>
                <a:lnTo>
                  <a:pt x="1505356" y="166701"/>
                </a:lnTo>
                <a:close/>
                <a:lnTo>
                  <a:pt x="1510478" y="165683"/>
                </a:lnTo>
                <a:close/>
                <a:lnTo>
                  <a:pt x="1515602" y="164666"/>
                </a:lnTo>
                <a:close/>
                <a:lnTo>
                  <a:pt x="1520727" y="163651"/>
                </a:lnTo>
                <a:close/>
                <a:lnTo>
                  <a:pt x="1525853" y="162638"/>
                </a:lnTo>
                <a:close/>
                <a:lnTo>
                  <a:pt x="1530979" y="161626"/>
                </a:lnTo>
                <a:close/>
                <a:lnTo>
                  <a:pt x="1536106" y="160616"/>
                </a:lnTo>
                <a:close/>
                <a:lnTo>
                  <a:pt x="1541233" y="159607"/>
                </a:lnTo>
                <a:close/>
                <a:lnTo>
                  <a:pt x="1546360" y="158600"/>
                </a:lnTo>
                <a:close/>
                <a:lnTo>
                  <a:pt x="1551487" y="157595"/>
                </a:lnTo>
                <a:close/>
                <a:lnTo>
                  <a:pt x="1556613" y="156592"/>
                </a:lnTo>
                <a:close/>
                <a:lnTo>
                  <a:pt x="1561737" y="155593"/>
                </a:lnTo>
                <a:close/>
                <a:lnTo>
                  <a:pt x="1566861" y="154597"/>
                </a:lnTo>
                <a:close/>
                <a:lnTo>
                  <a:pt x="1571982" y="153604"/>
                </a:lnTo>
                <a:close/>
                <a:lnTo>
                  <a:pt x="1577102" y="152616"/>
                </a:lnTo>
                <a:close/>
                <a:lnTo>
                  <a:pt x="1582221" y="151631"/>
                </a:lnTo>
                <a:close/>
                <a:lnTo>
                  <a:pt x="1587338" y="150649"/>
                </a:lnTo>
                <a:close/>
                <a:lnTo>
                  <a:pt x="1592455" y="149670"/>
                </a:lnTo>
                <a:close/>
                <a:lnTo>
                  <a:pt x="1597572" y="148692"/>
                </a:lnTo>
                <a:close/>
                <a:lnTo>
                  <a:pt x="1602691" y="147715"/>
                </a:lnTo>
                <a:close/>
                <a:lnTo>
                  <a:pt x="1607810" y="146738"/>
                </a:lnTo>
                <a:close/>
                <a:lnTo>
                  <a:pt x="1612932" y="145760"/>
                </a:lnTo>
                <a:close/>
                <a:lnTo>
                  <a:pt x="1618056" y="144783"/>
                </a:lnTo>
                <a:close/>
                <a:lnTo>
                  <a:pt x="1623180" y="143806"/>
                </a:lnTo>
                <a:close/>
                <a:lnTo>
                  <a:pt x="1628306" y="142831"/>
                </a:lnTo>
                <a:close/>
                <a:lnTo>
                  <a:pt x="1633433" y="141858"/>
                </a:lnTo>
                <a:close/>
                <a:lnTo>
                  <a:pt x="1638559" y="140888"/>
                </a:lnTo>
                <a:close/>
                <a:lnTo>
                  <a:pt x="1643685" y="139922"/>
                </a:lnTo>
                <a:close/>
                <a:lnTo>
                  <a:pt x="1648810" y="138959"/>
                </a:lnTo>
                <a:close/>
                <a:lnTo>
                  <a:pt x="1653935" y="138000"/>
                </a:lnTo>
                <a:close/>
                <a:lnTo>
                  <a:pt x="1659059" y="137045"/>
                </a:lnTo>
                <a:close/>
                <a:lnTo>
                  <a:pt x="1664184" y="136092"/>
                </a:lnTo>
                <a:close/>
                <a:lnTo>
                  <a:pt x="1669309" y="135143"/>
                </a:lnTo>
                <a:close/>
                <a:lnTo>
                  <a:pt x="1674434" y="134195"/>
                </a:lnTo>
                <a:close/>
                <a:lnTo>
                  <a:pt x="1679559" y="133250"/>
                </a:lnTo>
                <a:close/>
                <a:lnTo>
                  <a:pt x="1684686" y="132307"/>
                </a:lnTo>
                <a:close/>
                <a:lnTo>
                  <a:pt x="1689812" y="131366"/>
                </a:lnTo>
                <a:close/>
                <a:lnTo>
                  <a:pt x="1694938" y="130426"/>
                </a:lnTo>
                <a:close/>
                <a:lnTo>
                  <a:pt x="1700063" y="129486"/>
                </a:lnTo>
                <a:close/>
                <a:lnTo>
                  <a:pt x="1705187" y="128547"/>
                </a:lnTo>
                <a:close/>
                <a:lnTo>
                  <a:pt x="1710310" y="127609"/>
                </a:lnTo>
                <a:close/>
                <a:lnTo>
                  <a:pt x="1715431" y="126671"/>
                </a:lnTo>
                <a:close/>
                <a:lnTo>
                  <a:pt x="1720550" y="125732"/>
                </a:lnTo>
                <a:close/>
                <a:lnTo>
                  <a:pt x="1725667" y="124795"/>
                </a:lnTo>
                <a:close/>
                <a:lnTo>
                  <a:pt x="1730784" y="123859"/>
                </a:lnTo>
                <a:close/>
                <a:lnTo>
                  <a:pt x="1735902" y="122926"/>
                </a:lnTo>
                <a:close/>
                <a:lnTo>
                  <a:pt x="1741019" y="121996"/>
                </a:lnTo>
                <a:close/>
                <a:lnTo>
                  <a:pt x="1746138" y="121069"/>
                </a:lnTo>
                <a:close/>
                <a:lnTo>
                  <a:pt x="1751259" y="120147"/>
                </a:lnTo>
                <a:close/>
                <a:lnTo>
                  <a:pt x="1756382" y="119228"/>
                </a:lnTo>
                <a:close/>
                <a:lnTo>
                  <a:pt x="1761506" y="118313"/>
                </a:lnTo>
                <a:close/>
                <a:lnTo>
                  <a:pt x="1766631" y="117401"/>
                </a:lnTo>
                <a:close/>
                <a:lnTo>
                  <a:pt x="1771757" y="116490"/>
                </a:lnTo>
                <a:close/>
                <a:lnTo>
                  <a:pt x="1776884" y="115581"/>
                </a:lnTo>
                <a:close/>
                <a:lnTo>
                  <a:pt x="1782011" y="114672"/>
                </a:lnTo>
                <a:close/>
                <a:lnTo>
                  <a:pt x="1787139" y="113763"/>
                </a:lnTo>
                <a:close/>
                <a:lnTo>
                  <a:pt x="1792265" y="112854"/>
                </a:lnTo>
                <a:close/>
                <a:lnTo>
                  <a:pt x="1797392" y="111945"/>
                </a:lnTo>
                <a:close/>
                <a:lnTo>
                  <a:pt x="1802517" y="111038"/>
                </a:lnTo>
                <a:close/>
                <a:lnTo>
                  <a:pt x="1807642" y="110131"/>
                </a:lnTo>
                <a:close/>
                <a:lnTo>
                  <a:pt x="1812764" y="109227"/>
                </a:lnTo>
                <a:close/>
                <a:lnTo>
                  <a:pt x="1817885" y="108325"/>
                </a:lnTo>
                <a:close/>
                <a:lnTo>
                  <a:pt x="1823005" y="107425"/>
                </a:lnTo>
                <a:close/>
                <a:lnTo>
                  <a:pt x="1828122" y="106528"/>
                </a:lnTo>
                <a:close/>
                <a:lnTo>
                  <a:pt x="1833240" y="105634"/>
                </a:lnTo>
                <a:close/>
                <a:lnTo>
                  <a:pt x="1838357" y="104741"/>
                </a:lnTo>
                <a:close/>
                <a:lnTo>
                  <a:pt x="1843474" y="103851"/>
                </a:lnTo>
                <a:close/>
                <a:lnTo>
                  <a:pt x="1848593" y="102962"/>
                </a:lnTo>
                <a:close/>
                <a:lnTo>
                  <a:pt x="1853713" y="102075"/>
                </a:lnTo>
                <a:close/>
                <a:lnTo>
                  <a:pt x="1858836" y="101190"/>
                </a:lnTo>
                <a:close/>
                <a:lnTo>
                  <a:pt x="1863960" y="100307"/>
                </a:lnTo>
                <a:close/>
                <a:lnTo>
                  <a:pt x="1869085" y="99425"/>
                </a:lnTo>
                <a:close/>
                <a:lnTo>
                  <a:pt x="1874211" y="98546"/>
                </a:lnTo>
                <a:close/>
                <a:lnTo>
                  <a:pt x="1879337" y="97669"/>
                </a:lnTo>
                <a:close/>
                <a:lnTo>
                  <a:pt x="1884464" y="96794"/>
                </a:lnTo>
                <a:close/>
                <a:lnTo>
                  <a:pt x="1889589" y="95922"/>
                </a:lnTo>
                <a:close/>
                <a:lnTo>
                  <a:pt x="1894715" y="95052"/>
                </a:lnTo>
                <a:close/>
                <a:lnTo>
                  <a:pt x="1899839" y="94184"/>
                </a:lnTo>
                <a:close/>
                <a:lnTo>
                  <a:pt x="1904964" y="93318"/>
                </a:lnTo>
                <a:close/>
                <a:lnTo>
                  <a:pt x="1910088" y="92453"/>
                </a:lnTo>
                <a:close/>
                <a:lnTo>
                  <a:pt x="1915213" y="91589"/>
                </a:lnTo>
                <a:close/>
                <a:lnTo>
                  <a:pt x="1920338" y="90725"/>
                </a:lnTo>
                <a:close/>
                <a:lnTo>
                  <a:pt x="1925464" y="89862"/>
                </a:lnTo>
                <a:close/>
                <a:lnTo>
                  <a:pt x="1930590" y="88999"/>
                </a:lnTo>
                <a:close/>
                <a:lnTo>
                  <a:pt x="1935717" y="88137"/>
                </a:lnTo>
                <a:close/>
                <a:lnTo>
                  <a:pt x="1940843" y="87276"/>
                </a:lnTo>
                <a:close/>
                <a:lnTo>
                  <a:pt x="1945968" y="86417"/>
                </a:lnTo>
                <a:close/>
                <a:lnTo>
                  <a:pt x="1951091" y="85560"/>
                </a:lnTo>
                <a:close/>
                <a:lnTo>
                  <a:pt x="1956213" y="84705"/>
                </a:lnTo>
                <a:close/>
                <a:lnTo>
                  <a:pt x="1961333" y="83853"/>
                </a:lnTo>
                <a:close/>
                <a:lnTo>
                  <a:pt x="1966452" y="83004"/>
                </a:lnTo>
                <a:close/>
                <a:lnTo>
                  <a:pt x="1971569" y="82157"/>
                </a:lnTo>
                <a:close/>
                <a:lnTo>
                  <a:pt x="1976686" y="81311"/>
                </a:lnTo>
                <a:close/>
                <a:lnTo>
                  <a:pt x="1981803" y="80467"/>
                </a:lnTo>
                <a:close/>
                <a:lnTo>
                  <a:pt x="1986922" y="79624"/>
                </a:lnTo>
                <a:close/>
                <a:lnTo>
                  <a:pt x="1992041" y="78781"/>
                </a:lnTo>
                <a:close/>
                <a:lnTo>
                  <a:pt x="1997163" y="77938"/>
                </a:lnTo>
                <a:close/>
                <a:lnTo>
                  <a:pt x="2002286" y="77096"/>
                </a:lnTo>
                <a:close/>
                <a:lnTo>
                  <a:pt x="2007410" y="76255"/>
                </a:lnTo>
                <a:close/>
                <a:lnTo>
                  <a:pt x="2012536" y="75415"/>
                </a:lnTo>
                <a:close/>
                <a:lnTo>
                  <a:pt x="2017663" y="74577"/>
                </a:lnTo>
                <a:close/>
                <a:lnTo>
                  <a:pt x="2022790" y="73740"/>
                </a:lnTo>
                <a:close/>
                <a:lnTo>
                  <a:pt x="2027917" y="72906"/>
                </a:lnTo>
                <a:close/>
                <a:lnTo>
                  <a:pt x="2033044" y="72074"/>
                </a:lnTo>
                <a:close/>
                <a:lnTo>
                  <a:pt x="2038171" y="71244"/>
                </a:lnTo>
                <a:close/>
                <a:lnTo>
                  <a:pt x="2043297" y="70416"/>
                </a:lnTo>
                <a:close/>
                <a:lnTo>
                  <a:pt x="2048422" y="69591"/>
                </a:lnTo>
                <a:close/>
                <a:lnTo>
                  <a:pt x="2053545" y="68768"/>
                </a:lnTo>
                <a:close/>
                <a:lnTo>
                  <a:pt x="2058668" y="67947"/>
                </a:lnTo>
                <a:close/>
                <a:lnTo>
                  <a:pt x="2063788" y="67129"/>
                </a:lnTo>
                <a:close/>
                <a:lnTo>
                  <a:pt x="2068907" y="66312"/>
                </a:lnTo>
                <a:close/>
                <a:lnTo>
                  <a:pt x="2074024" y="65498"/>
                </a:lnTo>
                <a:close/>
                <a:lnTo>
                  <a:pt x="2079141" y="64685"/>
                </a:lnTo>
                <a:close/>
                <a:lnTo>
                  <a:pt x="2084258" y="63873"/>
                </a:lnTo>
                <a:close/>
                <a:lnTo>
                  <a:pt x="2089376" y="63063"/>
                </a:lnTo>
                <a:close/>
                <a:lnTo>
                  <a:pt x="2094496" y="62254"/>
                </a:lnTo>
                <a:close/>
                <a:lnTo>
                  <a:pt x="2099617" y="61445"/>
                </a:lnTo>
                <a:close/>
                <a:lnTo>
                  <a:pt x="2104740" y="60638"/>
                </a:lnTo>
                <a:close/>
                <a:lnTo>
                  <a:pt x="2109864" y="59831"/>
                </a:lnTo>
                <a:close/>
                <a:lnTo>
                  <a:pt x="2114990" y="59025"/>
                </a:lnTo>
                <a:close/>
                <a:lnTo>
                  <a:pt x="2120116" y="58219"/>
                </a:lnTo>
                <a:close/>
                <a:lnTo>
                  <a:pt x="2125242" y="57415"/>
                </a:lnTo>
                <a:close/>
                <a:lnTo>
                  <a:pt x="2130368" y="56610"/>
                </a:lnTo>
                <a:close/>
                <a:lnTo>
                  <a:pt x="2135494" y="55807"/>
                </a:lnTo>
                <a:close/>
                <a:lnTo>
                  <a:pt x="2140619" y="55004"/>
                </a:lnTo>
                <a:close/>
                <a:lnTo>
                  <a:pt x="2145744" y="54203"/>
                </a:lnTo>
                <a:close/>
                <a:lnTo>
                  <a:pt x="2150868" y="53403"/>
                </a:lnTo>
                <a:close/>
                <a:lnTo>
                  <a:pt x="2155993" y="52605"/>
                </a:lnTo>
                <a:close/>
                <a:lnTo>
                  <a:pt x="2161118" y="51809"/>
                </a:lnTo>
                <a:close/>
                <a:lnTo>
                  <a:pt x="2166243" y="51015"/>
                </a:lnTo>
                <a:close/>
                <a:lnTo>
                  <a:pt x="2171369" y="50224"/>
                </a:lnTo>
                <a:close/>
                <a:lnTo>
                  <a:pt x="2176495" y="49435"/>
                </a:lnTo>
                <a:close/>
                <a:lnTo>
                  <a:pt x="2181622" y="48648"/>
                </a:lnTo>
                <a:close/>
                <a:lnTo>
                  <a:pt x="2186747" y="47863"/>
                </a:lnTo>
                <a:close/>
                <a:lnTo>
                  <a:pt x="2191872" y="47080"/>
                </a:lnTo>
                <a:close/>
                <a:lnTo>
                  <a:pt x="2196995" y="46297"/>
                </a:lnTo>
                <a:close/>
                <a:lnTo>
                  <a:pt x="2202116" y="45516"/>
                </a:lnTo>
                <a:close/>
                <a:lnTo>
                  <a:pt x="2207236" y="44735"/>
                </a:lnTo>
                <a:close/>
                <a:lnTo>
                  <a:pt x="2212354" y="43955"/>
                </a:lnTo>
                <a:close/>
                <a:lnTo>
                  <a:pt x="2217471" y="43175"/>
                </a:lnTo>
                <a:close/>
                <a:lnTo>
                  <a:pt x="2222588" y="42396"/>
                </a:lnTo>
                <a:close/>
                <a:lnTo>
                  <a:pt x="2227705" y="41618"/>
                </a:lnTo>
                <a:close/>
                <a:lnTo>
                  <a:pt x="2232824" y="40840"/>
                </a:lnTo>
                <a:close/>
                <a:lnTo>
                  <a:pt x="2237944" y="40063"/>
                </a:lnTo>
                <a:close/>
                <a:lnTo>
                  <a:pt x="2243066" y="39287"/>
                </a:lnTo>
                <a:close/>
                <a:lnTo>
                  <a:pt x="2248190" y="38512"/>
                </a:lnTo>
                <a:close/>
                <a:lnTo>
                  <a:pt x="2253315" y="37738"/>
                </a:lnTo>
                <a:close/>
                <a:lnTo>
                  <a:pt x="2258441" y="36966"/>
                </a:lnTo>
                <a:close/>
                <a:lnTo>
                  <a:pt x="2263568" y="36196"/>
                </a:lnTo>
                <a:close/>
                <a:lnTo>
                  <a:pt x="2268695" y="35429"/>
                </a:lnTo>
                <a:close/>
                <a:lnTo>
                  <a:pt x="2273822" y="34663"/>
                </a:lnTo>
                <a:close/>
                <a:lnTo>
                  <a:pt x="2278949" y="33901"/>
                </a:lnTo>
                <a:close/>
                <a:lnTo>
                  <a:pt x="2284075" y="33140"/>
                </a:lnTo>
                <a:close/>
                <a:lnTo>
                  <a:pt x="2289201" y="32381"/>
                </a:lnTo>
                <a:close/>
                <a:lnTo>
                  <a:pt x="2294326" y="31624"/>
                </a:lnTo>
                <a:close/>
                <a:lnTo>
                  <a:pt x="2299449" y="30868"/>
                </a:lnTo>
                <a:close/>
                <a:lnTo>
                  <a:pt x="2304571" y="30112"/>
                </a:lnTo>
                <a:close/>
                <a:lnTo>
                  <a:pt x="2309690" y="29358"/>
                </a:lnTo>
                <a:close/>
                <a:lnTo>
                  <a:pt x="2314809" y="28604"/>
                </a:lnTo>
                <a:close/>
                <a:lnTo>
                  <a:pt x="2319926" y="27850"/>
                </a:lnTo>
                <a:close/>
                <a:lnTo>
                  <a:pt x="2325043" y="27098"/>
                </a:lnTo>
                <a:close/>
                <a:lnTo>
                  <a:pt x="2330160" y="26346"/>
                </a:lnTo>
                <a:close/>
                <a:lnTo>
                  <a:pt x="2335279" y="25596"/>
                </a:lnTo>
                <a:close/>
                <a:lnTo>
                  <a:pt x="2340398" y="24846"/>
                </a:lnTo>
                <a:close/>
                <a:lnTo>
                  <a:pt x="2345520" y="24098"/>
                </a:lnTo>
                <a:close/>
                <a:lnTo>
                  <a:pt x="2350644" y="23351"/>
                </a:lnTo>
                <a:close/>
                <a:lnTo>
                  <a:pt x="2355769" y="22605"/>
                </a:lnTo>
                <a:close/>
                <a:lnTo>
                  <a:pt x="2360895" y="21860"/>
                </a:lnTo>
                <a:close/>
                <a:lnTo>
                  <a:pt x="2366021" y="21115"/>
                </a:lnTo>
                <a:close/>
                <a:lnTo>
                  <a:pt x="2371147" y="20371"/>
                </a:lnTo>
                <a:close/>
                <a:lnTo>
                  <a:pt x="2376273" y="19628"/>
                </a:lnTo>
                <a:close/>
                <a:lnTo>
                  <a:pt x="2381399" y="18885"/>
                </a:lnTo>
                <a:close/>
                <a:lnTo>
                  <a:pt x="2386523" y="18143"/>
                </a:lnTo>
                <a:close/>
                <a:lnTo>
                  <a:pt x="2391648" y="17402"/>
                </a:lnTo>
                <a:close/>
                <a:lnTo>
                  <a:pt x="2396773" y="16663"/>
                </a:lnTo>
                <a:close/>
                <a:lnTo>
                  <a:pt x="2401897" y="15926"/>
                </a:lnTo>
                <a:close/>
                <a:lnTo>
                  <a:pt x="2407022" y="15192"/>
                </a:lnTo>
                <a:close/>
                <a:lnTo>
                  <a:pt x="2412148" y="14460"/>
                </a:lnTo>
                <a:close/>
                <a:lnTo>
                  <a:pt x="2417274" y="13732"/>
                </a:lnTo>
                <a:close/>
                <a:lnTo>
                  <a:pt x="2422400" y="13005"/>
                </a:lnTo>
                <a:close/>
                <a:lnTo>
                  <a:pt x="2427526" y="12280"/>
                </a:lnTo>
                <a:close/>
                <a:lnTo>
                  <a:pt x="2432651" y="11557"/>
                </a:lnTo>
                <a:close/>
                <a:lnTo>
                  <a:pt x="2437775" y="10833"/>
                </a:lnTo>
                <a:close/>
                <a:lnTo>
                  <a:pt x="2442898" y="10110"/>
                </a:lnTo>
                <a:close/>
                <a:lnTo>
                  <a:pt x="2448019" y="9385"/>
                </a:lnTo>
                <a:close/>
                <a:lnTo>
                  <a:pt x="2453139" y="8660"/>
                </a:lnTo>
                <a:close/>
                <a:lnTo>
                  <a:pt x="2458257" y="7934"/>
                </a:lnTo>
                <a:close/>
                <a:lnTo>
                  <a:pt x="2463375" y="7208"/>
                </a:lnTo>
                <a:close/>
                <a:lnTo>
                  <a:pt x="2468492" y="6483"/>
                </a:lnTo>
                <a:close/>
                <a:lnTo>
                  <a:pt x="2473609" y="5757"/>
                </a:lnTo>
                <a:close/>
                <a:lnTo>
                  <a:pt x="2478727" y="5032"/>
                </a:lnTo>
                <a:close/>
                <a:lnTo>
                  <a:pt x="2483846" y="4308"/>
                </a:lnTo>
                <a:close/>
                <a:lnTo>
                  <a:pt x="2488965" y="3585"/>
                </a:lnTo>
                <a:close/>
                <a:lnTo>
                  <a:pt x="2494087" y="2864"/>
                </a:lnTo>
                <a:close/>
                <a:lnTo>
                  <a:pt x="2499211" y="2145"/>
                </a:lnTo>
                <a:close/>
                <a:lnTo>
                  <a:pt x="2504338" y="1427"/>
                </a:lnTo>
                <a:close/>
                <a:lnTo>
                  <a:pt x="2509467" y="712"/>
                </a:lnTo>
                <a:close/>
                <a:lnTo>
                  <a:pt x="25146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1840230.0"/>
            <a:ext cx="0.0" cy="73152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311900" y="175133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46800" y="1248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6800" y="2368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3700" y="2368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