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343400.0" y="2571750.0"/>
            <a:ext cx="2286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971550.0"/>
            <a:ext cx="0.0" cy="18288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1468069"/>
            <a:ext cx="1737360" cy="920801"/>
          </a:xfrm>
          <a:custGeom>
            <a:avLst/>
            <a:gdLst/>
            <a:ahLst/>
            <a:cxnLst/>
            <a:rect l="l" t="t" r="r" b="b"/>
            <a:pathLst>
              <a:path w="1737360" h="920801">
                <a:moveTo>
                  <a:pt x="0" y="920801"/>
                </a:moveTo>
                <a:lnTo>
                  <a:pt x="5811" y="873888"/>
                </a:lnTo>
                <a:close/>
                <a:lnTo>
                  <a:pt x="11621" y="844647"/>
                </a:lnTo>
                <a:close/>
                <a:lnTo>
                  <a:pt x="17432" y="825766"/>
                </a:lnTo>
                <a:close/>
                <a:lnTo>
                  <a:pt x="23242" y="810685"/>
                </a:lnTo>
                <a:close/>
                <a:lnTo>
                  <a:pt x="29053" y="797536"/>
                </a:lnTo>
                <a:close/>
                <a:lnTo>
                  <a:pt x="34863" y="785965"/>
                </a:lnTo>
                <a:close/>
                <a:lnTo>
                  <a:pt x="40674" y="775147"/>
                </a:lnTo>
                <a:close/>
                <a:lnTo>
                  <a:pt x="46485" y="764979"/>
                </a:lnTo>
                <a:close/>
                <a:lnTo>
                  <a:pt x="52295" y="755614"/>
                </a:lnTo>
                <a:close/>
                <a:lnTo>
                  <a:pt x="58106" y="746690"/>
                </a:lnTo>
                <a:close/>
                <a:lnTo>
                  <a:pt x="63916" y="738055"/>
                </a:lnTo>
                <a:close/>
                <a:lnTo>
                  <a:pt x="69727" y="729795"/>
                </a:lnTo>
                <a:close/>
                <a:lnTo>
                  <a:pt x="75537" y="721947"/>
                </a:lnTo>
                <a:close/>
                <a:lnTo>
                  <a:pt x="81348" y="714438"/>
                </a:lnTo>
                <a:close/>
                <a:lnTo>
                  <a:pt x="87159" y="707104"/>
                </a:lnTo>
                <a:close/>
                <a:lnTo>
                  <a:pt x="92969" y="699934"/>
                </a:lnTo>
                <a:close/>
                <a:lnTo>
                  <a:pt x="98780" y="692958"/>
                </a:lnTo>
                <a:close/>
                <a:lnTo>
                  <a:pt x="104590" y="686166"/>
                </a:lnTo>
                <a:close/>
                <a:lnTo>
                  <a:pt x="110401" y="679558"/>
                </a:lnTo>
                <a:close/>
                <a:lnTo>
                  <a:pt x="116211" y="673138"/>
                </a:lnTo>
                <a:close/>
                <a:lnTo>
                  <a:pt x="122022" y="666889"/>
                </a:lnTo>
                <a:close/>
                <a:lnTo>
                  <a:pt x="127833" y="660841"/>
                </a:lnTo>
                <a:close/>
                <a:lnTo>
                  <a:pt x="133643" y="655015"/>
                </a:lnTo>
                <a:close/>
                <a:lnTo>
                  <a:pt x="139454" y="649204"/>
                </a:lnTo>
                <a:close/>
                <a:lnTo>
                  <a:pt x="145264" y="643385"/>
                </a:lnTo>
                <a:close/>
                <a:lnTo>
                  <a:pt x="151075" y="637804"/>
                </a:lnTo>
                <a:close/>
                <a:lnTo>
                  <a:pt x="156885" y="632313"/>
                </a:lnTo>
                <a:close/>
                <a:lnTo>
                  <a:pt x="162696" y="626775"/>
                </a:lnTo>
                <a:close/>
                <a:lnTo>
                  <a:pt x="168506" y="621396"/>
                </a:lnTo>
                <a:close/>
                <a:lnTo>
                  <a:pt x="174317" y="616260"/>
                </a:lnTo>
                <a:close/>
                <a:lnTo>
                  <a:pt x="180128" y="611311"/>
                </a:lnTo>
                <a:close/>
                <a:lnTo>
                  <a:pt x="185938" y="606405"/>
                </a:lnTo>
                <a:close/>
                <a:lnTo>
                  <a:pt x="191749" y="601454"/>
                </a:lnTo>
                <a:close/>
                <a:lnTo>
                  <a:pt x="197559" y="596474"/>
                </a:lnTo>
                <a:close/>
                <a:lnTo>
                  <a:pt x="203370" y="591649"/>
                </a:lnTo>
                <a:close/>
                <a:lnTo>
                  <a:pt x="209180" y="587025"/>
                </a:lnTo>
                <a:close/>
                <a:lnTo>
                  <a:pt x="214991" y="582407"/>
                </a:lnTo>
                <a:close/>
                <a:lnTo>
                  <a:pt x="220802" y="577726"/>
                </a:lnTo>
                <a:close/>
                <a:lnTo>
                  <a:pt x="226612" y="573056"/>
                </a:lnTo>
                <a:close/>
                <a:lnTo>
                  <a:pt x="232423" y="568596"/>
                </a:lnTo>
                <a:close/>
                <a:lnTo>
                  <a:pt x="238233" y="564278"/>
                </a:lnTo>
                <a:close/>
                <a:lnTo>
                  <a:pt x="244044" y="559921"/>
                </a:lnTo>
                <a:close/>
                <a:lnTo>
                  <a:pt x="249854" y="555563"/>
                </a:lnTo>
                <a:close/>
                <a:lnTo>
                  <a:pt x="255665" y="551203"/>
                </a:lnTo>
                <a:close/>
                <a:lnTo>
                  <a:pt x="261476" y="546806"/>
                </a:lnTo>
                <a:close/>
                <a:lnTo>
                  <a:pt x="267286" y="542555"/>
                </a:lnTo>
                <a:close/>
                <a:lnTo>
                  <a:pt x="273097" y="538512"/>
                </a:lnTo>
                <a:close/>
                <a:lnTo>
                  <a:pt x="278907" y="534479"/>
                </a:lnTo>
                <a:close/>
                <a:lnTo>
                  <a:pt x="284718" y="530374"/>
                </a:lnTo>
                <a:close/>
                <a:lnTo>
                  <a:pt x="290528" y="526275"/>
                </a:lnTo>
                <a:close/>
                <a:lnTo>
                  <a:pt x="296339" y="522443"/>
                </a:lnTo>
                <a:close/>
                <a:lnTo>
                  <a:pt x="302150" y="518652"/>
                </a:lnTo>
                <a:close/>
                <a:lnTo>
                  <a:pt x="307960" y="514566"/>
                </a:lnTo>
                <a:close/>
                <a:lnTo>
                  <a:pt x="313771" y="510611"/>
                </a:lnTo>
                <a:close/>
                <a:lnTo>
                  <a:pt x="319581" y="506875"/>
                </a:lnTo>
                <a:close/>
                <a:lnTo>
                  <a:pt x="325392" y="503059"/>
                </a:lnTo>
                <a:close/>
                <a:lnTo>
                  <a:pt x="331202" y="499408"/>
                </a:lnTo>
                <a:close/>
                <a:lnTo>
                  <a:pt x="337013" y="495957"/>
                </a:lnTo>
                <a:close/>
                <a:lnTo>
                  <a:pt x="342824" y="492237"/>
                </a:lnTo>
                <a:close/>
                <a:lnTo>
                  <a:pt x="348634" y="488476"/>
                </a:lnTo>
                <a:close/>
                <a:lnTo>
                  <a:pt x="354445" y="484997"/>
                </a:lnTo>
                <a:close/>
                <a:lnTo>
                  <a:pt x="360255" y="481545"/>
                </a:lnTo>
                <a:close/>
                <a:lnTo>
                  <a:pt x="366066" y="478048"/>
                </a:lnTo>
                <a:close/>
                <a:lnTo>
                  <a:pt x="371876" y="474573"/>
                </a:lnTo>
                <a:close/>
                <a:lnTo>
                  <a:pt x="377687" y="471044"/>
                </a:lnTo>
                <a:close/>
                <a:lnTo>
                  <a:pt x="383498" y="467572"/>
                </a:lnTo>
                <a:close/>
                <a:lnTo>
                  <a:pt x="389308" y="464382"/>
                </a:lnTo>
                <a:close/>
                <a:lnTo>
                  <a:pt x="395119" y="461098"/>
                </a:lnTo>
                <a:close/>
                <a:lnTo>
                  <a:pt x="400929" y="457575"/>
                </a:lnTo>
                <a:close/>
                <a:lnTo>
                  <a:pt x="406740" y="454271"/>
                </a:lnTo>
                <a:close/>
                <a:lnTo>
                  <a:pt x="412550" y="451133"/>
                </a:lnTo>
                <a:close/>
                <a:lnTo>
                  <a:pt x="418361" y="447936"/>
                </a:lnTo>
                <a:close/>
                <a:lnTo>
                  <a:pt x="424172" y="444731"/>
                </a:lnTo>
                <a:close/>
                <a:lnTo>
                  <a:pt x="429982" y="441538"/>
                </a:lnTo>
                <a:close/>
                <a:lnTo>
                  <a:pt x="435793" y="438339"/>
                </a:lnTo>
                <a:close/>
                <a:lnTo>
                  <a:pt x="441603" y="435154"/>
                </a:lnTo>
                <a:close/>
                <a:lnTo>
                  <a:pt x="447414" y="431955"/>
                </a:lnTo>
                <a:close/>
                <a:lnTo>
                  <a:pt x="453224" y="428703"/>
                </a:lnTo>
                <a:close/>
                <a:lnTo>
                  <a:pt x="459035" y="425638"/>
                </a:lnTo>
                <a:close/>
                <a:lnTo>
                  <a:pt x="464845" y="422768"/>
                </a:lnTo>
                <a:close/>
                <a:lnTo>
                  <a:pt x="470656" y="419637"/>
                </a:lnTo>
                <a:close/>
                <a:lnTo>
                  <a:pt x="476467" y="416450"/>
                </a:lnTo>
                <a:close/>
                <a:lnTo>
                  <a:pt x="482277" y="413545"/>
                </a:lnTo>
                <a:close/>
                <a:lnTo>
                  <a:pt x="488088" y="410680"/>
                </a:lnTo>
                <a:close/>
                <a:lnTo>
                  <a:pt x="493898" y="407761"/>
                </a:lnTo>
                <a:close/>
                <a:lnTo>
                  <a:pt x="499709" y="404855"/>
                </a:lnTo>
                <a:close/>
                <a:lnTo>
                  <a:pt x="505519" y="401950"/>
                </a:lnTo>
                <a:close/>
                <a:lnTo>
                  <a:pt x="511330" y="399044"/>
                </a:lnTo>
                <a:close/>
                <a:lnTo>
                  <a:pt x="517141" y="396154"/>
                </a:lnTo>
                <a:close/>
                <a:lnTo>
                  <a:pt x="522951" y="393216"/>
                </a:lnTo>
                <a:close/>
                <a:lnTo>
                  <a:pt x="528762" y="390292"/>
                </a:lnTo>
                <a:close/>
                <a:lnTo>
                  <a:pt x="534572" y="387641"/>
                </a:lnTo>
                <a:close/>
                <a:lnTo>
                  <a:pt x="540383" y="384994"/>
                </a:lnTo>
                <a:close/>
                <a:lnTo>
                  <a:pt x="546193" y="382065"/>
                </a:lnTo>
                <a:close/>
                <a:lnTo>
                  <a:pt x="552004" y="379272"/>
                </a:lnTo>
                <a:close/>
                <a:lnTo>
                  <a:pt x="557815" y="376720"/>
                </a:lnTo>
                <a:close/>
                <a:lnTo>
                  <a:pt x="563625" y="374165"/>
                </a:lnTo>
                <a:close/>
                <a:lnTo>
                  <a:pt x="569436" y="371374"/>
                </a:lnTo>
                <a:close/>
                <a:lnTo>
                  <a:pt x="575246" y="368446"/>
                </a:lnTo>
                <a:close/>
                <a:lnTo>
                  <a:pt x="581057" y="365773"/>
                </a:lnTo>
                <a:close/>
                <a:lnTo>
                  <a:pt x="586867" y="363181"/>
                </a:lnTo>
                <a:close/>
                <a:lnTo>
                  <a:pt x="592678" y="360541"/>
                </a:lnTo>
                <a:close/>
                <a:lnTo>
                  <a:pt x="598489" y="358154"/>
                </a:lnTo>
                <a:close/>
                <a:lnTo>
                  <a:pt x="604299" y="355825"/>
                </a:lnTo>
                <a:close/>
                <a:lnTo>
                  <a:pt x="610110" y="353228"/>
                </a:lnTo>
                <a:close/>
                <a:lnTo>
                  <a:pt x="615920" y="350520"/>
                </a:lnTo>
                <a:close/>
                <a:lnTo>
                  <a:pt x="621731" y="347955"/>
                </a:lnTo>
                <a:close/>
                <a:lnTo>
                  <a:pt x="627541" y="345656"/>
                </a:lnTo>
                <a:close/>
                <a:lnTo>
                  <a:pt x="633352" y="343202"/>
                </a:lnTo>
                <a:close/>
                <a:lnTo>
                  <a:pt x="639163" y="340553"/>
                </a:lnTo>
                <a:close/>
                <a:lnTo>
                  <a:pt x="644973" y="338200"/>
                </a:lnTo>
                <a:close/>
                <a:lnTo>
                  <a:pt x="650784" y="335824"/>
                </a:lnTo>
                <a:close/>
                <a:lnTo>
                  <a:pt x="656594" y="333175"/>
                </a:lnTo>
                <a:close/>
                <a:lnTo>
                  <a:pt x="662405" y="330707"/>
                </a:lnTo>
                <a:close/>
                <a:lnTo>
                  <a:pt x="668215" y="328458"/>
                </a:lnTo>
                <a:close/>
                <a:lnTo>
                  <a:pt x="674026" y="326176"/>
                </a:lnTo>
                <a:close/>
                <a:lnTo>
                  <a:pt x="679837" y="323646"/>
                </a:lnTo>
                <a:close/>
                <a:lnTo>
                  <a:pt x="685647" y="321021"/>
                </a:lnTo>
                <a:close/>
                <a:lnTo>
                  <a:pt x="691458" y="318655"/>
                </a:lnTo>
                <a:close/>
                <a:lnTo>
                  <a:pt x="697268" y="316379"/>
                </a:lnTo>
                <a:close/>
                <a:lnTo>
                  <a:pt x="703079" y="314046"/>
                </a:lnTo>
                <a:close/>
                <a:lnTo>
                  <a:pt x="708889" y="311716"/>
                </a:lnTo>
                <a:close/>
                <a:lnTo>
                  <a:pt x="714700" y="309395"/>
                </a:lnTo>
                <a:close/>
                <a:lnTo>
                  <a:pt x="720511" y="307071"/>
                </a:lnTo>
                <a:close/>
                <a:lnTo>
                  <a:pt x="726321" y="304747"/>
                </a:lnTo>
                <a:close/>
                <a:lnTo>
                  <a:pt x="732132" y="302422"/>
                </a:lnTo>
                <a:close/>
                <a:lnTo>
                  <a:pt x="737942" y="300094"/>
                </a:lnTo>
                <a:close/>
                <a:lnTo>
                  <a:pt x="743753" y="297782"/>
                </a:lnTo>
                <a:close/>
                <a:lnTo>
                  <a:pt x="749563" y="295451"/>
                </a:lnTo>
                <a:close/>
                <a:lnTo>
                  <a:pt x="755374" y="293077"/>
                </a:lnTo>
                <a:close/>
                <a:lnTo>
                  <a:pt x="761184" y="290895"/>
                </a:lnTo>
                <a:close/>
                <a:lnTo>
                  <a:pt x="766995" y="288890"/>
                </a:lnTo>
                <a:close/>
                <a:lnTo>
                  <a:pt x="772806" y="286668"/>
                </a:lnTo>
                <a:close/>
                <a:lnTo>
                  <a:pt x="778616" y="284261"/>
                </a:lnTo>
                <a:close/>
                <a:lnTo>
                  <a:pt x="784427" y="281911"/>
                </a:lnTo>
                <a:close/>
                <a:lnTo>
                  <a:pt x="790237" y="279838"/>
                </a:lnTo>
                <a:close/>
                <a:lnTo>
                  <a:pt x="796048" y="277779"/>
                </a:lnTo>
                <a:close/>
                <a:lnTo>
                  <a:pt x="801858" y="275424"/>
                </a:lnTo>
                <a:close/>
                <a:lnTo>
                  <a:pt x="807669" y="273255"/>
                </a:lnTo>
                <a:close/>
                <a:lnTo>
                  <a:pt x="813480" y="271245"/>
                </a:lnTo>
                <a:close/>
                <a:lnTo>
                  <a:pt x="819290" y="268920"/>
                </a:lnTo>
                <a:close/>
                <a:lnTo>
                  <a:pt x="825101" y="266689"/>
                </a:lnTo>
                <a:close/>
                <a:lnTo>
                  <a:pt x="830911" y="264696"/>
                </a:lnTo>
                <a:close/>
                <a:lnTo>
                  <a:pt x="836722" y="262431"/>
                </a:lnTo>
                <a:close/>
                <a:lnTo>
                  <a:pt x="842532" y="260117"/>
                </a:lnTo>
                <a:close/>
                <a:lnTo>
                  <a:pt x="848343" y="258086"/>
                </a:lnTo>
                <a:close/>
                <a:lnTo>
                  <a:pt x="854154" y="256141"/>
                </a:lnTo>
                <a:close/>
                <a:lnTo>
                  <a:pt x="859964" y="254038"/>
                </a:lnTo>
                <a:close/>
                <a:lnTo>
                  <a:pt x="865775" y="251692"/>
                </a:lnTo>
                <a:close/>
                <a:lnTo>
                  <a:pt x="871585" y="249482"/>
                </a:lnTo>
                <a:close/>
                <a:lnTo>
                  <a:pt x="877396" y="247491"/>
                </a:lnTo>
                <a:close/>
                <a:lnTo>
                  <a:pt x="883206" y="245472"/>
                </a:lnTo>
                <a:close/>
                <a:lnTo>
                  <a:pt x="889017" y="243425"/>
                </a:lnTo>
                <a:close/>
                <a:lnTo>
                  <a:pt x="894828" y="241393"/>
                </a:lnTo>
                <a:close/>
                <a:lnTo>
                  <a:pt x="900638" y="239361"/>
                </a:lnTo>
                <a:close/>
                <a:lnTo>
                  <a:pt x="906449" y="237327"/>
                </a:lnTo>
                <a:close/>
                <a:lnTo>
                  <a:pt x="912259" y="235293"/>
                </a:lnTo>
                <a:close/>
                <a:lnTo>
                  <a:pt x="918070" y="233259"/>
                </a:lnTo>
                <a:close/>
                <a:lnTo>
                  <a:pt x="923880" y="231226"/>
                </a:lnTo>
                <a:close/>
                <a:lnTo>
                  <a:pt x="929691" y="229193"/>
                </a:lnTo>
                <a:close/>
                <a:lnTo>
                  <a:pt x="935502" y="227156"/>
                </a:lnTo>
                <a:close/>
                <a:lnTo>
                  <a:pt x="941312" y="225124"/>
                </a:lnTo>
                <a:close/>
                <a:lnTo>
                  <a:pt x="947123" y="223104"/>
                </a:lnTo>
                <a:close/>
                <a:lnTo>
                  <a:pt x="952933" y="221037"/>
                </a:lnTo>
                <a:close/>
                <a:lnTo>
                  <a:pt x="958744" y="218991"/>
                </a:lnTo>
                <a:close/>
                <a:lnTo>
                  <a:pt x="964554" y="217207"/>
                </a:lnTo>
                <a:close/>
                <a:lnTo>
                  <a:pt x="970365" y="215444"/>
                </a:lnTo>
                <a:close/>
                <a:lnTo>
                  <a:pt x="976176" y="213416"/>
                </a:lnTo>
                <a:close/>
                <a:lnTo>
                  <a:pt x="981986" y="211291"/>
                </a:lnTo>
                <a:close/>
                <a:lnTo>
                  <a:pt x="987797" y="209321"/>
                </a:lnTo>
                <a:close/>
                <a:lnTo>
                  <a:pt x="993607" y="207610"/>
                </a:lnTo>
                <a:close/>
                <a:lnTo>
                  <a:pt x="999418" y="205717"/>
                </a:lnTo>
                <a:close/>
                <a:lnTo>
                  <a:pt x="1005228" y="203655"/>
                </a:lnTo>
                <a:close/>
                <a:lnTo>
                  <a:pt x="1011039" y="201903"/>
                </a:lnTo>
                <a:close/>
                <a:lnTo>
                  <a:pt x="1016849" y="200080"/>
                </a:lnTo>
                <a:close/>
                <a:lnTo>
                  <a:pt x="1022660" y="198003"/>
                </a:lnTo>
                <a:close/>
                <a:lnTo>
                  <a:pt x="1028471" y="196205"/>
                </a:lnTo>
                <a:close/>
                <a:lnTo>
                  <a:pt x="1034281" y="194432"/>
                </a:lnTo>
                <a:close/>
                <a:lnTo>
                  <a:pt x="1040092" y="192360"/>
                </a:lnTo>
                <a:close/>
                <a:lnTo>
                  <a:pt x="1045902" y="190505"/>
                </a:lnTo>
                <a:close/>
                <a:lnTo>
                  <a:pt x="1051713" y="188774"/>
                </a:lnTo>
                <a:close/>
                <a:lnTo>
                  <a:pt x="1057523" y="186738"/>
                </a:lnTo>
                <a:close/>
                <a:lnTo>
                  <a:pt x="1063334" y="184776"/>
                </a:lnTo>
                <a:close/>
                <a:lnTo>
                  <a:pt x="1069145" y="183079"/>
                </a:lnTo>
                <a:close/>
                <a:lnTo>
                  <a:pt x="1074955" y="181409"/>
                </a:lnTo>
                <a:close/>
                <a:lnTo>
                  <a:pt x="1080766" y="179529"/>
                </a:lnTo>
                <a:close/>
                <a:lnTo>
                  <a:pt x="1086576" y="177466"/>
                </a:lnTo>
                <a:close/>
                <a:lnTo>
                  <a:pt x="1092387" y="175615"/>
                </a:lnTo>
                <a:close/>
                <a:lnTo>
                  <a:pt x="1098197" y="173924"/>
                </a:lnTo>
                <a:close/>
                <a:lnTo>
                  <a:pt x="1104008" y="172181"/>
                </a:lnTo>
                <a:close/>
                <a:lnTo>
                  <a:pt x="1109819" y="170431"/>
                </a:lnTo>
                <a:close/>
                <a:lnTo>
                  <a:pt x="1115629" y="168689"/>
                </a:lnTo>
                <a:close/>
                <a:lnTo>
                  <a:pt x="1121440" y="166933"/>
                </a:lnTo>
                <a:close/>
                <a:lnTo>
                  <a:pt x="1127250" y="165229"/>
                </a:lnTo>
                <a:close/>
                <a:lnTo>
                  <a:pt x="1133061" y="163481"/>
                </a:lnTo>
                <a:close/>
                <a:lnTo>
                  <a:pt x="1138871" y="161461"/>
                </a:lnTo>
                <a:close/>
                <a:lnTo>
                  <a:pt x="1144682" y="159478"/>
                </a:lnTo>
                <a:close/>
                <a:lnTo>
                  <a:pt x="1150493" y="157755"/>
                </a:lnTo>
                <a:close/>
                <a:lnTo>
                  <a:pt x="1156303" y="156042"/>
                </a:lnTo>
                <a:close/>
                <a:lnTo>
                  <a:pt x="1162114" y="154284"/>
                </a:lnTo>
                <a:close/>
                <a:lnTo>
                  <a:pt x="1167924" y="152541"/>
                </a:lnTo>
                <a:close/>
                <a:lnTo>
                  <a:pt x="1173735" y="150801"/>
                </a:lnTo>
                <a:close/>
                <a:lnTo>
                  <a:pt x="1179545" y="149057"/>
                </a:lnTo>
                <a:close/>
                <a:lnTo>
                  <a:pt x="1185356" y="147313"/>
                </a:lnTo>
                <a:close/>
                <a:lnTo>
                  <a:pt x="1191167" y="145570"/>
                </a:lnTo>
                <a:close/>
                <a:lnTo>
                  <a:pt x="1196977" y="143827"/>
                </a:lnTo>
                <a:close/>
                <a:lnTo>
                  <a:pt x="1202788" y="142084"/>
                </a:lnTo>
                <a:close/>
                <a:lnTo>
                  <a:pt x="1208598" y="140341"/>
                </a:lnTo>
                <a:close/>
                <a:lnTo>
                  <a:pt x="1214409" y="138598"/>
                </a:lnTo>
                <a:close/>
                <a:lnTo>
                  <a:pt x="1220219" y="136851"/>
                </a:lnTo>
                <a:close/>
                <a:lnTo>
                  <a:pt x="1226030" y="135113"/>
                </a:lnTo>
                <a:close/>
                <a:lnTo>
                  <a:pt x="1231841" y="133381"/>
                </a:lnTo>
                <a:close/>
                <a:lnTo>
                  <a:pt x="1237651" y="131590"/>
                </a:lnTo>
                <a:close/>
                <a:lnTo>
                  <a:pt x="1243462" y="129878"/>
                </a:lnTo>
                <a:close/>
                <a:lnTo>
                  <a:pt x="1249272" y="128433"/>
                </a:lnTo>
                <a:close/>
                <a:lnTo>
                  <a:pt x="1255083" y="126896"/>
                </a:lnTo>
                <a:close/>
                <a:lnTo>
                  <a:pt x="1260893" y="125117"/>
                </a:lnTo>
                <a:close/>
                <a:lnTo>
                  <a:pt x="1266704" y="123367"/>
                </a:lnTo>
                <a:close/>
                <a:lnTo>
                  <a:pt x="1272515" y="121610"/>
                </a:lnTo>
                <a:close/>
                <a:lnTo>
                  <a:pt x="1278325" y="119842"/>
                </a:lnTo>
                <a:close/>
                <a:lnTo>
                  <a:pt x="1284136" y="118326"/>
                </a:lnTo>
                <a:close/>
                <a:lnTo>
                  <a:pt x="1289946" y="116870"/>
                </a:lnTo>
                <a:close/>
                <a:lnTo>
                  <a:pt x="1295757" y="115149"/>
                </a:lnTo>
                <a:close/>
                <a:lnTo>
                  <a:pt x="1301567" y="113318"/>
                </a:lnTo>
                <a:close/>
                <a:lnTo>
                  <a:pt x="1307378" y="111614"/>
                </a:lnTo>
                <a:close/>
                <a:lnTo>
                  <a:pt x="1313188" y="110166"/>
                </a:lnTo>
                <a:close/>
                <a:lnTo>
                  <a:pt x="1318999" y="108642"/>
                </a:lnTo>
                <a:close/>
                <a:lnTo>
                  <a:pt x="1324810" y="106867"/>
                </a:lnTo>
                <a:close/>
                <a:lnTo>
                  <a:pt x="1330620" y="105043"/>
                </a:lnTo>
                <a:close/>
                <a:lnTo>
                  <a:pt x="1336431" y="103424"/>
                </a:lnTo>
                <a:close/>
                <a:lnTo>
                  <a:pt x="1342241" y="102010"/>
                </a:lnTo>
                <a:close/>
                <a:lnTo>
                  <a:pt x="1348052" y="100337"/>
                </a:lnTo>
                <a:close/>
                <a:lnTo>
                  <a:pt x="1353862" y="98607"/>
                </a:lnTo>
                <a:close/>
                <a:lnTo>
                  <a:pt x="1359673" y="97185"/>
                </a:lnTo>
                <a:close/>
                <a:lnTo>
                  <a:pt x="1365484" y="95578"/>
                </a:lnTo>
                <a:close/>
                <a:lnTo>
                  <a:pt x="1371294" y="93811"/>
                </a:lnTo>
                <a:close/>
                <a:lnTo>
                  <a:pt x="1377105" y="92361"/>
                </a:lnTo>
                <a:close/>
                <a:lnTo>
                  <a:pt x="1382915" y="90811"/>
                </a:lnTo>
                <a:close/>
                <a:lnTo>
                  <a:pt x="1388726" y="89027"/>
                </a:lnTo>
                <a:close/>
                <a:lnTo>
                  <a:pt x="1394536" y="87536"/>
                </a:lnTo>
                <a:close/>
                <a:lnTo>
                  <a:pt x="1400347" y="86037"/>
                </a:lnTo>
                <a:close/>
                <a:lnTo>
                  <a:pt x="1406158" y="84252"/>
                </a:lnTo>
                <a:close/>
                <a:lnTo>
                  <a:pt x="1411968" y="82706"/>
                </a:lnTo>
                <a:close/>
                <a:lnTo>
                  <a:pt x="1417779" y="81255"/>
                </a:lnTo>
                <a:close/>
                <a:lnTo>
                  <a:pt x="1423589" y="79500"/>
                </a:lnTo>
                <a:close/>
                <a:lnTo>
                  <a:pt x="1429400" y="77844"/>
                </a:lnTo>
                <a:close/>
                <a:lnTo>
                  <a:pt x="1435210" y="76445"/>
                </a:lnTo>
                <a:close/>
                <a:lnTo>
                  <a:pt x="1441021" y="75059"/>
                </a:lnTo>
                <a:close/>
                <a:lnTo>
                  <a:pt x="1446832" y="73457"/>
                </a:lnTo>
                <a:close/>
                <a:lnTo>
                  <a:pt x="1452642" y="71686"/>
                </a:lnTo>
                <a:close/>
                <a:lnTo>
                  <a:pt x="1458453" y="70127"/>
                </a:lnTo>
                <a:close/>
                <a:lnTo>
                  <a:pt x="1464263" y="68752"/>
                </a:lnTo>
                <a:close/>
                <a:lnTo>
                  <a:pt x="1470074" y="67328"/>
                </a:lnTo>
                <a:close/>
                <a:lnTo>
                  <a:pt x="1475884" y="65645"/>
                </a:lnTo>
                <a:close/>
                <a:lnTo>
                  <a:pt x="1481695" y="63906"/>
                </a:lnTo>
                <a:close/>
                <a:lnTo>
                  <a:pt x="1487506" y="62436"/>
                </a:lnTo>
                <a:close/>
                <a:lnTo>
                  <a:pt x="1493316" y="61016"/>
                </a:lnTo>
                <a:close/>
                <a:lnTo>
                  <a:pt x="1499127" y="59556"/>
                </a:lnTo>
                <a:close/>
                <a:lnTo>
                  <a:pt x="1504937" y="58152"/>
                </a:lnTo>
                <a:close/>
                <a:lnTo>
                  <a:pt x="1510748" y="56571"/>
                </a:lnTo>
                <a:close/>
                <a:lnTo>
                  <a:pt x="1516558" y="54796"/>
                </a:lnTo>
                <a:close/>
                <a:lnTo>
                  <a:pt x="1522369" y="53243"/>
                </a:lnTo>
                <a:close/>
                <a:lnTo>
                  <a:pt x="1528180" y="51847"/>
                </a:lnTo>
                <a:close/>
                <a:lnTo>
                  <a:pt x="1533990" y="50395"/>
                </a:lnTo>
                <a:close/>
                <a:lnTo>
                  <a:pt x="1539801" y="48919"/>
                </a:lnTo>
                <a:close/>
                <a:lnTo>
                  <a:pt x="1545611" y="47483"/>
                </a:lnTo>
                <a:close/>
                <a:lnTo>
                  <a:pt x="1551422" y="46077"/>
                </a:lnTo>
                <a:close/>
                <a:lnTo>
                  <a:pt x="1557232" y="44451"/>
                </a:lnTo>
                <a:close/>
                <a:lnTo>
                  <a:pt x="1563043" y="42685"/>
                </a:lnTo>
                <a:close/>
                <a:lnTo>
                  <a:pt x="1568854" y="41171"/>
                </a:lnTo>
                <a:close/>
                <a:lnTo>
                  <a:pt x="1574664" y="39771"/>
                </a:lnTo>
                <a:close/>
                <a:lnTo>
                  <a:pt x="1580475" y="38311"/>
                </a:lnTo>
                <a:close/>
                <a:lnTo>
                  <a:pt x="1586285" y="36851"/>
                </a:lnTo>
                <a:close/>
                <a:lnTo>
                  <a:pt x="1592096" y="35402"/>
                </a:lnTo>
                <a:close/>
                <a:lnTo>
                  <a:pt x="1597906" y="33950"/>
                </a:lnTo>
                <a:close/>
                <a:lnTo>
                  <a:pt x="1603717" y="32496"/>
                </a:lnTo>
                <a:close/>
                <a:lnTo>
                  <a:pt x="1609527" y="31044"/>
                </a:lnTo>
                <a:close/>
                <a:lnTo>
                  <a:pt x="1615338" y="29591"/>
                </a:lnTo>
                <a:close/>
                <a:lnTo>
                  <a:pt x="1621149" y="28139"/>
                </a:lnTo>
                <a:close/>
                <a:lnTo>
                  <a:pt x="1626959" y="26686"/>
                </a:lnTo>
                <a:close/>
                <a:lnTo>
                  <a:pt x="1632770" y="25233"/>
                </a:lnTo>
                <a:close/>
                <a:lnTo>
                  <a:pt x="1638580" y="23781"/>
                </a:lnTo>
                <a:close/>
                <a:lnTo>
                  <a:pt x="1644391" y="22328"/>
                </a:lnTo>
                <a:close/>
                <a:lnTo>
                  <a:pt x="1650201" y="20876"/>
                </a:lnTo>
                <a:close/>
                <a:lnTo>
                  <a:pt x="1656012" y="19422"/>
                </a:lnTo>
                <a:close/>
                <a:lnTo>
                  <a:pt x="1661823" y="17967"/>
                </a:lnTo>
                <a:close/>
                <a:lnTo>
                  <a:pt x="1667633" y="16527"/>
                </a:lnTo>
                <a:close/>
                <a:lnTo>
                  <a:pt x="1673444" y="15064"/>
                </a:lnTo>
                <a:close/>
                <a:lnTo>
                  <a:pt x="1679254" y="13563"/>
                </a:lnTo>
                <a:close/>
                <a:lnTo>
                  <a:pt x="1685065" y="12273"/>
                </a:lnTo>
                <a:close/>
                <a:lnTo>
                  <a:pt x="1690875" y="11137"/>
                </a:lnTo>
                <a:close/>
                <a:lnTo>
                  <a:pt x="1696686" y="9755"/>
                </a:lnTo>
                <a:close/>
                <a:lnTo>
                  <a:pt x="1702497" y="8248"/>
                </a:lnTo>
                <a:close/>
                <a:lnTo>
                  <a:pt x="1708307" y="6800"/>
                </a:lnTo>
                <a:close/>
                <a:lnTo>
                  <a:pt x="1714118" y="5362"/>
                </a:lnTo>
                <a:close/>
                <a:lnTo>
                  <a:pt x="1719928" y="3897"/>
                </a:lnTo>
                <a:close/>
                <a:lnTo>
                  <a:pt x="1725739" y="2427"/>
                </a:lnTo>
                <a:close/>
                <a:lnTo>
                  <a:pt x="1731549" y="1080"/>
                </a:lnTo>
                <a:close/>
                <a:lnTo>
                  <a:pt x="1737360" y="0"/>
                </a:lnTo>
                <a:close/>
              </a:path>
            </a:pathLst>
          </a:custGeom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5715000.0" y="1628089.2"/>
            <a:ext cx="0.0" cy="943660.8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5664200" y="1577289"/>
            <a:ext cx="101600" cy="1016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38140" y="234569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