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282571.0"/>
            <a:ext cx="114300.0" cy="289179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686300.0" y="2163013.2"/>
            <a:ext cx="114300.0" cy="119557.7999999998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800600.0" y="2071116.0"/>
            <a:ext cx="114300.0" cy="91897.2000000001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914900.0" y="1993392.0"/>
            <a:ext cx="114300.0" cy="7772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029200.0" y="1925269.2000000002"/>
            <a:ext cx="114300.0" cy="68122.7999999998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143500.0" y="1863090.0"/>
            <a:ext cx="114300.0" cy="62179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257800.0" y="1806397.2000000002"/>
            <a:ext cx="114300.0" cy="56692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372100.0" y="1753819.2000000002"/>
            <a:ext cx="114300.0" cy="5257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486400.0" y="1704441.6"/>
            <a:ext cx="114300.0" cy="49377.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00700.0" y="1657350.0"/>
            <a:ext cx="114300.0" cy="47091.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715000.0" y="1613001.6"/>
            <a:ext cx="114300.0" cy="44348.399999999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829300.0" y="1570024.8"/>
            <a:ext cx="114300.0" cy="42976.80000000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943600.0" y="1528876.7999999998"/>
            <a:ext cx="114300.0" cy="41148.0000000002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057900.0" y="1489557.6"/>
            <a:ext cx="114300.0" cy="39319.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6172200.0" y="1452067.2000000002"/>
            <a:ext cx="114300.0" cy="37490.399999999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286500.0" y="1415034.0"/>
            <a:ext cx="114300.0" cy="37033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00800.0" y="1378915.2"/>
            <a:ext cx="114300.0" cy="36118.80000000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515100.0" y="1344625.2"/>
            <a:ext cx="114300.0" cy="3429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629400.0" y="1311249.5999999999"/>
            <a:ext cx="114300.0" cy="33375.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743700.0" y="1279245.6"/>
            <a:ext cx="114300.0" cy="32003.99999999976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676900" y="16192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2001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$y=f(x)$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2663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$a$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