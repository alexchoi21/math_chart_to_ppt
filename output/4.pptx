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114800.0" y="2571750.0"/>
            <a:ext cx="32004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742950.0"/>
            <a:ext cx="0.0" cy="2286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572000" y="1165083"/>
            <a:ext cx="2743200" cy="1406667"/>
          </a:xfrm>
          <a:custGeom>
            <a:avLst/>
            <a:gdLst/>
            <a:ahLst/>
            <a:cxnLst/>
            <a:rect l="l" t="t" r="r" b="b"/>
            <a:pathLst>
              <a:path w="2743200" h="1406667">
                <a:moveTo>
                  <a:pt x="0" y="1406667"/>
                </a:moveTo>
                <a:lnTo>
                  <a:pt x="4580" y="1378932"/>
                </a:lnTo>
                <a:close/>
                <a:lnTo>
                  <a:pt x="9159" y="1353385"/>
                </a:lnTo>
                <a:close/>
                <a:lnTo>
                  <a:pt x="13739" y="1329911"/>
                </a:lnTo>
                <a:close/>
                <a:lnTo>
                  <a:pt x="18319" y="1308390"/>
                </a:lnTo>
                <a:close/>
                <a:lnTo>
                  <a:pt x="22898" y="1288706"/>
                </a:lnTo>
                <a:close/>
                <a:lnTo>
                  <a:pt x="27478" y="1270740"/>
                </a:lnTo>
                <a:close/>
                <a:lnTo>
                  <a:pt x="32057" y="1254376"/>
                </a:lnTo>
                <a:close/>
                <a:lnTo>
                  <a:pt x="36637" y="1239496"/>
                </a:lnTo>
                <a:close/>
                <a:lnTo>
                  <a:pt x="41217" y="1225982"/>
                </a:lnTo>
                <a:close/>
                <a:lnTo>
                  <a:pt x="45796" y="1213717"/>
                </a:lnTo>
                <a:close/>
                <a:lnTo>
                  <a:pt x="50376" y="1202582"/>
                </a:lnTo>
                <a:close/>
                <a:lnTo>
                  <a:pt x="54956" y="1192462"/>
                </a:lnTo>
                <a:close/>
                <a:lnTo>
                  <a:pt x="59535" y="1183237"/>
                </a:lnTo>
                <a:close/>
                <a:lnTo>
                  <a:pt x="64115" y="1174791"/>
                </a:lnTo>
                <a:close/>
                <a:lnTo>
                  <a:pt x="68694" y="1167005"/>
                </a:lnTo>
                <a:close/>
                <a:lnTo>
                  <a:pt x="73274" y="1159763"/>
                </a:lnTo>
                <a:close/>
                <a:lnTo>
                  <a:pt x="77854" y="1152947"/>
                </a:lnTo>
                <a:close/>
                <a:lnTo>
                  <a:pt x="82433" y="1146438"/>
                </a:lnTo>
                <a:close/>
                <a:lnTo>
                  <a:pt x="87013" y="1140121"/>
                </a:lnTo>
                <a:close/>
                <a:lnTo>
                  <a:pt x="91593" y="1133876"/>
                </a:lnTo>
                <a:close/>
                <a:lnTo>
                  <a:pt x="96172" y="1127612"/>
                </a:lnTo>
                <a:close/>
                <a:lnTo>
                  <a:pt x="100752" y="1121327"/>
                </a:lnTo>
                <a:close/>
                <a:lnTo>
                  <a:pt x="105332" y="1115038"/>
                </a:lnTo>
                <a:close/>
                <a:lnTo>
                  <a:pt x="109911" y="1108765"/>
                </a:lnTo>
                <a:close/>
                <a:lnTo>
                  <a:pt x="114491" y="1102526"/>
                </a:lnTo>
                <a:close/>
                <a:lnTo>
                  <a:pt x="119070" y="1096339"/>
                </a:lnTo>
                <a:close/>
                <a:lnTo>
                  <a:pt x="123650" y="1090224"/>
                </a:lnTo>
                <a:close/>
                <a:lnTo>
                  <a:pt x="128230" y="1084197"/>
                </a:lnTo>
                <a:close/>
                <a:lnTo>
                  <a:pt x="132809" y="1078279"/>
                </a:lnTo>
                <a:close/>
                <a:lnTo>
                  <a:pt x="137389" y="1072488"/>
                </a:lnTo>
                <a:close/>
                <a:lnTo>
                  <a:pt x="141969" y="1066835"/>
                </a:lnTo>
                <a:close/>
                <a:lnTo>
                  <a:pt x="146548" y="1061317"/>
                </a:lnTo>
                <a:close/>
                <a:lnTo>
                  <a:pt x="151128" y="1055922"/>
                </a:lnTo>
                <a:close/>
                <a:lnTo>
                  <a:pt x="155708" y="1050641"/>
                </a:lnTo>
                <a:close/>
                <a:lnTo>
                  <a:pt x="160287" y="1045463"/>
                </a:lnTo>
                <a:close/>
                <a:lnTo>
                  <a:pt x="164867" y="1040380"/>
                </a:lnTo>
                <a:close/>
                <a:lnTo>
                  <a:pt x="169446" y="1035382"/>
                </a:lnTo>
                <a:close/>
                <a:lnTo>
                  <a:pt x="174026" y="1030457"/>
                </a:lnTo>
                <a:close/>
                <a:lnTo>
                  <a:pt x="178606" y="1025597"/>
                </a:lnTo>
                <a:close/>
                <a:lnTo>
                  <a:pt x="183185" y="1020791"/>
                </a:lnTo>
                <a:close/>
                <a:lnTo>
                  <a:pt x="187765" y="1016032"/>
                </a:lnTo>
                <a:close/>
                <a:lnTo>
                  <a:pt x="192345" y="1011319"/>
                </a:lnTo>
                <a:close/>
                <a:lnTo>
                  <a:pt x="196924" y="1006651"/>
                </a:lnTo>
                <a:close/>
                <a:lnTo>
                  <a:pt x="201504" y="1002029"/>
                </a:lnTo>
                <a:close/>
                <a:lnTo>
                  <a:pt x="206083" y="997452"/>
                </a:lnTo>
                <a:close/>
                <a:lnTo>
                  <a:pt x="210663" y="992921"/>
                </a:lnTo>
                <a:close/>
                <a:lnTo>
                  <a:pt x="215243" y="988436"/>
                </a:lnTo>
                <a:close/>
                <a:lnTo>
                  <a:pt x="219822" y="983997"/>
                </a:lnTo>
                <a:close/>
                <a:lnTo>
                  <a:pt x="224402" y="979605"/>
                </a:lnTo>
                <a:close/>
                <a:lnTo>
                  <a:pt x="228982" y="975258"/>
                </a:lnTo>
                <a:close/>
                <a:lnTo>
                  <a:pt x="233561" y="970958"/>
                </a:lnTo>
                <a:close/>
                <a:lnTo>
                  <a:pt x="238141" y="966702"/>
                </a:lnTo>
                <a:close/>
                <a:lnTo>
                  <a:pt x="242721" y="962490"/>
                </a:lnTo>
                <a:close/>
                <a:lnTo>
                  <a:pt x="247300" y="958318"/>
                </a:lnTo>
                <a:close/>
                <a:lnTo>
                  <a:pt x="251880" y="954187"/>
                </a:lnTo>
                <a:close/>
                <a:lnTo>
                  <a:pt x="256459" y="950095"/>
                </a:lnTo>
                <a:close/>
                <a:lnTo>
                  <a:pt x="261039" y="946039"/>
                </a:lnTo>
                <a:close/>
                <a:lnTo>
                  <a:pt x="265619" y="942018"/>
                </a:lnTo>
                <a:close/>
                <a:lnTo>
                  <a:pt x="270198" y="938031"/>
                </a:lnTo>
                <a:close/>
                <a:lnTo>
                  <a:pt x="274778" y="934077"/>
                </a:lnTo>
                <a:close/>
                <a:lnTo>
                  <a:pt x="279358" y="930153"/>
                </a:lnTo>
                <a:close/>
                <a:lnTo>
                  <a:pt x="283937" y="926260"/>
                </a:lnTo>
                <a:close/>
                <a:lnTo>
                  <a:pt x="288517" y="922396"/>
                </a:lnTo>
                <a:close/>
                <a:lnTo>
                  <a:pt x="293096" y="918561"/>
                </a:lnTo>
                <a:close/>
                <a:lnTo>
                  <a:pt x="297676" y="914756"/>
                </a:lnTo>
                <a:close/>
                <a:lnTo>
                  <a:pt x="302256" y="910978"/>
                </a:lnTo>
                <a:close/>
                <a:lnTo>
                  <a:pt x="306835" y="907229"/>
                </a:lnTo>
                <a:close/>
                <a:lnTo>
                  <a:pt x="311415" y="903507"/>
                </a:lnTo>
                <a:close/>
                <a:lnTo>
                  <a:pt x="315995" y="899811"/>
                </a:lnTo>
                <a:close/>
                <a:lnTo>
                  <a:pt x="320574" y="896142"/>
                </a:lnTo>
                <a:close/>
                <a:lnTo>
                  <a:pt x="325154" y="892499"/>
                </a:lnTo>
                <a:close/>
                <a:lnTo>
                  <a:pt x="329734" y="888882"/>
                </a:lnTo>
                <a:close/>
                <a:lnTo>
                  <a:pt x="334313" y="885289"/>
                </a:lnTo>
                <a:close/>
                <a:lnTo>
                  <a:pt x="338893" y="881722"/>
                </a:lnTo>
                <a:close/>
                <a:lnTo>
                  <a:pt x="343472" y="878179"/>
                </a:lnTo>
                <a:close/>
                <a:lnTo>
                  <a:pt x="348052" y="874660"/>
                </a:lnTo>
                <a:close/>
                <a:lnTo>
                  <a:pt x="352632" y="871165"/>
                </a:lnTo>
                <a:close/>
                <a:lnTo>
                  <a:pt x="357211" y="867693"/>
                </a:lnTo>
                <a:close/>
                <a:lnTo>
                  <a:pt x="361791" y="864244"/>
                </a:lnTo>
                <a:close/>
                <a:lnTo>
                  <a:pt x="366371" y="860818"/>
                </a:lnTo>
                <a:close/>
                <a:lnTo>
                  <a:pt x="370950" y="857414"/>
                </a:lnTo>
                <a:close/>
                <a:lnTo>
                  <a:pt x="375530" y="854032"/>
                </a:lnTo>
                <a:close/>
                <a:lnTo>
                  <a:pt x="380110" y="850672"/>
                </a:lnTo>
                <a:close/>
                <a:lnTo>
                  <a:pt x="384689" y="847333"/>
                </a:lnTo>
                <a:close/>
                <a:lnTo>
                  <a:pt x="389269" y="844015"/>
                </a:lnTo>
                <a:close/>
                <a:lnTo>
                  <a:pt x="393848" y="840719"/>
                </a:lnTo>
                <a:close/>
                <a:lnTo>
                  <a:pt x="398428" y="837443"/>
                </a:lnTo>
                <a:close/>
                <a:lnTo>
                  <a:pt x="403008" y="834187"/>
                </a:lnTo>
                <a:close/>
                <a:lnTo>
                  <a:pt x="407587" y="830952"/>
                </a:lnTo>
                <a:close/>
                <a:lnTo>
                  <a:pt x="412167" y="827736"/>
                </a:lnTo>
                <a:close/>
                <a:lnTo>
                  <a:pt x="416747" y="824540"/>
                </a:lnTo>
                <a:close/>
                <a:lnTo>
                  <a:pt x="421326" y="821364"/>
                </a:lnTo>
                <a:close/>
                <a:lnTo>
                  <a:pt x="425906" y="818205"/>
                </a:lnTo>
                <a:close/>
                <a:lnTo>
                  <a:pt x="430485" y="815065"/>
                </a:lnTo>
                <a:close/>
                <a:lnTo>
                  <a:pt x="435065" y="811942"/>
                </a:lnTo>
                <a:close/>
                <a:lnTo>
                  <a:pt x="439645" y="808837"/>
                </a:lnTo>
                <a:close/>
                <a:lnTo>
                  <a:pt x="444224" y="805748"/>
                </a:lnTo>
                <a:close/>
                <a:lnTo>
                  <a:pt x="448804" y="802675"/>
                </a:lnTo>
                <a:close/>
                <a:lnTo>
                  <a:pt x="453384" y="799618"/>
                </a:lnTo>
                <a:close/>
                <a:lnTo>
                  <a:pt x="457963" y="796576"/>
                </a:lnTo>
                <a:close/>
                <a:lnTo>
                  <a:pt x="462543" y="793549"/>
                </a:lnTo>
                <a:close/>
                <a:lnTo>
                  <a:pt x="467123" y="790537"/>
                </a:lnTo>
                <a:close/>
                <a:lnTo>
                  <a:pt x="471702" y="787540"/>
                </a:lnTo>
                <a:close/>
                <a:lnTo>
                  <a:pt x="476282" y="784557"/>
                </a:lnTo>
                <a:close/>
                <a:lnTo>
                  <a:pt x="480861" y="781589"/>
                </a:lnTo>
                <a:close/>
                <a:lnTo>
                  <a:pt x="485441" y="778636"/>
                </a:lnTo>
                <a:close/>
                <a:lnTo>
                  <a:pt x="490021" y="775698"/>
                </a:lnTo>
                <a:close/>
                <a:lnTo>
                  <a:pt x="494600" y="772775"/>
                </a:lnTo>
                <a:close/>
                <a:lnTo>
                  <a:pt x="499180" y="769866"/>
                </a:lnTo>
                <a:close/>
                <a:lnTo>
                  <a:pt x="503760" y="766972"/>
                </a:lnTo>
                <a:close/>
                <a:lnTo>
                  <a:pt x="508339" y="764093"/>
                </a:lnTo>
                <a:close/>
                <a:lnTo>
                  <a:pt x="512919" y="761228"/>
                </a:lnTo>
                <a:close/>
                <a:lnTo>
                  <a:pt x="517498" y="758377"/>
                </a:lnTo>
                <a:close/>
                <a:lnTo>
                  <a:pt x="522078" y="755540"/>
                </a:lnTo>
                <a:close/>
                <a:lnTo>
                  <a:pt x="526658" y="752716"/>
                </a:lnTo>
                <a:close/>
                <a:lnTo>
                  <a:pt x="531237" y="749905"/>
                </a:lnTo>
                <a:close/>
                <a:lnTo>
                  <a:pt x="535817" y="747107"/>
                </a:lnTo>
                <a:close/>
                <a:lnTo>
                  <a:pt x="540397" y="744322"/>
                </a:lnTo>
                <a:close/>
                <a:lnTo>
                  <a:pt x="544976" y="741548"/>
                </a:lnTo>
                <a:close/>
                <a:lnTo>
                  <a:pt x="549556" y="738786"/>
                </a:lnTo>
                <a:close/>
                <a:lnTo>
                  <a:pt x="554136" y="736036"/>
                </a:lnTo>
                <a:close/>
                <a:lnTo>
                  <a:pt x="558715" y="733297"/>
                </a:lnTo>
                <a:close/>
                <a:lnTo>
                  <a:pt x="563295" y="730569"/>
                </a:lnTo>
                <a:close/>
                <a:lnTo>
                  <a:pt x="567874" y="727853"/>
                </a:lnTo>
                <a:close/>
                <a:lnTo>
                  <a:pt x="572454" y="725148"/>
                </a:lnTo>
                <a:close/>
                <a:lnTo>
                  <a:pt x="577034" y="722454"/>
                </a:lnTo>
                <a:close/>
                <a:lnTo>
                  <a:pt x="581613" y="719771"/>
                </a:lnTo>
                <a:close/>
                <a:lnTo>
                  <a:pt x="586193" y="717100"/>
                </a:lnTo>
                <a:close/>
                <a:lnTo>
                  <a:pt x="590773" y="714439"/>
                </a:lnTo>
                <a:close/>
                <a:lnTo>
                  <a:pt x="595352" y="711790"/>
                </a:lnTo>
                <a:close/>
                <a:lnTo>
                  <a:pt x="599932" y="709152"/>
                </a:lnTo>
                <a:close/>
                <a:lnTo>
                  <a:pt x="604512" y="706524"/>
                </a:lnTo>
                <a:close/>
                <a:lnTo>
                  <a:pt x="609091" y="703908"/>
                </a:lnTo>
                <a:close/>
                <a:lnTo>
                  <a:pt x="613671" y="701302"/>
                </a:lnTo>
                <a:close/>
                <a:lnTo>
                  <a:pt x="618250" y="698707"/>
                </a:lnTo>
                <a:close/>
                <a:lnTo>
                  <a:pt x="622830" y="696123"/>
                </a:lnTo>
                <a:close/>
                <a:lnTo>
                  <a:pt x="627410" y="693550"/>
                </a:lnTo>
                <a:close/>
                <a:lnTo>
                  <a:pt x="631989" y="690987"/>
                </a:lnTo>
                <a:close/>
                <a:lnTo>
                  <a:pt x="636569" y="688435"/>
                </a:lnTo>
                <a:close/>
                <a:lnTo>
                  <a:pt x="641149" y="685893"/>
                </a:lnTo>
                <a:close/>
                <a:lnTo>
                  <a:pt x="645728" y="683362"/>
                </a:lnTo>
                <a:close/>
                <a:lnTo>
                  <a:pt x="650308" y="680842"/>
                </a:lnTo>
                <a:close/>
                <a:lnTo>
                  <a:pt x="654887" y="678331"/>
                </a:lnTo>
                <a:close/>
                <a:lnTo>
                  <a:pt x="659467" y="675829"/>
                </a:lnTo>
                <a:close/>
                <a:lnTo>
                  <a:pt x="664047" y="673337"/>
                </a:lnTo>
                <a:close/>
                <a:lnTo>
                  <a:pt x="668626" y="670853"/>
                </a:lnTo>
                <a:close/>
                <a:lnTo>
                  <a:pt x="673206" y="668378"/>
                </a:lnTo>
                <a:close/>
                <a:lnTo>
                  <a:pt x="677786" y="665912"/>
                </a:lnTo>
                <a:close/>
                <a:lnTo>
                  <a:pt x="682365" y="663453"/>
                </a:lnTo>
                <a:close/>
                <a:lnTo>
                  <a:pt x="686945" y="661002"/>
                </a:lnTo>
                <a:close/>
                <a:lnTo>
                  <a:pt x="691525" y="658558"/>
                </a:lnTo>
                <a:close/>
                <a:lnTo>
                  <a:pt x="696104" y="656122"/>
                </a:lnTo>
                <a:close/>
                <a:lnTo>
                  <a:pt x="700684" y="653694"/>
                </a:lnTo>
                <a:close/>
                <a:lnTo>
                  <a:pt x="705263" y="651274"/>
                </a:lnTo>
                <a:close/>
                <a:lnTo>
                  <a:pt x="709843" y="648862"/>
                </a:lnTo>
                <a:close/>
                <a:lnTo>
                  <a:pt x="714423" y="646459"/>
                </a:lnTo>
                <a:close/>
                <a:lnTo>
                  <a:pt x="719002" y="644064"/>
                </a:lnTo>
                <a:close/>
                <a:lnTo>
                  <a:pt x="723582" y="641679"/>
                </a:lnTo>
                <a:close/>
                <a:lnTo>
                  <a:pt x="728162" y="639302"/>
                </a:lnTo>
                <a:close/>
                <a:lnTo>
                  <a:pt x="732741" y="636935"/>
                </a:lnTo>
                <a:close/>
                <a:lnTo>
                  <a:pt x="737321" y="634577"/>
                </a:lnTo>
                <a:close/>
                <a:lnTo>
                  <a:pt x="741901" y="632228"/>
                </a:lnTo>
                <a:close/>
                <a:lnTo>
                  <a:pt x="746480" y="629889"/>
                </a:lnTo>
                <a:close/>
                <a:lnTo>
                  <a:pt x="751060" y="627558"/>
                </a:lnTo>
                <a:close/>
                <a:lnTo>
                  <a:pt x="755639" y="625235"/>
                </a:lnTo>
                <a:close/>
                <a:lnTo>
                  <a:pt x="760219" y="622921"/>
                </a:lnTo>
                <a:close/>
                <a:lnTo>
                  <a:pt x="764799" y="620614"/>
                </a:lnTo>
                <a:close/>
                <a:lnTo>
                  <a:pt x="769378" y="618315"/>
                </a:lnTo>
                <a:close/>
                <a:lnTo>
                  <a:pt x="773958" y="616023"/>
                </a:lnTo>
                <a:close/>
                <a:lnTo>
                  <a:pt x="778538" y="613739"/>
                </a:lnTo>
                <a:close/>
                <a:lnTo>
                  <a:pt x="783117" y="611461"/>
                </a:lnTo>
                <a:close/>
                <a:lnTo>
                  <a:pt x="787697" y="609190"/>
                </a:lnTo>
                <a:close/>
                <a:lnTo>
                  <a:pt x="792276" y="606926"/>
                </a:lnTo>
                <a:close/>
                <a:lnTo>
                  <a:pt x="796856" y="604669"/>
                </a:lnTo>
                <a:close/>
                <a:lnTo>
                  <a:pt x="801436" y="602419"/>
                </a:lnTo>
                <a:close/>
                <a:lnTo>
                  <a:pt x="806015" y="600176"/>
                </a:lnTo>
                <a:close/>
                <a:lnTo>
                  <a:pt x="810595" y="597940"/>
                </a:lnTo>
                <a:close/>
                <a:lnTo>
                  <a:pt x="815175" y="595710"/>
                </a:lnTo>
                <a:close/>
                <a:lnTo>
                  <a:pt x="819754" y="593488"/>
                </a:lnTo>
                <a:close/>
                <a:lnTo>
                  <a:pt x="824334" y="591273"/>
                </a:lnTo>
                <a:close/>
                <a:lnTo>
                  <a:pt x="828914" y="589064"/>
                </a:lnTo>
                <a:close/>
                <a:lnTo>
                  <a:pt x="833493" y="586863"/>
                </a:lnTo>
                <a:close/>
                <a:lnTo>
                  <a:pt x="838073" y="584668"/>
                </a:lnTo>
                <a:close/>
                <a:lnTo>
                  <a:pt x="842652" y="582480"/>
                </a:lnTo>
                <a:close/>
                <a:lnTo>
                  <a:pt x="847232" y="580299"/>
                </a:lnTo>
                <a:close/>
                <a:lnTo>
                  <a:pt x="851812" y="578125"/>
                </a:lnTo>
                <a:close/>
                <a:lnTo>
                  <a:pt x="856391" y="575957"/>
                </a:lnTo>
                <a:close/>
                <a:lnTo>
                  <a:pt x="860971" y="573796"/>
                </a:lnTo>
                <a:close/>
                <a:lnTo>
                  <a:pt x="865551" y="571642"/>
                </a:lnTo>
                <a:close/>
                <a:lnTo>
                  <a:pt x="870130" y="569495"/>
                </a:lnTo>
                <a:close/>
                <a:lnTo>
                  <a:pt x="874710" y="567354"/>
                </a:lnTo>
                <a:close/>
                <a:lnTo>
                  <a:pt x="879289" y="565219"/>
                </a:lnTo>
                <a:close/>
                <a:lnTo>
                  <a:pt x="883869" y="563091"/>
                </a:lnTo>
                <a:close/>
                <a:lnTo>
                  <a:pt x="888449" y="560968"/>
                </a:lnTo>
                <a:close/>
                <a:lnTo>
                  <a:pt x="893028" y="558852"/>
                </a:lnTo>
                <a:close/>
                <a:lnTo>
                  <a:pt x="897608" y="556742"/>
                </a:lnTo>
                <a:close/>
                <a:lnTo>
                  <a:pt x="902188" y="554637"/>
                </a:lnTo>
                <a:close/>
                <a:lnTo>
                  <a:pt x="906767" y="552538"/>
                </a:lnTo>
                <a:close/>
                <a:lnTo>
                  <a:pt x="911347" y="550444"/>
                </a:lnTo>
                <a:close/>
                <a:lnTo>
                  <a:pt x="915927" y="548356"/>
                </a:lnTo>
                <a:close/>
                <a:lnTo>
                  <a:pt x="920506" y="546272"/>
                </a:lnTo>
                <a:close/>
                <a:lnTo>
                  <a:pt x="925086" y="544194"/>
                </a:lnTo>
                <a:close/>
                <a:lnTo>
                  <a:pt x="929665" y="542121"/>
                </a:lnTo>
                <a:close/>
                <a:lnTo>
                  <a:pt x="934245" y="540054"/>
                </a:lnTo>
                <a:close/>
                <a:lnTo>
                  <a:pt x="938825" y="537992"/>
                </a:lnTo>
                <a:close/>
                <a:lnTo>
                  <a:pt x="943404" y="535936"/>
                </a:lnTo>
                <a:close/>
                <a:lnTo>
                  <a:pt x="947984" y="533885"/>
                </a:lnTo>
                <a:close/>
                <a:lnTo>
                  <a:pt x="952564" y="531839"/>
                </a:lnTo>
                <a:close/>
                <a:lnTo>
                  <a:pt x="957143" y="529800"/>
                </a:lnTo>
                <a:close/>
                <a:lnTo>
                  <a:pt x="961723" y="527766"/>
                </a:lnTo>
                <a:close/>
                <a:lnTo>
                  <a:pt x="966303" y="525738"/>
                </a:lnTo>
                <a:close/>
                <a:lnTo>
                  <a:pt x="970882" y="523716"/>
                </a:lnTo>
                <a:close/>
                <a:lnTo>
                  <a:pt x="975462" y="521699"/>
                </a:lnTo>
                <a:close/>
                <a:lnTo>
                  <a:pt x="980041" y="519688"/>
                </a:lnTo>
                <a:close/>
                <a:lnTo>
                  <a:pt x="984621" y="517681"/>
                </a:lnTo>
                <a:close/>
                <a:lnTo>
                  <a:pt x="989201" y="515680"/>
                </a:lnTo>
                <a:close/>
                <a:lnTo>
                  <a:pt x="993780" y="513685"/>
                </a:lnTo>
                <a:close/>
                <a:lnTo>
                  <a:pt x="998360" y="511694"/>
                </a:lnTo>
                <a:close/>
                <a:lnTo>
                  <a:pt x="1002940" y="509707"/>
                </a:lnTo>
                <a:close/>
                <a:lnTo>
                  <a:pt x="1007519" y="507726"/>
                </a:lnTo>
                <a:close/>
                <a:lnTo>
                  <a:pt x="1012099" y="505749"/>
                </a:lnTo>
                <a:close/>
                <a:lnTo>
                  <a:pt x="1016678" y="503777"/>
                </a:lnTo>
                <a:close/>
                <a:lnTo>
                  <a:pt x="1021258" y="501810"/>
                </a:lnTo>
                <a:close/>
                <a:lnTo>
                  <a:pt x="1025838" y="499848"/>
                </a:lnTo>
                <a:close/>
                <a:lnTo>
                  <a:pt x="1030417" y="497891"/>
                </a:lnTo>
                <a:close/>
                <a:lnTo>
                  <a:pt x="1034997" y="495940"/>
                </a:lnTo>
                <a:close/>
                <a:lnTo>
                  <a:pt x="1039577" y="493994"/>
                </a:lnTo>
                <a:close/>
                <a:lnTo>
                  <a:pt x="1044156" y="492054"/>
                </a:lnTo>
                <a:close/>
                <a:lnTo>
                  <a:pt x="1048736" y="490119"/>
                </a:lnTo>
                <a:close/>
                <a:lnTo>
                  <a:pt x="1053316" y="488191"/>
                </a:lnTo>
                <a:close/>
                <a:lnTo>
                  <a:pt x="1057895" y="486269"/>
                </a:lnTo>
                <a:close/>
                <a:lnTo>
                  <a:pt x="1062475" y="484352"/>
                </a:lnTo>
                <a:close/>
                <a:lnTo>
                  <a:pt x="1067054" y="482441"/>
                </a:lnTo>
                <a:close/>
                <a:lnTo>
                  <a:pt x="1071634" y="480536"/>
                </a:lnTo>
                <a:close/>
                <a:lnTo>
                  <a:pt x="1076214" y="478636"/>
                </a:lnTo>
                <a:close/>
                <a:lnTo>
                  <a:pt x="1080793" y="476740"/>
                </a:lnTo>
                <a:close/>
                <a:lnTo>
                  <a:pt x="1085373" y="474850"/>
                </a:lnTo>
                <a:close/>
                <a:lnTo>
                  <a:pt x="1089953" y="472964"/>
                </a:lnTo>
                <a:close/>
                <a:lnTo>
                  <a:pt x="1094532" y="471083"/>
                </a:lnTo>
                <a:close/>
                <a:lnTo>
                  <a:pt x="1099112" y="469205"/>
                </a:lnTo>
                <a:close/>
                <a:lnTo>
                  <a:pt x="1103691" y="467332"/>
                </a:lnTo>
                <a:close/>
                <a:lnTo>
                  <a:pt x="1108271" y="465463"/>
                </a:lnTo>
                <a:close/>
                <a:lnTo>
                  <a:pt x="1112851" y="463598"/>
                </a:lnTo>
                <a:close/>
                <a:lnTo>
                  <a:pt x="1117430" y="461738"/>
                </a:lnTo>
                <a:close/>
                <a:lnTo>
                  <a:pt x="1122010" y="459883"/>
                </a:lnTo>
                <a:close/>
                <a:lnTo>
                  <a:pt x="1126590" y="458032"/>
                </a:lnTo>
                <a:close/>
                <a:lnTo>
                  <a:pt x="1131169" y="456185"/>
                </a:lnTo>
                <a:close/>
                <a:lnTo>
                  <a:pt x="1135749" y="454344"/>
                </a:lnTo>
                <a:close/>
                <a:lnTo>
                  <a:pt x="1140329" y="452508"/>
                </a:lnTo>
                <a:close/>
                <a:lnTo>
                  <a:pt x="1144908" y="450677"/>
                </a:lnTo>
                <a:close/>
                <a:lnTo>
                  <a:pt x="1149488" y="448851"/>
                </a:lnTo>
                <a:close/>
                <a:lnTo>
                  <a:pt x="1154067" y="447029"/>
                </a:lnTo>
                <a:close/>
                <a:lnTo>
                  <a:pt x="1158647" y="445212"/>
                </a:lnTo>
                <a:close/>
                <a:lnTo>
                  <a:pt x="1163227" y="443400"/>
                </a:lnTo>
                <a:close/>
                <a:lnTo>
                  <a:pt x="1167806" y="441592"/>
                </a:lnTo>
                <a:close/>
                <a:lnTo>
                  <a:pt x="1172386" y="439787"/>
                </a:lnTo>
                <a:close/>
                <a:lnTo>
                  <a:pt x="1176966" y="437987"/>
                </a:lnTo>
                <a:close/>
                <a:lnTo>
                  <a:pt x="1181545" y="436189"/>
                </a:lnTo>
                <a:close/>
                <a:lnTo>
                  <a:pt x="1186125" y="434395"/>
                </a:lnTo>
                <a:close/>
                <a:lnTo>
                  <a:pt x="1190705" y="432604"/>
                </a:lnTo>
                <a:close/>
                <a:lnTo>
                  <a:pt x="1195284" y="430815"/>
                </a:lnTo>
                <a:close/>
                <a:lnTo>
                  <a:pt x="1199864" y="429030"/>
                </a:lnTo>
                <a:close/>
                <a:lnTo>
                  <a:pt x="1204443" y="427248"/>
                </a:lnTo>
                <a:close/>
                <a:lnTo>
                  <a:pt x="1209023" y="425471"/>
                </a:lnTo>
                <a:close/>
                <a:lnTo>
                  <a:pt x="1213603" y="423697"/>
                </a:lnTo>
                <a:close/>
                <a:lnTo>
                  <a:pt x="1218182" y="421927"/>
                </a:lnTo>
                <a:close/>
                <a:lnTo>
                  <a:pt x="1222762" y="420163"/>
                </a:lnTo>
                <a:close/>
                <a:lnTo>
                  <a:pt x="1227342" y="418403"/>
                </a:lnTo>
                <a:close/>
                <a:lnTo>
                  <a:pt x="1231921" y="416649"/>
                </a:lnTo>
                <a:close/>
                <a:lnTo>
                  <a:pt x="1236501" y="414900"/>
                </a:lnTo>
                <a:close/>
                <a:lnTo>
                  <a:pt x="1241080" y="413156"/>
                </a:lnTo>
                <a:close/>
                <a:lnTo>
                  <a:pt x="1245660" y="411418"/>
                </a:lnTo>
                <a:close/>
                <a:lnTo>
                  <a:pt x="1250240" y="409685"/>
                </a:lnTo>
                <a:close/>
                <a:lnTo>
                  <a:pt x="1254819" y="407956"/>
                </a:lnTo>
                <a:close/>
                <a:lnTo>
                  <a:pt x="1259399" y="406231"/>
                </a:lnTo>
                <a:close/>
                <a:lnTo>
                  <a:pt x="1263979" y="404509"/>
                </a:lnTo>
                <a:close/>
                <a:lnTo>
                  <a:pt x="1268558" y="402791"/>
                </a:lnTo>
                <a:close/>
                <a:lnTo>
                  <a:pt x="1273138" y="401076"/>
                </a:lnTo>
                <a:close/>
                <a:lnTo>
                  <a:pt x="1277718" y="399362"/>
                </a:lnTo>
                <a:close/>
                <a:lnTo>
                  <a:pt x="1282297" y="397651"/>
                </a:lnTo>
                <a:close/>
                <a:lnTo>
                  <a:pt x="1286877" y="395942"/>
                </a:lnTo>
                <a:close/>
                <a:lnTo>
                  <a:pt x="1291456" y="394235"/>
                </a:lnTo>
                <a:close/>
                <a:lnTo>
                  <a:pt x="1296036" y="392531"/>
                </a:lnTo>
                <a:close/>
                <a:lnTo>
                  <a:pt x="1300616" y="390831"/>
                </a:lnTo>
                <a:close/>
                <a:lnTo>
                  <a:pt x="1305195" y="389134"/>
                </a:lnTo>
                <a:close/>
                <a:lnTo>
                  <a:pt x="1309775" y="387442"/>
                </a:lnTo>
                <a:close/>
                <a:lnTo>
                  <a:pt x="1314355" y="385755"/>
                </a:lnTo>
                <a:close/>
                <a:lnTo>
                  <a:pt x="1318934" y="384073"/>
                </a:lnTo>
                <a:close/>
                <a:lnTo>
                  <a:pt x="1323514" y="382397"/>
                </a:lnTo>
                <a:close/>
                <a:lnTo>
                  <a:pt x="1328093" y="380727"/>
                </a:lnTo>
                <a:close/>
                <a:lnTo>
                  <a:pt x="1332673" y="379063"/>
                </a:lnTo>
                <a:close/>
                <a:lnTo>
                  <a:pt x="1337253" y="377405"/>
                </a:lnTo>
                <a:close/>
                <a:lnTo>
                  <a:pt x="1341832" y="375752"/>
                </a:lnTo>
                <a:close/>
                <a:lnTo>
                  <a:pt x="1346412" y="374102"/>
                </a:lnTo>
                <a:close/>
                <a:lnTo>
                  <a:pt x="1350992" y="372457"/>
                </a:lnTo>
                <a:close/>
                <a:lnTo>
                  <a:pt x="1355571" y="370813"/>
                </a:lnTo>
                <a:close/>
                <a:lnTo>
                  <a:pt x="1360151" y="369172"/>
                </a:lnTo>
                <a:close/>
                <a:lnTo>
                  <a:pt x="1364731" y="367533"/>
                </a:lnTo>
                <a:close/>
                <a:lnTo>
                  <a:pt x="1369310" y="365893"/>
                </a:lnTo>
                <a:close/>
                <a:lnTo>
                  <a:pt x="1373890" y="364254"/>
                </a:lnTo>
                <a:close/>
                <a:lnTo>
                  <a:pt x="1378469" y="362616"/>
                </a:lnTo>
                <a:close/>
                <a:lnTo>
                  <a:pt x="1383049" y="360979"/>
                </a:lnTo>
                <a:close/>
                <a:lnTo>
                  <a:pt x="1387629" y="359345"/>
                </a:lnTo>
                <a:close/>
                <a:lnTo>
                  <a:pt x="1392208" y="357716"/>
                </a:lnTo>
                <a:close/>
                <a:lnTo>
                  <a:pt x="1396788" y="356093"/>
                </a:lnTo>
                <a:close/>
                <a:lnTo>
                  <a:pt x="1401368" y="354479"/>
                </a:lnTo>
                <a:close/>
                <a:lnTo>
                  <a:pt x="1405947" y="352873"/>
                </a:lnTo>
                <a:close/>
                <a:lnTo>
                  <a:pt x="1410527" y="351278"/>
                </a:lnTo>
                <a:close/>
                <a:lnTo>
                  <a:pt x="1415107" y="349695"/>
                </a:lnTo>
                <a:close/>
                <a:lnTo>
                  <a:pt x="1419686" y="348126"/>
                </a:lnTo>
                <a:close/>
                <a:lnTo>
                  <a:pt x="1424266" y="346568"/>
                </a:lnTo>
                <a:close/>
                <a:lnTo>
                  <a:pt x="1428845" y="345017"/>
                </a:lnTo>
                <a:close/>
                <a:lnTo>
                  <a:pt x="1433425" y="343466"/>
                </a:lnTo>
                <a:close/>
                <a:lnTo>
                  <a:pt x="1438005" y="341912"/>
                </a:lnTo>
                <a:close/>
                <a:lnTo>
                  <a:pt x="1442584" y="340349"/>
                </a:lnTo>
                <a:close/>
                <a:lnTo>
                  <a:pt x="1447164" y="338771"/>
                </a:lnTo>
                <a:close/>
                <a:lnTo>
                  <a:pt x="1451744" y="337174"/>
                </a:lnTo>
                <a:close/>
                <a:lnTo>
                  <a:pt x="1456323" y="335551"/>
                </a:lnTo>
                <a:close/>
                <a:lnTo>
                  <a:pt x="1460903" y="333899"/>
                </a:lnTo>
                <a:close/>
                <a:lnTo>
                  <a:pt x="1465482" y="332211"/>
                </a:lnTo>
                <a:close/>
                <a:lnTo>
                  <a:pt x="1470062" y="330497"/>
                </a:lnTo>
                <a:close/>
                <a:lnTo>
                  <a:pt x="1474642" y="328775"/>
                </a:lnTo>
                <a:close/>
                <a:lnTo>
                  <a:pt x="1479221" y="327064"/>
                </a:lnTo>
                <a:close/>
                <a:lnTo>
                  <a:pt x="1483801" y="325384"/>
                </a:lnTo>
                <a:close/>
                <a:lnTo>
                  <a:pt x="1488381" y="323754"/>
                </a:lnTo>
                <a:close/>
                <a:lnTo>
                  <a:pt x="1492960" y="322194"/>
                </a:lnTo>
                <a:close/>
                <a:lnTo>
                  <a:pt x="1497540" y="320723"/>
                </a:lnTo>
                <a:close/>
                <a:lnTo>
                  <a:pt x="1502120" y="319360"/>
                </a:lnTo>
                <a:close/>
                <a:lnTo>
                  <a:pt x="1506699" y="318125"/>
                </a:lnTo>
                <a:close/>
                <a:lnTo>
                  <a:pt x="1511279" y="317035"/>
                </a:lnTo>
                <a:close/>
                <a:lnTo>
                  <a:pt x="1515858" y="316060"/>
                </a:lnTo>
                <a:close/>
                <a:lnTo>
                  <a:pt x="1520438" y="315128"/>
                </a:lnTo>
                <a:close/>
                <a:lnTo>
                  <a:pt x="1525018" y="314166"/>
                </a:lnTo>
                <a:close/>
                <a:lnTo>
                  <a:pt x="1529597" y="313103"/>
                </a:lnTo>
                <a:close/>
                <a:lnTo>
                  <a:pt x="1534177" y="311865"/>
                </a:lnTo>
                <a:close/>
                <a:lnTo>
                  <a:pt x="1538757" y="310379"/>
                </a:lnTo>
                <a:close/>
                <a:lnTo>
                  <a:pt x="1543336" y="308573"/>
                </a:lnTo>
                <a:close/>
                <a:lnTo>
                  <a:pt x="1547916" y="306374"/>
                </a:lnTo>
                <a:close/>
                <a:lnTo>
                  <a:pt x="1552495" y="303709"/>
                </a:lnTo>
                <a:close/>
                <a:lnTo>
                  <a:pt x="1557075" y="300513"/>
                </a:lnTo>
                <a:close/>
                <a:lnTo>
                  <a:pt x="1561655" y="296821"/>
                </a:lnTo>
                <a:close/>
                <a:lnTo>
                  <a:pt x="1566234" y="292761"/>
                </a:lnTo>
                <a:close/>
                <a:lnTo>
                  <a:pt x="1570814" y="288459"/>
                </a:lnTo>
                <a:close/>
                <a:lnTo>
                  <a:pt x="1575394" y="284045"/>
                </a:lnTo>
                <a:close/>
                <a:lnTo>
                  <a:pt x="1579973" y="279645"/>
                </a:lnTo>
                <a:close/>
                <a:lnTo>
                  <a:pt x="1584553" y="275388"/>
                </a:lnTo>
                <a:close/>
                <a:lnTo>
                  <a:pt x="1589133" y="271402"/>
                </a:lnTo>
                <a:close/>
                <a:lnTo>
                  <a:pt x="1593712" y="267815"/>
                </a:lnTo>
                <a:close/>
                <a:lnTo>
                  <a:pt x="1598292" y="264756"/>
                </a:lnTo>
                <a:close/>
                <a:lnTo>
                  <a:pt x="1602871" y="262344"/>
                </a:lnTo>
                <a:close/>
                <a:lnTo>
                  <a:pt x="1607451" y="260579"/>
                </a:lnTo>
                <a:close/>
                <a:lnTo>
                  <a:pt x="1612031" y="259362"/>
                </a:lnTo>
                <a:close/>
                <a:lnTo>
                  <a:pt x="1616610" y="258593"/>
                </a:lnTo>
                <a:close/>
                <a:lnTo>
                  <a:pt x="1621190" y="258172"/>
                </a:lnTo>
                <a:close/>
                <a:lnTo>
                  <a:pt x="1625770" y="257996"/>
                </a:lnTo>
                <a:close/>
                <a:lnTo>
                  <a:pt x="1630349" y="257965"/>
                </a:lnTo>
                <a:close/>
                <a:lnTo>
                  <a:pt x="1634929" y="257978"/>
                </a:lnTo>
                <a:close/>
                <a:lnTo>
                  <a:pt x="1639509" y="257935"/>
                </a:lnTo>
                <a:close/>
                <a:lnTo>
                  <a:pt x="1644088" y="257734"/>
                </a:lnTo>
                <a:close/>
                <a:lnTo>
                  <a:pt x="1648668" y="257279"/>
                </a:lnTo>
                <a:close/>
                <a:lnTo>
                  <a:pt x="1653247" y="256549"/>
                </a:lnTo>
                <a:close/>
                <a:lnTo>
                  <a:pt x="1657827" y="255582"/>
                </a:lnTo>
                <a:close/>
                <a:lnTo>
                  <a:pt x="1662407" y="254415"/>
                </a:lnTo>
                <a:close/>
                <a:lnTo>
                  <a:pt x="1666986" y="253087"/>
                </a:lnTo>
                <a:close/>
                <a:lnTo>
                  <a:pt x="1671566" y="251636"/>
                </a:lnTo>
                <a:close/>
                <a:lnTo>
                  <a:pt x="1676146" y="250100"/>
                </a:lnTo>
                <a:close/>
                <a:lnTo>
                  <a:pt x="1680725" y="248518"/>
                </a:lnTo>
                <a:close/>
                <a:lnTo>
                  <a:pt x="1685305" y="246927"/>
                </a:lnTo>
                <a:close/>
                <a:lnTo>
                  <a:pt x="1689884" y="245367"/>
                </a:lnTo>
                <a:close/>
                <a:lnTo>
                  <a:pt x="1694464" y="243873"/>
                </a:lnTo>
                <a:close/>
                <a:lnTo>
                  <a:pt x="1699044" y="242455"/>
                </a:lnTo>
                <a:close/>
                <a:lnTo>
                  <a:pt x="1703623" y="241103"/>
                </a:lnTo>
                <a:close/>
                <a:lnTo>
                  <a:pt x="1708203" y="239808"/>
                </a:lnTo>
                <a:close/>
                <a:lnTo>
                  <a:pt x="1712783" y="238559"/>
                </a:lnTo>
                <a:close/>
                <a:lnTo>
                  <a:pt x="1717362" y="237346"/>
                </a:lnTo>
                <a:close/>
                <a:lnTo>
                  <a:pt x="1721942" y="236158"/>
                </a:lnTo>
                <a:close/>
                <a:lnTo>
                  <a:pt x="1726522" y="234985"/>
                </a:lnTo>
                <a:close/>
                <a:lnTo>
                  <a:pt x="1731101" y="233818"/>
                </a:lnTo>
                <a:close/>
                <a:lnTo>
                  <a:pt x="1735681" y="232645"/>
                </a:lnTo>
                <a:close/>
                <a:lnTo>
                  <a:pt x="1740260" y="231457"/>
                </a:lnTo>
                <a:close/>
                <a:lnTo>
                  <a:pt x="1744840" y="230253"/>
                </a:lnTo>
                <a:close/>
                <a:lnTo>
                  <a:pt x="1749420" y="229033"/>
                </a:lnTo>
                <a:close/>
                <a:lnTo>
                  <a:pt x="1753999" y="227801"/>
                </a:lnTo>
                <a:close/>
                <a:lnTo>
                  <a:pt x="1758579" y="226560"/>
                </a:lnTo>
                <a:close/>
                <a:lnTo>
                  <a:pt x="1763159" y="225312"/>
                </a:lnTo>
                <a:close/>
                <a:lnTo>
                  <a:pt x="1767738" y="224059"/>
                </a:lnTo>
                <a:close/>
                <a:lnTo>
                  <a:pt x="1772318" y="222805"/>
                </a:lnTo>
                <a:close/>
                <a:lnTo>
                  <a:pt x="1776897" y="221552"/>
                </a:lnTo>
                <a:close/>
                <a:lnTo>
                  <a:pt x="1781477" y="220303"/>
                </a:lnTo>
                <a:close/>
                <a:lnTo>
                  <a:pt x="1786057" y="219060"/>
                </a:lnTo>
                <a:close/>
                <a:lnTo>
                  <a:pt x="1790636" y="217824"/>
                </a:lnTo>
                <a:close/>
                <a:lnTo>
                  <a:pt x="1795216" y="216594"/>
                </a:lnTo>
                <a:close/>
                <a:lnTo>
                  <a:pt x="1799796" y="215369"/>
                </a:lnTo>
                <a:close/>
                <a:lnTo>
                  <a:pt x="1804375" y="214150"/>
                </a:lnTo>
                <a:close/>
                <a:lnTo>
                  <a:pt x="1808955" y="212935"/>
                </a:lnTo>
                <a:close/>
                <a:lnTo>
                  <a:pt x="1813535" y="211723"/>
                </a:lnTo>
                <a:close/>
                <a:lnTo>
                  <a:pt x="1818114" y="210515"/>
                </a:lnTo>
                <a:close/>
                <a:lnTo>
                  <a:pt x="1822694" y="209310"/>
                </a:lnTo>
                <a:close/>
                <a:lnTo>
                  <a:pt x="1827273" y="208107"/>
                </a:lnTo>
                <a:close/>
                <a:lnTo>
                  <a:pt x="1831853" y="206904"/>
                </a:lnTo>
                <a:close/>
                <a:lnTo>
                  <a:pt x="1836433" y="205704"/>
                </a:lnTo>
                <a:close/>
                <a:lnTo>
                  <a:pt x="1841012" y="204504"/>
                </a:lnTo>
                <a:close/>
                <a:lnTo>
                  <a:pt x="1845592" y="203306"/>
                </a:lnTo>
                <a:close/>
                <a:lnTo>
                  <a:pt x="1850172" y="202109"/>
                </a:lnTo>
                <a:close/>
                <a:lnTo>
                  <a:pt x="1854751" y="200914"/>
                </a:lnTo>
                <a:close/>
                <a:lnTo>
                  <a:pt x="1859331" y="199720"/>
                </a:lnTo>
                <a:close/>
                <a:lnTo>
                  <a:pt x="1863911" y="198528"/>
                </a:lnTo>
                <a:close/>
                <a:lnTo>
                  <a:pt x="1868490" y="197338"/>
                </a:lnTo>
                <a:close/>
                <a:lnTo>
                  <a:pt x="1873070" y="196149"/>
                </a:lnTo>
                <a:close/>
                <a:lnTo>
                  <a:pt x="1877649" y="194962"/>
                </a:lnTo>
                <a:close/>
                <a:lnTo>
                  <a:pt x="1882229" y="193777"/>
                </a:lnTo>
                <a:close/>
                <a:lnTo>
                  <a:pt x="1886809" y="192594"/>
                </a:lnTo>
                <a:close/>
                <a:lnTo>
                  <a:pt x="1891388" y="191413"/>
                </a:lnTo>
                <a:close/>
                <a:lnTo>
                  <a:pt x="1895968" y="190234"/>
                </a:lnTo>
                <a:close/>
                <a:lnTo>
                  <a:pt x="1900548" y="189057"/>
                </a:lnTo>
                <a:close/>
                <a:lnTo>
                  <a:pt x="1905127" y="187882"/>
                </a:lnTo>
                <a:close/>
                <a:lnTo>
                  <a:pt x="1909707" y="186710"/>
                </a:lnTo>
                <a:close/>
                <a:lnTo>
                  <a:pt x="1914286" y="185540"/>
                </a:lnTo>
                <a:close/>
                <a:lnTo>
                  <a:pt x="1918866" y="184373"/>
                </a:lnTo>
                <a:close/>
                <a:lnTo>
                  <a:pt x="1923446" y="183208"/>
                </a:lnTo>
                <a:close/>
                <a:lnTo>
                  <a:pt x="1928025" y="182045"/>
                </a:lnTo>
                <a:close/>
                <a:lnTo>
                  <a:pt x="1932605" y="180885"/>
                </a:lnTo>
                <a:close/>
                <a:lnTo>
                  <a:pt x="1937185" y="179727"/>
                </a:lnTo>
                <a:close/>
                <a:lnTo>
                  <a:pt x="1941764" y="178571"/>
                </a:lnTo>
                <a:close/>
                <a:lnTo>
                  <a:pt x="1946344" y="177418"/>
                </a:lnTo>
                <a:close/>
                <a:lnTo>
                  <a:pt x="1950924" y="176267"/>
                </a:lnTo>
                <a:close/>
                <a:lnTo>
                  <a:pt x="1955503" y="175118"/>
                </a:lnTo>
                <a:close/>
                <a:lnTo>
                  <a:pt x="1960083" y="173971"/>
                </a:lnTo>
                <a:close/>
                <a:lnTo>
                  <a:pt x="1964662" y="172825"/>
                </a:lnTo>
                <a:close/>
                <a:lnTo>
                  <a:pt x="1969242" y="171682"/>
                </a:lnTo>
                <a:close/>
                <a:lnTo>
                  <a:pt x="1973822" y="170541"/>
                </a:lnTo>
                <a:close/>
                <a:lnTo>
                  <a:pt x="1978401" y="169401"/>
                </a:lnTo>
                <a:close/>
                <a:lnTo>
                  <a:pt x="1982981" y="168263"/>
                </a:lnTo>
                <a:close/>
                <a:lnTo>
                  <a:pt x="1987561" y="167126"/>
                </a:lnTo>
                <a:close/>
                <a:lnTo>
                  <a:pt x="1992140" y="165991"/>
                </a:lnTo>
                <a:close/>
                <a:lnTo>
                  <a:pt x="1996720" y="164857"/>
                </a:lnTo>
                <a:close/>
                <a:lnTo>
                  <a:pt x="2001299" y="163725"/>
                </a:lnTo>
                <a:close/>
                <a:lnTo>
                  <a:pt x="2005879" y="162594"/>
                </a:lnTo>
                <a:close/>
                <a:lnTo>
                  <a:pt x="2010459" y="161464"/>
                </a:lnTo>
                <a:close/>
                <a:lnTo>
                  <a:pt x="2015038" y="160335"/>
                </a:lnTo>
                <a:close/>
                <a:lnTo>
                  <a:pt x="2019618" y="159208"/>
                </a:lnTo>
                <a:close/>
                <a:lnTo>
                  <a:pt x="2024198" y="158081"/>
                </a:lnTo>
                <a:close/>
                <a:lnTo>
                  <a:pt x="2028777" y="156956"/>
                </a:lnTo>
                <a:close/>
                <a:lnTo>
                  <a:pt x="2033357" y="155833"/>
                </a:lnTo>
                <a:close/>
                <a:lnTo>
                  <a:pt x="2037937" y="154711"/>
                </a:lnTo>
                <a:close/>
                <a:lnTo>
                  <a:pt x="2042516" y="153590"/>
                </a:lnTo>
                <a:close/>
                <a:lnTo>
                  <a:pt x="2047096" y="152472"/>
                </a:lnTo>
                <a:close/>
                <a:lnTo>
                  <a:pt x="2051675" y="151355"/>
                </a:lnTo>
                <a:close/>
                <a:lnTo>
                  <a:pt x="2056255" y="150240"/>
                </a:lnTo>
                <a:close/>
                <a:lnTo>
                  <a:pt x="2060835" y="149127"/>
                </a:lnTo>
                <a:close/>
                <a:lnTo>
                  <a:pt x="2065414" y="148016"/>
                </a:lnTo>
                <a:close/>
                <a:lnTo>
                  <a:pt x="2069994" y="146907"/>
                </a:lnTo>
                <a:close/>
                <a:lnTo>
                  <a:pt x="2074574" y="145800"/>
                </a:lnTo>
                <a:close/>
                <a:lnTo>
                  <a:pt x="2079153" y="144694"/>
                </a:lnTo>
                <a:close/>
                <a:lnTo>
                  <a:pt x="2083733" y="143591"/>
                </a:lnTo>
                <a:close/>
                <a:lnTo>
                  <a:pt x="2088313" y="142490"/>
                </a:lnTo>
                <a:close/>
                <a:lnTo>
                  <a:pt x="2092892" y="141391"/>
                </a:lnTo>
                <a:close/>
                <a:lnTo>
                  <a:pt x="2097472" y="140294"/>
                </a:lnTo>
                <a:close/>
                <a:lnTo>
                  <a:pt x="2102051" y="139198"/>
                </a:lnTo>
                <a:close/>
                <a:lnTo>
                  <a:pt x="2106631" y="138105"/>
                </a:lnTo>
                <a:close/>
                <a:lnTo>
                  <a:pt x="2111211" y="137013"/>
                </a:lnTo>
                <a:close/>
                <a:lnTo>
                  <a:pt x="2115790" y="135923"/>
                </a:lnTo>
                <a:close/>
                <a:lnTo>
                  <a:pt x="2120370" y="134835"/>
                </a:lnTo>
                <a:close/>
                <a:lnTo>
                  <a:pt x="2124950" y="133749"/>
                </a:lnTo>
                <a:close/>
                <a:lnTo>
                  <a:pt x="2129529" y="132665"/>
                </a:lnTo>
                <a:close/>
                <a:lnTo>
                  <a:pt x="2134109" y="131581"/>
                </a:lnTo>
                <a:close/>
                <a:lnTo>
                  <a:pt x="2138688" y="130500"/>
                </a:lnTo>
                <a:close/>
                <a:lnTo>
                  <a:pt x="2143268" y="129420"/>
                </a:lnTo>
                <a:close/>
                <a:lnTo>
                  <a:pt x="2147848" y="128341"/>
                </a:lnTo>
                <a:close/>
                <a:lnTo>
                  <a:pt x="2152427" y="127263"/>
                </a:lnTo>
                <a:close/>
                <a:lnTo>
                  <a:pt x="2157007" y="126187"/>
                </a:lnTo>
                <a:close/>
                <a:lnTo>
                  <a:pt x="2161587" y="125112"/>
                </a:lnTo>
                <a:close/>
                <a:lnTo>
                  <a:pt x="2166166" y="124038"/>
                </a:lnTo>
                <a:close/>
                <a:lnTo>
                  <a:pt x="2170746" y="122966"/>
                </a:lnTo>
                <a:close/>
                <a:lnTo>
                  <a:pt x="2175326" y="121895"/>
                </a:lnTo>
                <a:close/>
                <a:lnTo>
                  <a:pt x="2179905" y="120825"/>
                </a:lnTo>
                <a:close/>
                <a:lnTo>
                  <a:pt x="2184485" y="119756"/>
                </a:lnTo>
                <a:close/>
                <a:lnTo>
                  <a:pt x="2189064" y="118688"/>
                </a:lnTo>
                <a:close/>
                <a:lnTo>
                  <a:pt x="2193644" y="117622"/>
                </a:lnTo>
                <a:close/>
                <a:lnTo>
                  <a:pt x="2198224" y="116557"/>
                </a:lnTo>
                <a:close/>
                <a:lnTo>
                  <a:pt x="2202803" y="115493"/>
                </a:lnTo>
                <a:close/>
                <a:lnTo>
                  <a:pt x="2207383" y="114430"/>
                </a:lnTo>
                <a:close/>
                <a:lnTo>
                  <a:pt x="2211963" y="113369"/>
                </a:lnTo>
                <a:close/>
                <a:lnTo>
                  <a:pt x="2216542" y="112310"/>
                </a:lnTo>
                <a:close/>
                <a:lnTo>
                  <a:pt x="2221122" y="111252"/>
                </a:lnTo>
                <a:close/>
                <a:lnTo>
                  <a:pt x="2225702" y="110196"/>
                </a:lnTo>
                <a:close/>
                <a:lnTo>
                  <a:pt x="2230281" y="109142"/>
                </a:lnTo>
                <a:close/>
                <a:lnTo>
                  <a:pt x="2234861" y="108090"/>
                </a:lnTo>
                <a:close/>
                <a:lnTo>
                  <a:pt x="2239440" y="107040"/>
                </a:lnTo>
                <a:close/>
                <a:lnTo>
                  <a:pt x="2244020" y="105992"/>
                </a:lnTo>
                <a:close/>
                <a:lnTo>
                  <a:pt x="2248600" y="104946"/>
                </a:lnTo>
                <a:close/>
                <a:lnTo>
                  <a:pt x="2253179" y="103902"/>
                </a:lnTo>
                <a:close/>
                <a:lnTo>
                  <a:pt x="2257759" y="102860"/>
                </a:lnTo>
                <a:close/>
                <a:lnTo>
                  <a:pt x="2262339" y="101819"/>
                </a:lnTo>
                <a:close/>
                <a:lnTo>
                  <a:pt x="2266918" y="100781"/>
                </a:lnTo>
                <a:close/>
                <a:lnTo>
                  <a:pt x="2271498" y="99744"/>
                </a:lnTo>
                <a:close/>
                <a:lnTo>
                  <a:pt x="2276077" y="98708"/>
                </a:lnTo>
                <a:close/>
                <a:lnTo>
                  <a:pt x="2280657" y="97674"/>
                </a:lnTo>
                <a:close/>
                <a:lnTo>
                  <a:pt x="2285237" y="96641"/>
                </a:lnTo>
                <a:close/>
                <a:lnTo>
                  <a:pt x="2289816" y="95609"/>
                </a:lnTo>
                <a:close/>
                <a:lnTo>
                  <a:pt x="2294396" y="94579"/>
                </a:lnTo>
                <a:close/>
                <a:lnTo>
                  <a:pt x="2298976" y="93549"/>
                </a:lnTo>
                <a:close/>
                <a:lnTo>
                  <a:pt x="2303555" y="92521"/>
                </a:lnTo>
                <a:close/>
                <a:lnTo>
                  <a:pt x="2308135" y="91495"/>
                </a:lnTo>
                <a:close/>
                <a:lnTo>
                  <a:pt x="2312715" y="90469"/>
                </a:lnTo>
                <a:close/>
                <a:lnTo>
                  <a:pt x="2317294" y="89445"/>
                </a:lnTo>
                <a:close/>
                <a:lnTo>
                  <a:pt x="2321874" y="88422"/>
                </a:lnTo>
                <a:close/>
                <a:lnTo>
                  <a:pt x="2326453" y="87401"/>
                </a:lnTo>
                <a:close/>
                <a:lnTo>
                  <a:pt x="2331033" y="86381"/>
                </a:lnTo>
                <a:close/>
                <a:lnTo>
                  <a:pt x="2335613" y="85362"/>
                </a:lnTo>
                <a:close/>
                <a:lnTo>
                  <a:pt x="2340192" y="84345"/>
                </a:lnTo>
                <a:close/>
                <a:lnTo>
                  <a:pt x="2344772" y="83329"/>
                </a:lnTo>
                <a:close/>
                <a:lnTo>
                  <a:pt x="2349352" y="82315"/>
                </a:lnTo>
                <a:close/>
                <a:lnTo>
                  <a:pt x="2353931" y="81302"/>
                </a:lnTo>
                <a:close/>
                <a:lnTo>
                  <a:pt x="2358511" y="80290"/>
                </a:lnTo>
                <a:close/>
                <a:lnTo>
                  <a:pt x="2363090" y="79280"/>
                </a:lnTo>
                <a:close/>
                <a:lnTo>
                  <a:pt x="2367670" y="78271"/>
                </a:lnTo>
                <a:close/>
                <a:lnTo>
                  <a:pt x="2372250" y="77264"/>
                </a:lnTo>
                <a:close/>
                <a:lnTo>
                  <a:pt x="2376829" y="76258"/>
                </a:lnTo>
                <a:close/>
                <a:lnTo>
                  <a:pt x="2381409" y="75253"/>
                </a:lnTo>
                <a:close/>
                <a:lnTo>
                  <a:pt x="2385989" y="74250"/>
                </a:lnTo>
                <a:close/>
                <a:lnTo>
                  <a:pt x="2390568" y="73248"/>
                </a:lnTo>
                <a:close/>
                <a:lnTo>
                  <a:pt x="2395148" y="72247"/>
                </a:lnTo>
                <a:close/>
                <a:lnTo>
                  <a:pt x="2399728" y="71248"/>
                </a:lnTo>
                <a:close/>
                <a:lnTo>
                  <a:pt x="2404307" y="70250"/>
                </a:lnTo>
                <a:close/>
                <a:lnTo>
                  <a:pt x="2408887" y="69253"/>
                </a:lnTo>
                <a:close/>
                <a:lnTo>
                  <a:pt x="2413466" y="68258"/>
                </a:lnTo>
                <a:close/>
                <a:lnTo>
                  <a:pt x="2418046" y="67265"/>
                </a:lnTo>
                <a:close/>
                <a:lnTo>
                  <a:pt x="2422626" y="66272"/>
                </a:lnTo>
                <a:close/>
                <a:lnTo>
                  <a:pt x="2427205" y="65281"/>
                </a:lnTo>
                <a:close/>
                <a:lnTo>
                  <a:pt x="2431785" y="64292"/>
                </a:lnTo>
                <a:close/>
                <a:lnTo>
                  <a:pt x="2436365" y="63304"/>
                </a:lnTo>
                <a:close/>
                <a:lnTo>
                  <a:pt x="2440944" y="62317"/>
                </a:lnTo>
                <a:close/>
                <a:lnTo>
                  <a:pt x="2445524" y="61331"/>
                </a:lnTo>
                <a:close/>
                <a:lnTo>
                  <a:pt x="2450104" y="60347"/>
                </a:lnTo>
                <a:close/>
                <a:lnTo>
                  <a:pt x="2454683" y="59365"/>
                </a:lnTo>
                <a:close/>
                <a:lnTo>
                  <a:pt x="2459263" y="58383"/>
                </a:lnTo>
                <a:close/>
                <a:lnTo>
                  <a:pt x="2463842" y="57403"/>
                </a:lnTo>
                <a:close/>
                <a:lnTo>
                  <a:pt x="2468422" y="56425"/>
                </a:lnTo>
                <a:close/>
                <a:lnTo>
                  <a:pt x="2473002" y="55447"/>
                </a:lnTo>
                <a:close/>
                <a:lnTo>
                  <a:pt x="2477581" y="54471"/>
                </a:lnTo>
                <a:close/>
                <a:lnTo>
                  <a:pt x="2482161" y="53497"/>
                </a:lnTo>
                <a:close/>
                <a:lnTo>
                  <a:pt x="2486741" y="52523"/>
                </a:lnTo>
                <a:close/>
                <a:lnTo>
                  <a:pt x="2491320" y="51551"/>
                </a:lnTo>
                <a:close/>
                <a:lnTo>
                  <a:pt x="2495900" y="50581"/>
                </a:lnTo>
                <a:close/>
                <a:lnTo>
                  <a:pt x="2500479" y="49612"/>
                </a:lnTo>
                <a:close/>
                <a:lnTo>
                  <a:pt x="2505059" y="48645"/>
                </a:lnTo>
                <a:close/>
                <a:lnTo>
                  <a:pt x="2509639" y="47679"/>
                </a:lnTo>
                <a:close/>
                <a:lnTo>
                  <a:pt x="2514218" y="46714"/>
                </a:lnTo>
                <a:close/>
                <a:lnTo>
                  <a:pt x="2518798" y="45752"/>
                </a:lnTo>
                <a:close/>
                <a:lnTo>
                  <a:pt x="2523378" y="44790"/>
                </a:lnTo>
                <a:close/>
                <a:lnTo>
                  <a:pt x="2527957" y="43831"/>
                </a:lnTo>
                <a:close/>
                <a:lnTo>
                  <a:pt x="2532537" y="42872"/>
                </a:lnTo>
                <a:close/>
                <a:lnTo>
                  <a:pt x="2537117" y="41915"/>
                </a:lnTo>
                <a:close/>
                <a:lnTo>
                  <a:pt x="2541696" y="40958"/>
                </a:lnTo>
                <a:close/>
                <a:lnTo>
                  <a:pt x="2546276" y="40003"/>
                </a:lnTo>
                <a:close/>
                <a:lnTo>
                  <a:pt x="2550855" y="39049"/>
                </a:lnTo>
                <a:close/>
                <a:lnTo>
                  <a:pt x="2555435" y="38095"/>
                </a:lnTo>
                <a:close/>
                <a:lnTo>
                  <a:pt x="2560015" y="37142"/>
                </a:lnTo>
                <a:close/>
                <a:lnTo>
                  <a:pt x="2564594" y="36190"/>
                </a:lnTo>
                <a:close/>
                <a:lnTo>
                  <a:pt x="2569174" y="35238"/>
                </a:lnTo>
                <a:close/>
                <a:lnTo>
                  <a:pt x="2573754" y="34288"/>
                </a:lnTo>
                <a:close/>
                <a:lnTo>
                  <a:pt x="2578333" y="33338"/>
                </a:lnTo>
                <a:close/>
                <a:lnTo>
                  <a:pt x="2582913" y="32389"/>
                </a:lnTo>
                <a:close/>
                <a:lnTo>
                  <a:pt x="2587492" y="31441"/>
                </a:lnTo>
                <a:close/>
                <a:lnTo>
                  <a:pt x="2592072" y="30494"/>
                </a:lnTo>
                <a:close/>
                <a:lnTo>
                  <a:pt x="2596652" y="29549"/>
                </a:lnTo>
                <a:close/>
                <a:lnTo>
                  <a:pt x="2601231" y="28604"/>
                </a:lnTo>
                <a:close/>
                <a:lnTo>
                  <a:pt x="2605811" y="27662"/>
                </a:lnTo>
                <a:close/>
                <a:lnTo>
                  <a:pt x="2610391" y="26721"/>
                </a:lnTo>
                <a:close/>
                <a:lnTo>
                  <a:pt x="2614970" y="25781"/>
                </a:lnTo>
                <a:close/>
                <a:lnTo>
                  <a:pt x="2619550" y="24843"/>
                </a:lnTo>
                <a:close/>
                <a:lnTo>
                  <a:pt x="2624130" y="23906"/>
                </a:lnTo>
                <a:close/>
                <a:lnTo>
                  <a:pt x="2628709" y="22971"/>
                </a:lnTo>
                <a:close/>
                <a:lnTo>
                  <a:pt x="2633289" y="22038"/>
                </a:lnTo>
                <a:close/>
                <a:lnTo>
                  <a:pt x="2637868" y="21106"/>
                </a:lnTo>
                <a:close/>
                <a:lnTo>
                  <a:pt x="2642448" y="20175"/>
                </a:lnTo>
                <a:close/>
                <a:lnTo>
                  <a:pt x="2647028" y="19246"/>
                </a:lnTo>
                <a:close/>
                <a:lnTo>
                  <a:pt x="2651607" y="18319"/>
                </a:lnTo>
                <a:close/>
                <a:lnTo>
                  <a:pt x="2656187" y="17392"/>
                </a:lnTo>
                <a:close/>
                <a:lnTo>
                  <a:pt x="2660767" y="16468"/>
                </a:lnTo>
                <a:close/>
                <a:lnTo>
                  <a:pt x="2665346" y="15544"/>
                </a:lnTo>
                <a:close/>
                <a:lnTo>
                  <a:pt x="2669926" y="14622"/>
                </a:lnTo>
                <a:close/>
                <a:lnTo>
                  <a:pt x="2674506" y="13701"/>
                </a:lnTo>
                <a:close/>
                <a:lnTo>
                  <a:pt x="2679085" y="12781"/>
                </a:lnTo>
                <a:close/>
                <a:lnTo>
                  <a:pt x="2683665" y="11863"/>
                </a:lnTo>
                <a:close/>
                <a:lnTo>
                  <a:pt x="2688244" y="10945"/>
                </a:lnTo>
                <a:close/>
                <a:lnTo>
                  <a:pt x="2692824" y="10029"/>
                </a:lnTo>
                <a:close/>
                <a:lnTo>
                  <a:pt x="2697404" y="9113"/>
                </a:lnTo>
                <a:close/>
                <a:lnTo>
                  <a:pt x="2701983" y="8199"/>
                </a:lnTo>
                <a:close/>
                <a:lnTo>
                  <a:pt x="2706563" y="7285"/>
                </a:lnTo>
                <a:close/>
                <a:lnTo>
                  <a:pt x="2711143" y="6372"/>
                </a:lnTo>
                <a:close/>
                <a:lnTo>
                  <a:pt x="2715722" y="5460"/>
                </a:lnTo>
                <a:close/>
                <a:lnTo>
                  <a:pt x="2720302" y="4548"/>
                </a:lnTo>
                <a:close/>
                <a:lnTo>
                  <a:pt x="2724881" y="3638"/>
                </a:lnTo>
                <a:close/>
                <a:lnTo>
                  <a:pt x="2729461" y="2727"/>
                </a:lnTo>
                <a:close/>
                <a:lnTo>
                  <a:pt x="2734041" y="1818"/>
                </a:lnTo>
                <a:close/>
                <a:lnTo>
                  <a:pt x="2738620" y="908"/>
                </a:lnTo>
                <a:close/>
                <a:lnTo>
                  <a:pt x="2743200" y="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6172200.0" y="1428750.0"/>
            <a:ext cx="0.0" cy="114300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6083300" y="1339850"/>
            <a:ext cx="177800" cy="1778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46800" y="7912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y=f(x)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18200" y="23914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80840" y="23914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