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418588.0"/>
            <a:ext cx="51206.40000000037" cy="15316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23206.4" y="2355494.4"/>
            <a:ext cx="51206.39999999944" cy="63093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74412.8" y="2306574.0"/>
            <a:ext cx="51663.60000000056" cy="48920.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726076.4" y="2265426.0"/>
            <a:ext cx="51206.39999999944" cy="4114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777282.8" y="2229307.2"/>
            <a:ext cx="51206.40000000037" cy="36118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28489.2" y="2196846.0"/>
            <a:ext cx="51206.39999999944" cy="32461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879695.6" y="2166213.6"/>
            <a:ext cx="51663.60000000056" cy="30632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931359.2" y="2138324.4"/>
            <a:ext cx="51206.39999999944" cy="27889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982565.6" y="2112264.0"/>
            <a:ext cx="51206.40000000037" cy="26060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033772.0" y="2087575.2"/>
            <a:ext cx="51206.40000000037" cy="24688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084978.4" y="2063800.8"/>
            <a:ext cx="51663.59999999963" cy="2377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136642.0" y="2040940.7999999998"/>
            <a:ext cx="51206.40000000037" cy="22860.0000000002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187848.4" y="2019452.4"/>
            <a:ext cx="51206.39999999944" cy="21488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239054.8" y="1998878.4"/>
            <a:ext cx="51206.40000000037" cy="2057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290261.2" y="1978304.4"/>
            <a:ext cx="51663.59999999963" cy="2057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341924.8" y="1959102.0"/>
            <a:ext cx="51206.40000000037" cy="19202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393131.2" y="1940356.8"/>
            <a:ext cx="51206.39999999944" cy="18745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444337.6" y="1922068.7999999998"/>
            <a:ext cx="51206.40000000037" cy="18288.0000000002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495544.0" y="1904238.0"/>
            <a:ext cx="51663.59999999963" cy="17830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547207.6" y="1886864.4"/>
            <a:ext cx="51206.40000000037" cy="17373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598414.0" y="1869948.0"/>
            <a:ext cx="51206.40000000037" cy="16916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649620.4" y="1853488.8"/>
            <a:ext cx="51206.39999999944" cy="16459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700826.8" y="1837029.6"/>
            <a:ext cx="51663.60000000056" cy="16459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752490.4" y="1821484.8"/>
            <a:ext cx="51206.39999999944" cy="15544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803696.8" y="1805940.0"/>
            <a:ext cx="51206.40000000037" cy="15544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854903.2" y="1790852.4"/>
            <a:ext cx="51206.39999999944" cy="15087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906109.6" y="1775764.7999999998"/>
            <a:ext cx="51663.60000000056" cy="15087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957773.2" y="1761134.4"/>
            <a:ext cx="51206.39999999944" cy="14630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008979.6" y="1746961.2"/>
            <a:ext cx="51206.40000000037" cy="14173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6060186.0" y="1732788.0"/>
            <a:ext cx="51206.40000000037" cy="14173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111392.4" y="1719072.0"/>
            <a:ext cx="51663.59999999963" cy="1371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63056.0" y="1705356.0"/>
            <a:ext cx="51206.40000000037" cy="1371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214262.4" y="1691640.0"/>
            <a:ext cx="51206.39999999944" cy="1371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265468.8" y="1678838.4"/>
            <a:ext cx="51206.40000000037" cy="12801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316675.2" y="1665579.6"/>
            <a:ext cx="51663.59999999963" cy="13258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368338.8" y="1652778.0"/>
            <a:ext cx="51206.40000000037" cy="12801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419545.2" y="1639976.4000000001"/>
            <a:ext cx="51206.39999999944" cy="12801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470751.6" y="1627632.0"/>
            <a:ext cx="51206.40000000037" cy="12344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521958.0" y="1615287.6"/>
            <a:ext cx="51663.59999999963" cy="1234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573621.6" y="1602943.2"/>
            <a:ext cx="51206.40000000037" cy="12344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624828.0" y="1591056.0"/>
            <a:ext cx="51206.40000000037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676034.4" y="1579168.8"/>
            <a:ext cx="51206.40000000037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727240.800000001" y="1567281.6"/>
            <a:ext cx="51663.59999999963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778904.4" y="1555851.6"/>
            <a:ext cx="51206.39999999944" cy="1143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830110.8" y="1544421.6"/>
            <a:ext cx="51206.40000000037" cy="1143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6881317.2" y="1532991.6"/>
            <a:ext cx="51206.39999999944" cy="1143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932523.6" y="1521561.5999999999"/>
            <a:ext cx="51663.59999999963" cy="11430.0000000002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984187.199999999" y="1510588.7999999998"/>
            <a:ext cx="51206.40000000037" cy="10972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035393.6" y="1499616.0"/>
            <a:ext cx="51206.40000000037" cy="10972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6134100" y="1678228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9715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