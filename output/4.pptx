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06240.0" y="2571750.0"/>
            <a:ext cx="562356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085850.0"/>
            <a:ext cx="0.0" cy="402336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-370789"/>
            <a:ext cx="4823460" cy="2942539"/>
          </a:xfrm>
          <a:custGeom>
            <a:avLst/>
            <a:gdLst/>
            <a:ahLst/>
            <a:cxnLst/>
            <a:rect l="l" t="t" r="r" b="b"/>
            <a:pathLst>
              <a:path w="4823460" h="2942539">
                <a:moveTo>
                  <a:pt x="0" y="2942539"/>
                </a:moveTo>
                <a:lnTo>
                  <a:pt x="16132" y="2810171"/>
                </a:lnTo>
                <a:close/>
                <a:lnTo>
                  <a:pt x="32264" y="2740993"/>
                </a:lnTo>
                <a:close/>
                <a:lnTo>
                  <a:pt x="48396" y="2699804"/>
                </a:lnTo>
                <a:close/>
                <a:lnTo>
                  <a:pt x="64528" y="2662044"/>
                </a:lnTo>
                <a:close/>
                <a:lnTo>
                  <a:pt x="80660" y="2628689"/>
                </a:lnTo>
                <a:close/>
                <a:lnTo>
                  <a:pt x="96792" y="2599269"/>
                </a:lnTo>
                <a:close/>
                <a:lnTo>
                  <a:pt x="112924" y="2571734"/>
                </a:lnTo>
                <a:close/>
                <a:lnTo>
                  <a:pt x="129056" y="2545841"/>
                </a:lnTo>
                <a:close/>
                <a:lnTo>
                  <a:pt x="145188" y="2521236"/>
                </a:lnTo>
                <a:close/>
                <a:lnTo>
                  <a:pt x="161320" y="2497647"/>
                </a:lnTo>
                <a:close/>
                <a:lnTo>
                  <a:pt x="177452" y="2474962"/>
                </a:lnTo>
                <a:close/>
                <a:lnTo>
                  <a:pt x="193584" y="2453037"/>
                </a:lnTo>
                <a:close/>
                <a:lnTo>
                  <a:pt x="209716" y="2431634"/>
                </a:lnTo>
                <a:close/>
                <a:lnTo>
                  <a:pt x="225848" y="2410668"/>
                </a:lnTo>
                <a:close/>
                <a:lnTo>
                  <a:pt x="241980" y="2390412"/>
                </a:lnTo>
                <a:close/>
                <a:lnTo>
                  <a:pt x="258112" y="2370770"/>
                </a:lnTo>
                <a:close/>
                <a:lnTo>
                  <a:pt x="274244" y="2351470"/>
                </a:lnTo>
                <a:close/>
                <a:lnTo>
                  <a:pt x="290376" y="2332349"/>
                </a:lnTo>
                <a:close/>
                <a:lnTo>
                  <a:pt x="306507" y="2313683"/>
                </a:lnTo>
                <a:close/>
                <a:lnTo>
                  <a:pt x="322639" y="2295408"/>
                </a:lnTo>
                <a:close/>
                <a:lnTo>
                  <a:pt x="338771" y="2277308"/>
                </a:lnTo>
                <a:close/>
                <a:lnTo>
                  <a:pt x="354903" y="2259669"/>
                </a:lnTo>
                <a:close/>
                <a:lnTo>
                  <a:pt x="371035" y="2242454"/>
                </a:lnTo>
                <a:close/>
                <a:lnTo>
                  <a:pt x="387167" y="2225366"/>
                </a:lnTo>
                <a:close/>
                <a:lnTo>
                  <a:pt x="403299" y="2208181"/>
                </a:lnTo>
                <a:close/>
                <a:lnTo>
                  <a:pt x="419431" y="2191415"/>
                </a:lnTo>
                <a:close/>
                <a:lnTo>
                  <a:pt x="435563" y="2175023"/>
                </a:lnTo>
                <a:close/>
                <a:lnTo>
                  <a:pt x="451695" y="2158509"/>
                </a:lnTo>
                <a:close/>
                <a:lnTo>
                  <a:pt x="467827" y="2142466"/>
                </a:lnTo>
                <a:close/>
                <a:lnTo>
                  <a:pt x="483959" y="2126738"/>
                </a:lnTo>
                <a:close/>
                <a:lnTo>
                  <a:pt x="500091" y="2110910"/>
                </a:lnTo>
                <a:close/>
                <a:lnTo>
                  <a:pt x="516223" y="2095301"/>
                </a:lnTo>
                <a:close/>
                <a:lnTo>
                  <a:pt x="532355" y="2080002"/>
                </a:lnTo>
                <a:close/>
                <a:lnTo>
                  <a:pt x="548487" y="2064859"/>
                </a:lnTo>
                <a:close/>
                <a:lnTo>
                  <a:pt x="564619" y="2049672"/>
                </a:lnTo>
                <a:close/>
                <a:lnTo>
                  <a:pt x="580751" y="2034642"/>
                </a:lnTo>
                <a:close/>
                <a:lnTo>
                  <a:pt x="596883" y="2019911"/>
                </a:lnTo>
                <a:close/>
                <a:lnTo>
                  <a:pt x="613015" y="2005402"/>
                </a:lnTo>
                <a:close/>
                <a:lnTo>
                  <a:pt x="629147" y="1990867"/>
                </a:lnTo>
                <a:close/>
                <a:lnTo>
                  <a:pt x="645279" y="1976418"/>
                </a:lnTo>
                <a:close/>
                <a:lnTo>
                  <a:pt x="661411" y="1962257"/>
                </a:lnTo>
                <a:close/>
                <a:lnTo>
                  <a:pt x="677543" y="1948362"/>
                </a:lnTo>
                <a:close/>
                <a:lnTo>
                  <a:pt x="693675" y="1934480"/>
                </a:lnTo>
                <a:close/>
                <a:lnTo>
                  <a:pt x="709807" y="1920637"/>
                </a:lnTo>
                <a:close/>
                <a:lnTo>
                  <a:pt x="725939" y="1907076"/>
                </a:lnTo>
                <a:close/>
                <a:lnTo>
                  <a:pt x="742071" y="1893564"/>
                </a:lnTo>
                <a:close/>
                <a:lnTo>
                  <a:pt x="758203" y="1879984"/>
                </a:lnTo>
                <a:close/>
                <a:lnTo>
                  <a:pt x="774335" y="1866427"/>
                </a:lnTo>
                <a:close/>
                <a:lnTo>
                  <a:pt x="790467" y="1853089"/>
                </a:lnTo>
                <a:close/>
                <a:lnTo>
                  <a:pt x="806599" y="1840031"/>
                </a:lnTo>
                <a:close/>
                <a:lnTo>
                  <a:pt x="822731" y="1827154"/>
                </a:lnTo>
                <a:close/>
                <a:lnTo>
                  <a:pt x="838863" y="1814263"/>
                </a:lnTo>
                <a:close/>
                <a:lnTo>
                  <a:pt x="854995" y="1801311"/>
                </a:lnTo>
                <a:close/>
                <a:lnTo>
                  <a:pt x="871127" y="1788466"/>
                </a:lnTo>
                <a:close/>
                <a:lnTo>
                  <a:pt x="887259" y="1775888"/>
                </a:lnTo>
                <a:close/>
                <a:lnTo>
                  <a:pt x="903391" y="1763341"/>
                </a:lnTo>
                <a:close/>
                <a:lnTo>
                  <a:pt x="919522" y="1750717"/>
                </a:lnTo>
                <a:close/>
                <a:lnTo>
                  <a:pt x="935654" y="1738139"/>
                </a:lnTo>
                <a:close/>
                <a:lnTo>
                  <a:pt x="951786" y="1725845"/>
                </a:lnTo>
                <a:close/>
                <a:lnTo>
                  <a:pt x="967918" y="1713586"/>
                </a:lnTo>
                <a:close/>
                <a:lnTo>
                  <a:pt x="984050" y="1701353"/>
                </a:lnTo>
                <a:close/>
                <a:lnTo>
                  <a:pt x="1000182" y="1689403"/>
                </a:lnTo>
                <a:close/>
                <a:lnTo>
                  <a:pt x="1016314" y="1677508"/>
                </a:lnTo>
                <a:close/>
                <a:lnTo>
                  <a:pt x="1032446" y="1665536"/>
                </a:lnTo>
                <a:close/>
                <a:lnTo>
                  <a:pt x="1048578" y="1653589"/>
                </a:lnTo>
                <a:close/>
                <a:lnTo>
                  <a:pt x="1064710" y="1641904"/>
                </a:lnTo>
                <a:close/>
                <a:lnTo>
                  <a:pt x="1080842" y="1630338"/>
                </a:lnTo>
                <a:close/>
                <a:lnTo>
                  <a:pt x="1096974" y="1618709"/>
                </a:lnTo>
                <a:close/>
                <a:lnTo>
                  <a:pt x="1113106" y="1607054"/>
                </a:lnTo>
                <a:close/>
                <a:lnTo>
                  <a:pt x="1129238" y="1595620"/>
                </a:lnTo>
                <a:close/>
                <a:lnTo>
                  <a:pt x="1145370" y="1584375"/>
                </a:lnTo>
                <a:close/>
                <a:lnTo>
                  <a:pt x="1161502" y="1573087"/>
                </a:lnTo>
                <a:close/>
                <a:lnTo>
                  <a:pt x="1177634" y="1561744"/>
                </a:lnTo>
                <a:close/>
                <a:lnTo>
                  <a:pt x="1193766" y="1550557"/>
                </a:lnTo>
                <a:close/>
                <a:lnTo>
                  <a:pt x="1209898" y="1539615"/>
                </a:lnTo>
                <a:close/>
                <a:lnTo>
                  <a:pt x="1226030" y="1528673"/>
                </a:lnTo>
                <a:close/>
                <a:lnTo>
                  <a:pt x="1242162" y="1517645"/>
                </a:lnTo>
                <a:close/>
                <a:lnTo>
                  <a:pt x="1258294" y="1506727"/>
                </a:lnTo>
                <a:close/>
                <a:lnTo>
                  <a:pt x="1274426" y="1496107"/>
                </a:lnTo>
                <a:close/>
                <a:lnTo>
                  <a:pt x="1290558" y="1485256"/>
                </a:lnTo>
                <a:close/>
                <a:lnTo>
                  <a:pt x="1306690" y="1474282"/>
                </a:lnTo>
                <a:close/>
                <a:lnTo>
                  <a:pt x="1322822" y="1463642"/>
                </a:lnTo>
                <a:close/>
                <a:lnTo>
                  <a:pt x="1338954" y="1453325"/>
                </a:lnTo>
                <a:close/>
                <a:lnTo>
                  <a:pt x="1355086" y="1442879"/>
                </a:lnTo>
                <a:close/>
                <a:lnTo>
                  <a:pt x="1371218" y="1432201"/>
                </a:lnTo>
                <a:close/>
                <a:lnTo>
                  <a:pt x="1387350" y="1421788"/>
                </a:lnTo>
                <a:close/>
                <a:lnTo>
                  <a:pt x="1403482" y="1411741"/>
                </a:lnTo>
                <a:close/>
                <a:lnTo>
                  <a:pt x="1419614" y="1401693"/>
                </a:lnTo>
                <a:close/>
                <a:lnTo>
                  <a:pt x="1435746" y="1391338"/>
                </a:lnTo>
                <a:close/>
                <a:lnTo>
                  <a:pt x="1451878" y="1381230"/>
                </a:lnTo>
                <a:close/>
                <a:lnTo>
                  <a:pt x="1468010" y="1371251"/>
                </a:lnTo>
                <a:close/>
                <a:lnTo>
                  <a:pt x="1484142" y="1361241"/>
                </a:lnTo>
                <a:close/>
                <a:lnTo>
                  <a:pt x="1500274" y="1351564"/>
                </a:lnTo>
                <a:close/>
                <a:lnTo>
                  <a:pt x="1516405" y="1341735"/>
                </a:lnTo>
                <a:close/>
                <a:lnTo>
                  <a:pt x="1532537" y="1331720"/>
                </a:lnTo>
                <a:close/>
                <a:lnTo>
                  <a:pt x="1548669" y="1322037"/>
                </a:lnTo>
                <a:close/>
                <a:lnTo>
                  <a:pt x="1564801" y="1312340"/>
                </a:lnTo>
                <a:close/>
                <a:lnTo>
                  <a:pt x="1580933" y="1302750"/>
                </a:lnTo>
                <a:close/>
                <a:lnTo>
                  <a:pt x="1597065" y="1293428"/>
                </a:lnTo>
                <a:close/>
                <a:lnTo>
                  <a:pt x="1613197" y="1283792"/>
                </a:lnTo>
                <a:close/>
                <a:lnTo>
                  <a:pt x="1629329" y="1274196"/>
                </a:lnTo>
                <a:close/>
                <a:lnTo>
                  <a:pt x="1645461" y="1264881"/>
                </a:lnTo>
                <a:close/>
                <a:lnTo>
                  <a:pt x="1661593" y="1255483"/>
                </a:lnTo>
                <a:close/>
                <a:lnTo>
                  <a:pt x="1677725" y="1246343"/>
                </a:lnTo>
                <a:close/>
                <a:lnTo>
                  <a:pt x="1693857" y="1237286"/>
                </a:lnTo>
                <a:close/>
                <a:lnTo>
                  <a:pt x="1709989" y="1227900"/>
                </a:lnTo>
                <a:close/>
                <a:lnTo>
                  <a:pt x="1726121" y="1218740"/>
                </a:lnTo>
                <a:close/>
                <a:lnTo>
                  <a:pt x="1742253" y="1209765"/>
                </a:lnTo>
                <a:close/>
                <a:lnTo>
                  <a:pt x="1758385" y="1200721"/>
                </a:lnTo>
                <a:close/>
                <a:lnTo>
                  <a:pt x="1774517" y="1191694"/>
                </a:lnTo>
                <a:close/>
                <a:lnTo>
                  <a:pt x="1790649" y="1182628"/>
                </a:lnTo>
                <a:close/>
                <a:lnTo>
                  <a:pt x="1806781" y="1173627"/>
                </a:lnTo>
                <a:close/>
                <a:lnTo>
                  <a:pt x="1822913" y="1164904"/>
                </a:lnTo>
                <a:close/>
                <a:lnTo>
                  <a:pt x="1839045" y="1156224"/>
                </a:lnTo>
                <a:close/>
                <a:lnTo>
                  <a:pt x="1855177" y="1147499"/>
                </a:lnTo>
                <a:close/>
                <a:lnTo>
                  <a:pt x="1871309" y="1138788"/>
                </a:lnTo>
                <a:close/>
                <a:lnTo>
                  <a:pt x="1887441" y="1130090"/>
                </a:lnTo>
                <a:close/>
                <a:lnTo>
                  <a:pt x="1903573" y="1121346"/>
                </a:lnTo>
                <a:close/>
                <a:lnTo>
                  <a:pt x="1919705" y="1112651"/>
                </a:lnTo>
                <a:close/>
                <a:lnTo>
                  <a:pt x="1935837" y="1104232"/>
                </a:lnTo>
                <a:close/>
                <a:lnTo>
                  <a:pt x="1951969" y="1095879"/>
                </a:lnTo>
                <a:close/>
                <a:lnTo>
                  <a:pt x="1968101" y="1087478"/>
                </a:lnTo>
                <a:close/>
                <a:lnTo>
                  <a:pt x="1984233" y="1079088"/>
                </a:lnTo>
                <a:close/>
                <a:lnTo>
                  <a:pt x="2000365" y="1070713"/>
                </a:lnTo>
                <a:close/>
                <a:lnTo>
                  <a:pt x="2016497" y="1062298"/>
                </a:lnTo>
                <a:close/>
                <a:lnTo>
                  <a:pt x="2032629" y="1053909"/>
                </a:lnTo>
                <a:close/>
                <a:lnTo>
                  <a:pt x="2048761" y="1045792"/>
                </a:lnTo>
                <a:close/>
                <a:lnTo>
                  <a:pt x="2064893" y="1037766"/>
                </a:lnTo>
                <a:close/>
                <a:lnTo>
                  <a:pt x="2081025" y="1029688"/>
                </a:lnTo>
                <a:close/>
                <a:lnTo>
                  <a:pt x="2097157" y="1021618"/>
                </a:lnTo>
                <a:close/>
                <a:lnTo>
                  <a:pt x="2113288" y="1013570"/>
                </a:lnTo>
                <a:close/>
                <a:lnTo>
                  <a:pt x="2129420" y="1005476"/>
                </a:lnTo>
                <a:close/>
                <a:lnTo>
                  <a:pt x="2145552" y="997391"/>
                </a:lnTo>
                <a:close/>
                <a:lnTo>
                  <a:pt x="2161684" y="989631"/>
                </a:lnTo>
                <a:close/>
                <a:lnTo>
                  <a:pt x="2177816" y="981775"/>
                </a:lnTo>
                <a:close/>
                <a:lnTo>
                  <a:pt x="2193948" y="973681"/>
                </a:lnTo>
                <a:close/>
                <a:lnTo>
                  <a:pt x="2210080" y="965895"/>
                </a:lnTo>
                <a:close/>
                <a:lnTo>
                  <a:pt x="2226212" y="958200"/>
                </a:lnTo>
                <a:close/>
                <a:lnTo>
                  <a:pt x="2242344" y="950440"/>
                </a:lnTo>
                <a:close/>
                <a:lnTo>
                  <a:pt x="2258476" y="942694"/>
                </a:lnTo>
                <a:close/>
                <a:lnTo>
                  <a:pt x="2274608" y="934969"/>
                </a:lnTo>
                <a:close/>
                <a:lnTo>
                  <a:pt x="2290740" y="927191"/>
                </a:lnTo>
                <a:close/>
                <a:lnTo>
                  <a:pt x="2306872" y="919446"/>
                </a:lnTo>
                <a:close/>
                <a:lnTo>
                  <a:pt x="2323004" y="912028"/>
                </a:lnTo>
                <a:close/>
                <a:lnTo>
                  <a:pt x="2339136" y="904462"/>
                </a:lnTo>
                <a:close/>
                <a:lnTo>
                  <a:pt x="2355268" y="896701"/>
                </a:lnTo>
                <a:close/>
                <a:lnTo>
                  <a:pt x="2371400" y="889261"/>
                </a:lnTo>
                <a:close/>
                <a:lnTo>
                  <a:pt x="2387532" y="881883"/>
                </a:lnTo>
                <a:close/>
                <a:lnTo>
                  <a:pt x="2403664" y="874444"/>
                </a:lnTo>
                <a:close/>
                <a:lnTo>
                  <a:pt x="2419796" y="867023"/>
                </a:lnTo>
                <a:close/>
                <a:lnTo>
                  <a:pt x="2435928" y="859621"/>
                </a:lnTo>
                <a:close/>
                <a:lnTo>
                  <a:pt x="2452060" y="852158"/>
                </a:lnTo>
                <a:close/>
                <a:lnTo>
                  <a:pt x="2468192" y="844756"/>
                </a:lnTo>
                <a:close/>
                <a:lnTo>
                  <a:pt x="2484324" y="837676"/>
                </a:lnTo>
                <a:close/>
                <a:lnTo>
                  <a:pt x="2500456" y="830400"/>
                </a:lnTo>
                <a:close/>
                <a:lnTo>
                  <a:pt x="2516588" y="822977"/>
                </a:lnTo>
                <a:close/>
                <a:lnTo>
                  <a:pt x="2532720" y="815880"/>
                </a:lnTo>
                <a:close/>
                <a:lnTo>
                  <a:pt x="2548852" y="808816"/>
                </a:lnTo>
                <a:close/>
                <a:lnTo>
                  <a:pt x="2564984" y="801703"/>
                </a:lnTo>
                <a:close/>
                <a:lnTo>
                  <a:pt x="2581116" y="794607"/>
                </a:lnTo>
                <a:close/>
                <a:lnTo>
                  <a:pt x="2597248" y="787506"/>
                </a:lnTo>
                <a:close/>
                <a:lnTo>
                  <a:pt x="2613380" y="780420"/>
                </a:lnTo>
                <a:close/>
                <a:lnTo>
                  <a:pt x="2629512" y="773311"/>
                </a:lnTo>
                <a:close/>
                <a:lnTo>
                  <a:pt x="2645644" y="766167"/>
                </a:lnTo>
                <a:close/>
                <a:lnTo>
                  <a:pt x="2661776" y="759321"/>
                </a:lnTo>
                <a:close/>
                <a:lnTo>
                  <a:pt x="2677908" y="752498"/>
                </a:lnTo>
                <a:close/>
                <a:lnTo>
                  <a:pt x="2694040" y="745366"/>
                </a:lnTo>
                <a:close/>
                <a:lnTo>
                  <a:pt x="2710172" y="738489"/>
                </a:lnTo>
                <a:close/>
                <a:lnTo>
                  <a:pt x="2726303" y="731771"/>
                </a:lnTo>
                <a:close/>
                <a:lnTo>
                  <a:pt x="2742435" y="724984"/>
                </a:lnTo>
                <a:close/>
                <a:lnTo>
                  <a:pt x="2758567" y="718205"/>
                </a:lnTo>
                <a:close/>
                <a:lnTo>
                  <a:pt x="2774699" y="711434"/>
                </a:lnTo>
                <a:close/>
                <a:lnTo>
                  <a:pt x="2790831" y="704656"/>
                </a:lnTo>
                <a:close/>
                <a:lnTo>
                  <a:pt x="2806963" y="697878"/>
                </a:lnTo>
                <a:close/>
                <a:lnTo>
                  <a:pt x="2823095" y="691119"/>
                </a:lnTo>
                <a:close/>
                <a:lnTo>
                  <a:pt x="2839227" y="684310"/>
                </a:lnTo>
                <a:close/>
                <a:lnTo>
                  <a:pt x="2855359" y="677531"/>
                </a:lnTo>
                <a:close/>
                <a:lnTo>
                  <a:pt x="2871491" y="671079"/>
                </a:lnTo>
                <a:close/>
                <a:lnTo>
                  <a:pt x="2887623" y="664485"/>
                </a:lnTo>
                <a:close/>
                <a:lnTo>
                  <a:pt x="2903755" y="657690"/>
                </a:lnTo>
                <a:close/>
                <a:lnTo>
                  <a:pt x="2919887" y="651216"/>
                </a:lnTo>
                <a:close/>
                <a:lnTo>
                  <a:pt x="2936019" y="644805"/>
                </a:lnTo>
                <a:close/>
                <a:lnTo>
                  <a:pt x="2952151" y="638336"/>
                </a:lnTo>
                <a:close/>
                <a:lnTo>
                  <a:pt x="2968283" y="631884"/>
                </a:lnTo>
                <a:close/>
                <a:lnTo>
                  <a:pt x="2984415" y="625434"/>
                </a:lnTo>
                <a:close/>
                <a:lnTo>
                  <a:pt x="3000547" y="618978"/>
                </a:lnTo>
                <a:close/>
                <a:lnTo>
                  <a:pt x="3016679" y="612526"/>
                </a:lnTo>
                <a:close/>
                <a:lnTo>
                  <a:pt x="3032811" y="606088"/>
                </a:lnTo>
                <a:close/>
                <a:lnTo>
                  <a:pt x="3048943" y="599582"/>
                </a:lnTo>
                <a:close/>
                <a:lnTo>
                  <a:pt x="3065075" y="593197"/>
                </a:lnTo>
                <a:close/>
                <a:lnTo>
                  <a:pt x="3081207" y="587103"/>
                </a:lnTo>
                <a:close/>
                <a:lnTo>
                  <a:pt x="3097339" y="580719"/>
                </a:lnTo>
                <a:close/>
                <a:lnTo>
                  <a:pt x="3113471" y="574335"/>
                </a:lnTo>
                <a:close/>
                <a:lnTo>
                  <a:pt x="3129603" y="568242"/>
                </a:lnTo>
                <a:close/>
                <a:lnTo>
                  <a:pt x="3145735" y="561821"/>
                </a:lnTo>
                <a:close/>
                <a:lnTo>
                  <a:pt x="3161867" y="555458"/>
                </a:lnTo>
                <a:close/>
                <a:lnTo>
                  <a:pt x="3177999" y="549382"/>
                </a:lnTo>
                <a:close/>
                <a:lnTo>
                  <a:pt x="3194131" y="543258"/>
                </a:lnTo>
                <a:close/>
                <a:lnTo>
                  <a:pt x="3210263" y="537116"/>
                </a:lnTo>
                <a:close/>
                <a:lnTo>
                  <a:pt x="3226395" y="530990"/>
                </a:lnTo>
                <a:close/>
                <a:lnTo>
                  <a:pt x="3242527" y="524860"/>
                </a:lnTo>
                <a:close/>
                <a:lnTo>
                  <a:pt x="3258659" y="518725"/>
                </a:lnTo>
                <a:close/>
                <a:lnTo>
                  <a:pt x="3274791" y="512606"/>
                </a:lnTo>
                <a:close/>
                <a:lnTo>
                  <a:pt x="3290923" y="506472"/>
                </a:lnTo>
                <a:close/>
                <a:lnTo>
                  <a:pt x="3307055" y="500286"/>
                </a:lnTo>
                <a:close/>
                <a:lnTo>
                  <a:pt x="3323186" y="494378"/>
                </a:lnTo>
                <a:close/>
                <a:lnTo>
                  <a:pt x="3339318" y="488548"/>
                </a:lnTo>
                <a:close/>
                <a:lnTo>
                  <a:pt x="3355450" y="482383"/>
                </a:lnTo>
                <a:close/>
                <a:lnTo>
                  <a:pt x="3371582" y="476494"/>
                </a:lnTo>
                <a:close/>
                <a:lnTo>
                  <a:pt x="3387714" y="470631"/>
                </a:lnTo>
                <a:close/>
                <a:lnTo>
                  <a:pt x="3403846" y="464464"/>
                </a:lnTo>
                <a:close/>
                <a:lnTo>
                  <a:pt x="3419978" y="458564"/>
                </a:lnTo>
                <a:close/>
                <a:lnTo>
                  <a:pt x="3436110" y="452856"/>
                </a:lnTo>
                <a:close/>
                <a:lnTo>
                  <a:pt x="3452242" y="446998"/>
                </a:lnTo>
                <a:close/>
                <a:lnTo>
                  <a:pt x="3468374" y="440849"/>
                </a:lnTo>
                <a:close/>
                <a:lnTo>
                  <a:pt x="3484506" y="434884"/>
                </a:lnTo>
                <a:close/>
                <a:lnTo>
                  <a:pt x="3500638" y="429132"/>
                </a:lnTo>
                <a:close/>
                <a:lnTo>
                  <a:pt x="3516770" y="423320"/>
                </a:lnTo>
                <a:close/>
                <a:lnTo>
                  <a:pt x="3532902" y="417507"/>
                </a:lnTo>
                <a:close/>
                <a:lnTo>
                  <a:pt x="3549034" y="411701"/>
                </a:lnTo>
                <a:close/>
                <a:lnTo>
                  <a:pt x="3565166" y="405893"/>
                </a:lnTo>
                <a:close/>
                <a:lnTo>
                  <a:pt x="3581298" y="400099"/>
                </a:lnTo>
                <a:close/>
                <a:lnTo>
                  <a:pt x="3597430" y="394244"/>
                </a:lnTo>
                <a:close/>
                <a:lnTo>
                  <a:pt x="3613562" y="388495"/>
                </a:lnTo>
                <a:close/>
                <a:lnTo>
                  <a:pt x="3629694" y="383033"/>
                </a:lnTo>
                <a:close/>
                <a:lnTo>
                  <a:pt x="3645826" y="377373"/>
                </a:lnTo>
                <a:close/>
                <a:lnTo>
                  <a:pt x="3661958" y="371476"/>
                </a:lnTo>
                <a:close/>
                <a:lnTo>
                  <a:pt x="3678090" y="365669"/>
                </a:lnTo>
                <a:close/>
                <a:lnTo>
                  <a:pt x="3694222" y="360191"/>
                </a:lnTo>
                <a:close/>
                <a:lnTo>
                  <a:pt x="3710354" y="354556"/>
                </a:lnTo>
                <a:close/>
                <a:lnTo>
                  <a:pt x="3726486" y="348737"/>
                </a:lnTo>
                <a:close/>
                <a:lnTo>
                  <a:pt x="3742618" y="343272"/>
                </a:lnTo>
                <a:close/>
                <a:lnTo>
                  <a:pt x="3758750" y="337595"/>
                </a:lnTo>
                <a:close/>
                <a:lnTo>
                  <a:pt x="3774882" y="331796"/>
                </a:lnTo>
                <a:close/>
                <a:lnTo>
                  <a:pt x="3791014" y="326326"/>
                </a:lnTo>
                <a:close/>
                <a:lnTo>
                  <a:pt x="3807146" y="320870"/>
                </a:lnTo>
                <a:close/>
                <a:lnTo>
                  <a:pt x="3823278" y="315370"/>
                </a:lnTo>
                <a:close/>
                <a:lnTo>
                  <a:pt x="3839410" y="309888"/>
                </a:lnTo>
                <a:close/>
                <a:lnTo>
                  <a:pt x="3855542" y="304404"/>
                </a:lnTo>
                <a:close/>
                <a:lnTo>
                  <a:pt x="3871674" y="298918"/>
                </a:lnTo>
                <a:close/>
                <a:lnTo>
                  <a:pt x="3887806" y="293434"/>
                </a:lnTo>
                <a:close/>
                <a:lnTo>
                  <a:pt x="3903938" y="287950"/>
                </a:lnTo>
                <a:close/>
                <a:lnTo>
                  <a:pt x="3920069" y="282460"/>
                </a:lnTo>
                <a:close/>
                <a:lnTo>
                  <a:pt x="3936201" y="276984"/>
                </a:lnTo>
                <a:close/>
                <a:lnTo>
                  <a:pt x="3952333" y="271501"/>
                </a:lnTo>
                <a:close/>
                <a:lnTo>
                  <a:pt x="3968465" y="265956"/>
                </a:lnTo>
                <a:close/>
                <a:lnTo>
                  <a:pt x="3984597" y="260658"/>
                </a:lnTo>
                <a:close/>
                <a:lnTo>
                  <a:pt x="4000729" y="255499"/>
                </a:lnTo>
                <a:close/>
                <a:lnTo>
                  <a:pt x="4016861" y="249990"/>
                </a:lnTo>
                <a:close/>
                <a:lnTo>
                  <a:pt x="4032993" y="244712"/>
                </a:lnTo>
                <a:close/>
                <a:lnTo>
                  <a:pt x="4049125" y="239518"/>
                </a:lnTo>
                <a:close/>
                <a:lnTo>
                  <a:pt x="4065257" y="233994"/>
                </a:lnTo>
                <a:close/>
                <a:lnTo>
                  <a:pt x="4081389" y="228776"/>
                </a:lnTo>
                <a:close/>
                <a:lnTo>
                  <a:pt x="4097521" y="223530"/>
                </a:lnTo>
                <a:close/>
                <a:lnTo>
                  <a:pt x="4113653" y="218011"/>
                </a:lnTo>
                <a:close/>
                <a:lnTo>
                  <a:pt x="4129785" y="212795"/>
                </a:lnTo>
                <a:close/>
                <a:lnTo>
                  <a:pt x="4145917" y="207684"/>
                </a:lnTo>
                <a:close/>
                <a:lnTo>
                  <a:pt x="4162049" y="202506"/>
                </a:lnTo>
                <a:close/>
                <a:lnTo>
                  <a:pt x="4178181" y="197343"/>
                </a:lnTo>
                <a:close/>
                <a:lnTo>
                  <a:pt x="4194313" y="192184"/>
                </a:lnTo>
                <a:close/>
                <a:lnTo>
                  <a:pt x="4210445" y="187021"/>
                </a:lnTo>
                <a:close/>
                <a:lnTo>
                  <a:pt x="4226577" y="181859"/>
                </a:lnTo>
                <a:close/>
                <a:lnTo>
                  <a:pt x="4242709" y="176693"/>
                </a:lnTo>
                <a:close/>
                <a:lnTo>
                  <a:pt x="4258841" y="171542"/>
                </a:lnTo>
                <a:close/>
                <a:lnTo>
                  <a:pt x="4274973" y="166371"/>
                </a:lnTo>
                <a:close/>
                <a:lnTo>
                  <a:pt x="4291105" y="161164"/>
                </a:lnTo>
                <a:close/>
                <a:lnTo>
                  <a:pt x="4307237" y="156229"/>
                </a:lnTo>
                <a:close/>
                <a:lnTo>
                  <a:pt x="4323369" y="151374"/>
                </a:lnTo>
                <a:close/>
                <a:lnTo>
                  <a:pt x="4339501" y="146206"/>
                </a:lnTo>
                <a:close/>
                <a:lnTo>
                  <a:pt x="4355633" y="140955"/>
                </a:lnTo>
                <a:close/>
                <a:lnTo>
                  <a:pt x="4371765" y="135959"/>
                </a:lnTo>
                <a:close/>
                <a:lnTo>
                  <a:pt x="4387897" y="131138"/>
                </a:lnTo>
                <a:close/>
                <a:lnTo>
                  <a:pt x="4404029" y="125970"/>
                </a:lnTo>
                <a:close/>
                <a:lnTo>
                  <a:pt x="4420161" y="120973"/>
                </a:lnTo>
                <a:close/>
                <a:lnTo>
                  <a:pt x="4436293" y="116135"/>
                </a:lnTo>
                <a:close/>
                <a:lnTo>
                  <a:pt x="4452425" y="110952"/>
                </a:lnTo>
                <a:close/>
                <a:lnTo>
                  <a:pt x="4468557" y="105951"/>
                </a:lnTo>
                <a:close/>
                <a:lnTo>
                  <a:pt x="4484689" y="101202"/>
                </a:lnTo>
                <a:close/>
                <a:lnTo>
                  <a:pt x="4500821" y="96364"/>
                </a:lnTo>
                <a:close/>
                <a:lnTo>
                  <a:pt x="4516953" y="91214"/>
                </a:lnTo>
                <a:close/>
                <a:lnTo>
                  <a:pt x="4533084" y="86152"/>
                </a:lnTo>
                <a:close/>
                <a:lnTo>
                  <a:pt x="4549216" y="81359"/>
                </a:lnTo>
                <a:close/>
                <a:lnTo>
                  <a:pt x="4565348" y="76526"/>
                </a:lnTo>
                <a:close/>
                <a:lnTo>
                  <a:pt x="4581480" y="71676"/>
                </a:lnTo>
                <a:close/>
                <a:lnTo>
                  <a:pt x="4597612" y="66840"/>
                </a:lnTo>
                <a:close/>
                <a:lnTo>
                  <a:pt x="4613744" y="62000"/>
                </a:lnTo>
                <a:close/>
                <a:lnTo>
                  <a:pt x="4629876" y="57161"/>
                </a:lnTo>
                <a:close/>
                <a:lnTo>
                  <a:pt x="4646008" y="52319"/>
                </a:lnTo>
                <a:close/>
                <a:lnTo>
                  <a:pt x="4662140" y="47480"/>
                </a:lnTo>
                <a:close/>
                <a:lnTo>
                  <a:pt x="4678272" y="42655"/>
                </a:lnTo>
                <a:close/>
                <a:lnTo>
                  <a:pt x="4694404" y="37768"/>
                </a:lnTo>
                <a:close/>
                <a:lnTo>
                  <a:pt x="4710536" y="32981"/>
                </a:lnTo>
                <a:close/>
                <a:lnTo>
                  <a:pt x="4726668" y="28486"/>
                </a:lnTo>
                <a:close/>
                <a:lnTo>
                  <a:pt x="4742800" y="23798"/>
                </a:lnTo>
                <a:close/>
                <a:lnTo>
                  <a:pt x="4758932" y="18877"/>
                </a:lnTo>
                <a:close/>
                <a:lnTo>
                  <a:pt x="4775064" y="14035"/>
                </a:lnTo>
                <a:close/>
                <a:lnTo>
                  <a:pt x="4791196" y="9475"/>
                </a:lnTo>
                <a:close/>
                <a:lnTo>
                  <a:pt x="4807328" y="4943"/>
                </a:lnTo>
                <a:close/>
                <a:lnTo>
                  <a:pt x="4823460" y="0"/>
                </a:lnTo>
                <a:close/>
              </a:path>
            </a:pathLst>
          </a:custGeom>
          <a:ln w="317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7315200.0" y="353872.7999999998"/>
            <a:ext cx="0.0" cy="2217877.2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264400" y="303072"/>
            <a:ext cx="101600" cy="10160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3512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72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5120" y="-13119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5480" y="25285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