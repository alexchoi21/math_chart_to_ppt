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0.0" y="2571750.0"/>
            <a:ext cx="4572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285750.0"/>
            <a:ext cx="0.0" cy="4572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4572000.0" y="2172520.7020514654"/>
            <a:ext cx="41987.75510204118" cy="262069.297948534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613987.755102041" y="2083760.827023324"/>
            <a:ext cx="41987.755102040246" cy="88759.8750281413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655975.510204081" y="2024515.960067215"/>
            <a:ext cx="41987.75510204118" cy="59244.8669561091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697963.265306123" y="1977606.9779794822"/>
            <a:ext cx="41987.755102040246" cy="46908.9820877327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739951.020408163" y="1938385.1800869624"/>
            <a:ext cx="41987.75510204118" cy="39221.7978925197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781938.775510204" y="1904378.8787069714"/>
            <a:ext cx="41987.75510204118" cy="34006.30137999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823926.530612245" y="1873935.0980027935"/>
            <a:ext cx="41987.755102040246" cy="30443.78070417791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865914.285714285" y="1846172.6576112518"/>
            <a:ext cx="41987.75510204118" cy="27762.4403915416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907902.040816327" y="1820571.133193146"/>
            <a:ext cx="41987.75510204118" cy="25601.52441810583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949889.795918368" y="1796669.649658857"/>
            <a:ext cx="41987.755102040246" cy="23901.4835342890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991877.551020408" y="1774128.9955745246"/>
            <a:ext cx="41987.75510204118" cy="22540.65408433228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033865.306122449" y="1752720.9110635037"/>
            <a:ext cx="41987.755102040246" cy="21408.0845110209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075853.0612244895" y="1732282.8457247848"/>
            <a:ext cx="41987.75510204118" cy="20438.06533871893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117840.816326531" y="1712693.9259058111"/>
            <a:ext cx="41987.755102040246" cy="19588.91981897363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159828.571428571" y="1693856.0628520916"/>
            <a:ext cx="41987.75510204118" cy="18837.86305371951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201816.326530612" y="1675685.0349138053"/>
            <a:ext cx="41987.75510204118" cy="18171.0279382863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243804.081632653" y="1658109.9805265223"/>
            <a:ext cx="41987.755102040246" cy="17575.05438728304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85791.8367346935" y="1641070.0240802872"/>
            <a:ext cx="41987.75510204118" cy="17039.95644623506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327779.591836735" y="1624513.9978769394"/>
            <a:ext cx="41987.75510204118" cy="16556.02620334783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369767.346938776" y="1608394.0941109408"/>
            <a:ext cx="41987.755102040246" cy="16119.90376599854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411755.102040816" y="1592666.3701763437"/>
            <a:ext cx="41987.75510204118" cy="15727.72393459710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453742.857142857" y="1577291.0565026323"/>
            <a:ext cx="41987.755102040246" cy="15375.31367371138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95730.6122448975" y="1562231.9454545602"/>
            <a:ext cx="41987.75510204118" cy="15059.1110480721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37718.367346939" y="1547456.3146152832"/>
            <a:ext cx="41987.75510204118" cy="14775.63083927705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579706.12244898" y="1532934.6747169853"/>
            <a:ext cx="41987.75510204118" cy="14521.63989829784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621693.877551021" y="1518638.9618764606"/>
            <a:ext cx="41987.755102040246" cy="14295.71284052473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663681.632653061" y="1504544.6060938505"/>
            <a:ext cx="41987.75510204118" cy="14094.35578261013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705669.3877551025" y="1490629.7660610809"/>
            <a:ext cx="41987.755102040246" cy="13914.840032769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747657.142857143" y="1476871.5861808641"/>
            <a:ext cx="41987.75510204118" cy="13758.17988021671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789644.897959184" y="1463249.695635727"/>
            <a:ext cx="41987.755102040246" cy="13621.89054513722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831632.653061224" y="1449745.3103133456"/>
            <a:ext cx="41987.75510204118" cy="13504.38532238127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873620.408163265" y="1436341.458911792"/>
            <a:ext cx="41987.75510204118" cy="13403.85140155372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915608.1632653065" y="1423022.7858100503"/>
            <a:ext cx="41987.755102040246" cy="13318.67310174158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957595.918367347" y="1409775.4109682476"/>
            <a:ext cx="41987.75510204118" cy="13247.37484180275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99583.673469388" y="1396586.9406409918"/>
            <a:ext cx="41987.75510204118" cy="13188.47032725578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041571.428571429" y="1383446.5046091985"/>
            <a:ext cx="41987.755102040246" cy="13140.43603179324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83559.183673469" y="1370344.62991355"/>
            <a:ext cx="41987.75510204118" cy="13101.8746956484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125546.9387755105" y="1357272.5866425154"/>
            <a:ext cx="41987.755102040246" cy="13072.04327103472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167534.693877551" y="1344222.6187531205"/>
            <a:ext cx="41987.75510204118" cy="13049.96788939484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209522.448979592" y="1331187.27417255"/>
            <a:ext cx="41987.755102040246" cy="13035.34458057046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251510.204081632" y="1318159.6653471417"/>
            <a:ext cx="41987.75510204118" cy="13027.60882540838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293497.959183673" y="1305133.4033396558"/>
            <a:ext cx="41987.75510204118" cy="13026.26200748584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335485.714285715" y="1292097.8491805308"/>
            <a:ext cx="41987.755102040246" cy="13035.5541591250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377473.469387755" y="1279047.8251087372"/>
            <a:ext cx="41987.75510204118" cy="13050.02407179353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419461.224489796" y="1265979.0079866967"/>
            <a:ext cx="41987.75510204118" cy="13068.8171220405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61448.979591837" y="1252887.3993064195"/>
            <a:ext cx="41987.755102040246" cy="13091.60868027713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503436.734693877" y="1239769.4157106583"/>
            <a:ext cx="41987.75510204118" cy="13117.98359576123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545424.489795919" y="1226621.9020934396"/>
            <a:ext cx="41987.755102040246" cy="13147.51361721870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587412.244897959" y="1213442.067357741"/>
            <a:ext cx="41987.75510204118" cy="13179.83473569853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5905500" y="1619250"/>
            <a:ext cx="76200" cy="76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133731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$y=f(x)$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