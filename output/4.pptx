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200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7429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232154"/>
            <a:ext cx="2514600" cy="1339596"/>
          </a:xfrm>
          <a:custGeom>
            <a:avLst/>
            <a:gdLst/>
            <a:ahLst/>
            <a:cxnLst/>
            <a:rect l="l" t="t" r="r" b="b"/>
            <a:pathLst>
              <a:path w="2514600" h="1339596">
                <a:moveTo>
                  <a:pt x="0" y="1339596"/>
                </a:moveTo>
                <a:lnTo>
                  <a:pt x="3178" y="1333996"/>
                </a:lnTo>
                <a:close/>
                <a:lnTo>
                  <a:pt x="6350" y="1328425"/>
                </a:lnTo>
                <a:close/>
                <a:lnTo>
                  <a:pt x="9518" y="1322884"/>
                </a:lnTo>
                <a:close/>
                <a:lnTo>
                  <a:pt x="12681" y="1317372"/>
                </a:lnTo>
                <a:close/>
                <a:lnTo>
                  <a:pt x="15839" y="1311889"/>
                </a:lnTo>
                <a:close/>
                <a:lnTo>
                  <a:pt x="18993" y="1306435"/>
                </a:lnTo>
                <a:close/>
                <a:lnTo>
                  <a:pt x="22141" y="1301010"/>
                </a:lnTo>
                <a:close/>
                <a:lnTo>
                  <a:pt x="25285" y="1295615"/>
                </a:lnTo>
                <a:close/>
                <a:lnTo>
                  <a:pt x="28425" y="1290247"/>
                </a:lnTo>
                <a:close/>
                <a:lnTo>
                  <a:pt x="31560" y="1284909"/>
                </a:lnTo>
                <a:close/>
                <a:lnTo>
                  <a:pt x="34690" y="1279599"/>
                </a:lnTo>
                <a:close/>
                <a:lnTo>
                  <a:pt x="37816" y="1274318"/>
                </a:lnTo>
                <a:close/>
                <a:lnTo>
                  <a:pt x="40938" y="1269064"/>
                </a:lnTo>
                <a:close/>
                <a:lnTo>
                  <a:pt x="44056" y="1263839"/>
                </a:lnTo>
                <a:close/>
                <a:lnTo>
                  <a:pt x="47169" y="1258643"/>
                </a:lnTo>
                <a:close/>
                <a:lnTo>
                  <a:pt x="50279" y="1253474"/>
                </a:lnTo>
                <a:close/>
                <a:lnTo>
                  <a:pt x="53384" y="1248333"/>
                </a:lnTo>
                <a:close/>
                <a:lnTo>
                  <a:pt x="56486" y="1243219"/>
                </a:lnTo>
                <a:close/>
                <a:lnTo>
                  <a:pt x="59584" y="1238134"/>
                </a:lnTo>
                <a:close/>
                <a:lnTo>
                  <a:pt x="62677" y="1233075"/>
                </a:lnTo>
                <a:close/>
                <a:lnTo>
                  <a:pt x="65767" y="1228045"/>
                </a:lnTo>
                <a:close/>
                <a:lnTo>
                  <a:pt x="68854" y="1223041"/>
                </a:lnTo>
                <a:close/>
                <a:lnTo>
                  <a:pt x="71937" y="1218065"/>
                </a:lnTo>
                <a:close/>
                <a:lnTo>
                  <a:pt x="75016" y="1213116"/>
                </a:lnTo>
                <a:close/>
                <a:lnTo>
                  <a:pt x="78092" y="1208193"/>
                </a:lnTo>
                <a:close/>
                <a:lnTo>
                  <a:pt x="81164" y="1203298"/>
                </a:lnTo>
                <a:close/>
                <a:lnTo>
                  <a:pt x="84234" y="1198429"/>
                </a:lnTo>
                <a:close/>
                <a:lnTo>
                  <a:pt x="87299" y="1193587"/>
                </a:lnTo>
                <a:close/>
                <a:lnTo>
                  <a:pt x="90362" y="1188772"/>
                </a:lnTo>
                <a:close/>
                <a:lnTo>
                  <a:pt x="93422" y="1183982"/>
                </a:lnTo>
                <a:close/>
                <a:lnTo>
                  <a:pt x="96478" y="1179219"/>
                </a:lnTo>
                <a:close/>
                <a:lnTo>
                  <a:pt x="99532" y="1174483"/>
                </a:lnTo>
                <a:close/>
                <a:lnTo>
                  <a:pt x="102582" y="1169772"/>
                </a:lnTo>
                <a:close/>
                <a:lnTo>
                  <a:pt x="105630" y="1165087"/>
                </a:lnTo>
                <a:close/>
                <a:lnTo>
                  <a:pt x="108675" y="1160428"/>
                </a:lnTo>
                <a:close/>
                <a:lnTo>
                  <a:pt x="111717" y="1155795"/>
                </a:lnTo>
                <a:close/>
                <a:lnTo>
                  <a:pt x="114757" y="1151187"/>
                </a:lnTo>
                <a:close/>
                <a:lnTo>
                  <a:pt x="117794" y="1146605"/>
                </a:lnTo>
                <a:close/>
                <a:lnTo>
                  <a:pt x="120828" y="1142048"/>
                </a:lnTo>
                <a:close/>
                <a:lnTo>
                  <a:pt x="123861" y="1137517"/>
                </a:lnTo>
                <a:close/>
                <a:lnTo>
                  <a:pt x="126890" y="1133010"/>
                </a:lnTo>
                <a:close/>
                <a:lnTo>
                  <a:pt x="129918" y="1128529"/>
                </a:lnTo>
                <a:close/>
                <a:lnTo>
                  <a:pt x="132943" y="1124072"/>
                </a:lnTo>
                <a:close/>
                <a:lnTo>
                  <a:pt x="135966" y="1119641"/>
                </a:lnTo>
                <a:close/>
                <a:lnTo>
                  <a:pt x="138987" y="1115234"/>
                </a:lnTo>
                <a:close/>
                <a:lnTo>
                  <a:pt x="142006" y="1110851"/>
                </a:lnTo>
                <a:close/>
                <a:lnTo>
                  <a:pt x="145022" y="1106493"/>
                </a:lnTo>
                <a:close/>
                <a:lnTo>
                  <a:pt x="148037" y="1102160"/>
                </a:lnTo>
                <a:close/>
                <a:lnTo>
                  <a:pt x="151051" y="1097851"/>
                </a:lnTo>
                <a:close/>
                <a:lnTo>
                  <a:pt x="154062" y="1093565"/>
                </a:lnTo>
                <a:close/>
                <a:lnTo>
                  <a:pt x="157072" y="1089304"/>
                </a:lnTo>
                <a:close/>
                <a:lnTo>
                  <a:pt x="160080" y="1085067"/>
                </a:lnTo>
                <a:close/>
                <a:lnTo>
                  <a:pt x="163086" y="1080853"/>
                </a:lnTo>
                <a:close/>
                <a:lnTo>
                  <a:pt x="166091" y="1076664"/>
                </a:lnTo>
                <a:close/>
                <a:lnTo>
                  <a:pt x="169095" y="1072497"/>
                </a:lnTo>
                <a:close/>
                <a:lnTo>
                  <a:pt x="172097" y="1068355"/>
                </a:lnTo>
                <a:close/>
                <a:lnTo>
                  <a:pt x="175098" y="1064235"/>
                </a:lnTo>
                <a:close/>
                <a:lnTo>
                  <a:pt x="178098" y="1060139"/>
                </a:lnTo>
                <a:close/>
                <a:lnTo>
                  <a:pt x="181097" y="1056066"/>
                </a:lnTo>
                <a:close/>
                <a:lnTo>
                  <a:pt x="184094" y="1052016"/>
                </a:lnTo>
                <a:close/>
                <a:lnTo>
                  <a:pt x="187091" y="1047988"/>
                </a:lnTo>
                <a:close/>
                <a:lnTo>
                  <a:pt x="190086" y="1043984"/>
                </a:lnTo>
                <a:close/>
                <a:lnTo>
                  <a:pt x="193081" y="1040002"/>
                </a:lnTo>
                <a:close/>
                <a:lnTo>
                  <a:pt x="196075" y="1036043"/>
                </a:lnTo>
                <a:close/>
                <a:lnTo>
                  <a:pt x="199068" y="1032106"/>
                </a:lnTo>
                <a:close/>
                <a:lnTo>
                  <a:pt x="202060" y="1028191"/>
                </a:lnTo>
                <a:close/>
                <a:lnTo>
                  <a:pt x="205052" y="1024299"/>
                </a:lnTo>
                <a:close/>
                <a:lnTo>
                  <a:pt x="208044" y="1020429"/>
                </a:lnTo>
                <a:close/>
                <a:lnTo>
                  <a:pt x="211034" y="1016581"/>
                </a:lnTo>
                <a:close/>
                <a:lnTo>
                  <a:pt x="214025" y="1012754"/>
                </a:lnTo>
                <a:close/>
                <a:lnTo>
                  <a:pt x="217015" y="1008950"/>
                </a:lnTo>
                <a:close/>
                <a:lnTo>
                  <a:pt x="220005" y="1005167"/>
                </a:lnTo>
                <a:close/>
                <a:lnTo>
                  <a:pt x="222995" y="1001405"/>
                </a:lnTo>
                <a:close/>
                <a:lnTo>
                  <a:pt x="225984" y="997665"/>
                </a:lnTo>
                <a:close/>
                <a:lnTo>
                  <a:pt x="228974" y="993946"/>
                </a:lnTo>
                <a:close/>
                <a:lnTo>
                  <a:pt x="231963" y="990249"/>
                </a:lnTo>
                <a:close/>
                <a:lnTo>
                  <a:pt x="234953" y="986572"/>
                </a:lnTo>
                <a:close/>
                <a:lnTo>
                  <a:pt x="237942" y="982917"/>
                </a:lnTo>
                <a:close/>
                <a:lnTo>
                  <a:pt x="240932" y="979282"/>
                </a:lnTo>
                <a:close/>
                <a:lnTo>
                  <a:pt x="243923" y="975668"/>
                </a:lnTo>
                <a:close/>
                <a:lnTo>
                  <a:pt x="246913" y="972075"/>
                </a:lnTo>
                <a:close/>
                <a:lnTo>
                  <a:pt x="249904" y="968502"/>
                </a:lnTo>
                <a:close/>
                <a:lnTo>
                  <a:pt x="252896" y="964950"/>
                </a:lnTo>
                <a:close/>
                <a:lnTo>
                  <a:pt x="255888" y="961418"/>
                </a:lnTo>
                <a:close/>
                <a:lnTo>
                  <a:pt x="258880" y="957906"/>
                </a:lnTo>
                <a:close/>
                <a:lnTo>
                  <a:pt x="261874" y="954414"/>
                </a:lnTo>
                <a:close/>
                <a:lnTo>
                  <a:pt x="264868" y="950942"/>
                </a:lnTo>
                <a:close/>
                <a:lnTo>
                  <a:pt x="267863" y="947490"/>
                </a:lnTo>
                <a:close/>
                <a:lnTo>
                  <a:pt x="270858" y="944057"/>
                </a:lnTo>
                <a:close/>
                <a:lnTo>
                  <a:pt x="273855" y="940645"/>
                </a:lnTo>
                <a:close/>
                <a:lnTo>
                  <a:pt x="276853" y="937251"/>
                </a:lnTo>
                <a:close/>
                <a:lnTo>
                  <a:pt x="279852" y="933878"/>
                </a:lnTo>
                <a:close/>
                <a:lnTo>
                  <a:pt x="282852" y="930523"/>
                </a:lnTo>
                <a:close/>
                <a:lnTo>
                  <a:pt x="285853" y="927187"/>
                </a:lnTo>
                <a:close/>
                <a:lnTo>
                  <a:pt x="288856" y="923871"/>
                </a:lnTo>
                <a:close/>
                <a:lnTo>
                  <a:pt x="291860" y="920574"/>
                </a:lnTo>
                <a:close/>
                <a:lnTo>
                  <a:pt x="294865" y="917295"/>
                </a:lnTo>
                <a:close/>
                <a:lnTo>
                  <a:pt x="297872" y="914035"/>
                </a:lnTo>
                <a:close/>
                <a:lnTo>
                  <a:pt x="300881" y="910793"/>
                </a:lnTo>
                <a:close/>
                <a:lnTo>
                  <a:pt x="303891" y="907571"/>
                </a:lnTo>
                <a:close/>
                <a:lnTo>
                  <a:pt x="306903" y="904366"/>
                </a:lnTo>
                <a:close/>
                <a:lnTo>
                  <a:pt x="309916" y="901180"/>
                </a:lnTo>
                <a:close/>
                <a:lnTo>
                  <a:pt x="312932" y="898012"/>
                </a:lnTo>
                <a:close/>
                <a:lnTo>
                  <a:pt x="315949" y="894861"/>
                </a:lnTo>
                <a:close/>
                <a:lnTo>
                  <a:pt x="318968" y="891729"/>
                </a:lnTo>
                <a:close/>
                <a:lnTo>
                  <a:pt x="321990" y="888615"/>
                </a:lnTo>
                <a:close/>
                <a:lnTo>
                  <a:pt x="325013" y="885518"/>
                </a:lnTo>
                <a:close/>
                <a:lnTo>
                  <a:pt x="328039" y="882439"/>
                </a:lnTo>
                <a:close/>
                <a:lnTo>
                  <a:pt x="331067" y="879377"/>
                </a:lnTo>
                <a:close/>
                <a:lnTo>
                  <a:pt x="334097" y="876333"/>
                </a:lnTo>
                <a:close/>
                <a:lnTo>
                  <a:pt x="337130" y="873306"/>
                </a:lnTo>
                <a:close/>
                <a:lnTo>
                  <a:pt x="340165" y="870296"/>
                </a:lnTo>
                <a:close/>
                <a:lnTo>
                  <a:pt x="343203" y="867303"/>
                </a:lnTo>
                <a:close/>
                <a:lnTo>
                  <a:pt x="346243" y="864327"/>
                </a:lnTo>
                <a:close/>
                <a:lnTo>
                  <a:pt x="349286" y="861367"/>
                </a:lnTo>
                <a:close/>
                <a:lnTo>
                  <a:pt x="352332" y="858425"/>
                </a:lnTo>
                <a:close/>
                <a:lnTo>
                  <a:pt x="355380" y="855499"/>
                </a:lnTo>
                <a:close/>
                <a:lnTo>
                  <a:pt x="358431" y="852589"/>
                </a:lnTo>
                <a:close/>
                <a:lnTo>
                  <a:pt x="361486" y="849696"/>
                </a:lnTo>
                <a:close/>
                <a:lnTo>
                  <a:pt x="364543" y="846819"/>
                </a:lnTo>
                <a:close/>
                <a:lnTo>
                  <a:pt x="367603" y="843958"/>
                </a:lnTo>
                <a:close/>
                <a:lnTo>
                  <a:pt x="370667" y="841113"/>
                </a:lnTo>
                <a:close/>
                <a:lnTo>
                  <a:pt x="373733" y="838284"/>
                </a:lnTo>
                <a:close/>
                <a:lnTo>
                  <a:pt x="376803" y="835470"/>
                </a:lnTo>
                <a:close/>
                <a:lnTo>
                  <a:pt x="379877" y="832672"/>
                </a:lnTo>
                <a:close/>
                <a:lnTo>
                  <a:pt x="382953" y="829890"/>
                </a:lnTo>
                <a:close/>
                <a:lnTo>
                  <a:pt x="386034" y="827124"/>
                </a:lnTo>
                <a:close/>
                <a:lnTo>
                  <a:pt x="389117" y="824372"/>
                </a:lnTo>
                <a:close/>
                <a:lnTo>
                  <a:pt x="392205" y="821636"/>
                </a:lnTo>
                <a:close/>
                <a:lnTo>
                  <a:pt x="395296" y="818915"/>
                </a:lnTo>
                <a:close/>
                <a:lnTo>
                  <a:pt x="398391" y="816209"/>
                </a:lnTo>
                <a:close/>
                <a:lnTo>
                  <a:pt x="401489" y="813517"/>
                </a:lnTo>
                <a:close/>
                <a:lnTo>
                  <a:pt x="404592" y="810841"/>
                </a:lnTo>
                <a:close/>
                <a:lnTo>
                  <a:pt x="407698" y="808179"/>
                </a:lnTo>
                <a:close/>
                <a:lnTo>
                  <a:pt x="410809" y="805531"/>
                </a:lnTo>
                <a:close/>
                <a:lnTo>
                  <a:pt x="413923" y="802899"/>
                </a:lnTo>
                <a:close/>
                <a:lnTo>
                  <a:pt x="417042" y="800280"/>
                </a:lnTo>
                <a:close/>
                <a:lnTo>
                  <a:pt x="420165" y="797675"/>
                </a:lnTo>
                <a:close/>
                <a:lnTo>
                  <a:pt x="423292" y="795085"/>
                </a:lnTo>
                <a:close/>
                <a:lnTo>
                  <a:pt x="426424" y="792508"/>
                </a:lnTo>
                <a:close/>
                <a:lnTo>
                  <a:pt x="429560" y="789946"/>
                </a:lnTo>
                <a:close/>
                <a:lnTo>
                  <a:pt x="432700" y="787397"/>
                </a:lnTo>
                <a:close/>
                <a:lnTo>
                  <a:pt x="435846" y="784862"/>
                </a:lnTo>
                <a:close/>
                <a:lnTo>
                  <a:pt x="438995" y="782340"/>
                </a:lnTo>
                <a:close/>
                <a:lnTo>
                  <a:pt x="442150" y="779831"/>
                </a:lnTo>
                <a:close/>
                <a:lnTo>
                  <a:pt x="445309" y="777336"/>
                </a:lnTo>
                <a:close/>
                <a:lnTo>
                  <a:pt x="448473" y="774854"/>
                </a:lnTo>
                <a:close/>
                <a:lnTo>
                  <a:pt x="451642" y="772385"/>
                </a:lnTo>
                <a:close/>
                <a:lnTo>
                  <a:pt x="454816" y="769930"/>
                </a:lnTo>
                <a:close/>
                <a:lnTo>
                  <a:pt x="457995" y="767486"/>
                </a:lnTo>
                <a:close/>
                <a:lnTo>
                  <a:pt x="461179" y="765056"/>
                </a:lnTo>
                <a:close/>
                <a:lnTo>
                  <a:pt x="464369" y="762638"/>
                </a:lnTo>
                <a:close/>
                <a:lnTo>
                  <a:pt x="467563" y="760233"/>
                </a:lnTo>
                <a:close/>
                <a:lnTo>
                  <a:pt x="470763" y="757840"/>
                </a:lnTo>
                <a:close/>
                <a:lnTo>
                  <a:pt x="473968" y="755459"/>
                </a:lnTo>
                <a:close/>
                <a:lnTo>
                  <a:pt x="477179" y="753091"/>
                </a:lnTo>
                <a:close/>
                <a:lnTo>
                  <a:pt x="480395" y="750734"/>
                </a:lnTo>
                <a:close/>
                <a:lnTo>
                  <a:pt x="483617" y="748390"/>
                </a:lnTo>
                <a:close/>
                <a:lnTo>
                  <a:pt x="486845" y="746057"/>
                </a:lnTo>
                <a:close/>
                <a:lnTo>
                  <a:pt x="490078" y="743736"/>
                </a:lnTo>
                <a:close/>
                <a:lnTo>
                  <a:pt x="493317" y="741426"/>
                </a:lnTo>
                <a:close/>
                <a:lnTo>
                  <a:pt x="496562" y="739128"/>
                </a:lnTo>
                <a:close/>
                <a:lnTo>
                  <a:pt x="499813" y="736842"/>
                </a:lnTo>
                <a:close/>
                <a:lnTo>
                  <a:pt x="503070" y="734566"/>
                </a:lnTo>
                <a:close/>
                <a:lnTo>
                  <a:pt x="506333" y="732302"/>
                </a:lnTo>
                <a:close/>
                <a:lnTo>
                  <a:pt x="509602" y="730049"/>
                </a:lnTo>
                <a:close/>
                <a:lnTo>
                  <a:pt x="512877" y="727806"/>
                </a:lnTo>
                <a:close/>
                <a:lnTo>
                  <a:pt x="516158" y="725575"/>
                </a:lnTo>
                <a:close/>
                <a:lnTo>
                  <a:pt x="519446" y="723354"/>
                </a:lnTo>
                <a:close/>
                <a:lnTo>
                  <a:pt x="522740" y="721144"/>
                </a:lnTo>
                <a:close/>
                <a:lnTo>
                  <a:pt x="526041" y="718944"/>
                </a:lnTo>
                <a:close/>
                <a:lnTo>
                  <a:pt x="529348" y="716754"/>
                </a:lnTo>
                <a:close/>
                <a:lnTo>
                  <a:pt x="532662" y="714575"/>
                </a:lnTo>
                <a:close/>
                <a:lnTo>
                  <a:pt x="535983" y="712406"/>
                </a:lnTo>
                <a:close/>
                <a:lnTo>
                  <a:pt x="539310" y="710247"/>
                </a:lnTo>
                <a:close/>
                <a:lnTo>
                  <a:pt x="542644" y="708097"/>
                </a:lnTo>
                <a:close/>
                <a:lnTo>
                  <a:pt x="545985" y="705958"/>
                </a:lnTo>
                <a:close/>
                <a:lnTo>
                  <a:pt x="549333" y="703828"/>
                </a:lnTo>
                <a:close/>
                <a:lnTo>
                  <a:pt x="552688" y="701708"/>
                </a:lnTo>
                <a:close/>
                <a:lnTo>
                  <a:pt x="556050" y="699597"/>
                </a:lnTo>
                <a:close/>
                <a:lnTo>
                  <a:pt x="559419" y="697495"/>
                </a:lnTo>
                <a:close/>
                <a:lnTo>
                  <a:pt x="562796" y="695403"/>
                </a:lnTo>
                <a:close/>
                <a:lnTo>
                  <a:pt x="566180" y="693320"/>
                </a:lnTo>
                <a:close/>
                <a:lnTo>
                  <a:pt x="569571" y="691246"/>
                </a:lnTo>
                <a:close/>
                <a:lnTo>
                  <a:pt x="572969" y="689180"/>
                </a:lnTo>
                <a:close/>
                <a:lnTo>
                  <a:pt x="576375" y="687124"/>
                </a:lnTo>
                <a:close/>
                <a:lnTo>
                  <a:pt x="579789" y="685076"/>
                </a:lnTo>
                <a:close/>
                <a:lnTo>
                  <a:pt x="583210" y="683036"/>
                </a:lnTo>
                <a:close/>
                <a:lnTo>
                  <a:pt x="586639" y="681005"/>
                </a:lnTo>
                <a:close/>
                <a:lnTo>
                  <a:pt x="590076" y="678983"/>
                </a:lnTo>
                <a:close/>
                <a:lnTo>
                  <a:pt x="593520" y="676968"/>
                </a:lnTo>
                <a:close/>
                <a:lnTo>
                  <a:pt x="596973" y="674962"/>
                </a:lnTo>
                <a:close/>
                <a:lnTo>
                  <a:pt x="600433" y="672963"/>
                </a:lnTo>
                <a:close/>
                <a:lnTo>
                  <a:pt x="603901" y="670973"/>
                </a:lnTo>
                <a:close/>
                <a:lnTo>
                  <a:pt x="607378" y="668990"/>
                </a:lnTo>
                <a:close/>
                <a:lnTo>
                  <a:pt x="610863" y="667015"/>
                </a:lnTo>
                <a:close/>
                <a:lnTo>
                  <a:pt x="614356" y="665047"/>
                </a:lnTo>
                <a:close/>
                <a:lnTo>
                  <a:pt x="617857" y="663087"/>
                </a:lnTo>
                <a:close/>
                <a:lnTo>
                  <a:pt x="621367" y="661134"/>
                </a:lnTo>
                <a:close/>
                <a:lnTo>
                  <a:pt x="624885" y="659188"/>
                </a:lnTo>
                <a:close/>
                <a:lnTo>
                  <a:pt x="628411" y="657249"/>
                </a:lnTo>
                <a:close/>
                <a:lnTo>
                  <a:pt x="631947" y="655317"/>
                </a:lnTo>
                <a:close/>
                <a:lnTo>
                  <a:pt x="635491" y="653392"/>
                </a:lnTo>
                <a:close/>
                <a:lnTo>
                  <a:pt x="639043" y="651474"/>
                </a:lnTo>
                <a:close/>
                <a:lnTo>
                  <a:pt x="642604" y="649562"/>
                </a:lnTo>
                <a:close/>
                <a:lnTo>
                  <a:pt x="646175" y="647657"/>
                </a:lnTo>
                <a:close/>
                <a:lnTo>
                  <a:pt x="649754" y="645758"/>
                </a:lnTo>
                <a:close/>
                <a:lnTo>
                  <a:pt x="653342" y="643866"/>
                </a:lnTo>
                <a:close/>
                <a:lnTo>
                  <a:pt x="656939" y="641980"/>
                </a:lnTo>
                <a:close/>
                <a:lnTo>
                  <a:pt x="660546" y="640099"/>
                </a:lnTo>
                <a:close/>
                <a:lnTo>
                  <a:pt x="664161" y="638225"/>
                </a:lnTo>
                <a:close/>
                <a:lnTo>
                  <a:pt x="667786" y="636356"/>
                </a:lnTo>
                <a:close/>
                <a:lnTo>
                  <a:pt x="671420" y="634494"/>
                </a:lnTo>
                <a:close/>
                <a:lnTo>
                  <a:pt x="675064" y="632636"/>
                </a:lnTo>
                <a:close/>
                <a:lnTo>
                  <a:pt x="678717" y="630785"/>
                </a:lnTo>
                <a:close/>
                <a:lnTo>
                  <a:pt x="682379" y="628938"/>
                </a:lnTo>
                <a:close/>
                <a:lnTo>
                  <a:pt x="686052" y="627097"/>
                </a:lnTo>
                <a:close/>
                <a:lnTo>
                  <a:pt x="689733" y="625261"/>
                </a:lnTo>
                <a:close/>
                <a:lnTo>
                  <a:pt x="693425" y="623430"/>
                </a:lnTo>
                <a:close/>
                <a:lnTo>
                  <a:pt x="697126" y="621604"/>
                </a:lnTo>
                <a:close/>
                <a:lnTo>
                  <a:pt x="700838" y="619783"/>
                </a:lnTo>
                <a:close/>
                <a:lnTo>
                  <a:pt x="704559" y="617966"/>
                </a:lnTo>
                <a:close/>
                <a:lnTo>
                  <a:pt x="708290" y="616154"/>
                </a:lnTo>
                <a:close/>
                <a:lnTo>
                  <a:pt x="712032" y="614347"/>
                </a:lnTo>
                <a:close/>
                <a:lnTo>
                  <a:pt x="715783" y="612544"/>
                </a:lnTo>
                <a:close/>
                <a:lnTo>
                  <a:pt x="719545" y="610745"/>
                </a:lnTo>
                <a:close/>
                <a:lnTo>
                  <a:pt x="723317" y="608950"/>
                </a:lnTo>
                <a:close/>
                <a:lnTo>
                  <a:pt x="727099" y="607159"/>
                </a:lnTo>
                <a:close/>
                <a:lnTo>
                  <a:pt x="730892" y="605373"/>
                </a:lnTo>
                <a:close/>
                <a:lnTo>
                  <a:pt x="734695" y="603589"/>
                </a:lnTo>
                <a:close/>
                <a:lnTo>
                  <a:pt x="738509" y="601810"/>
                </a:lnTo>
                <a:close/>
                <a:lnTo>
                  <a:pt x="742333" y="600034"/>
                </a:lnTo>
                <a:close/>
                <a:lnTo>
                  <a:pt x="746168" y="598262"/>
                </a:lnTo>
                <a:close/>
                <a:lnTo>
                  <a:pt x="750014" y="596493"/>
                </a:lnTo>
                <a:close/>
                <a:lnTo>
                  <a:pt x="753871" y="594727"/>
                </a:lnTo>
                <a:close/>
                <a:lnTo>
                  <a:pt x="757739" y="592964"/>
                </a:lnTo>
                <a:close/>
                <a:lnTo>
                  <a:pt x="761617" y="591205"/>
                </a:lnTo>
                <a:close/>
                <a:lnTo>
                  <a:pt x="765507" y="589448"/>
                </a:lnTo>
                <a:close/>
                <a:lnTo>
                  <a:pt x="769408" y="587694"/>
                </a:lnTo>
                <a:close/>
                <a:lnTo>
                  <a:pt x="773320" y="585942"/>
                </a:lnTo>
                <a:close/>
                <a:lnTo>
                  <a:pt x="777243" y="584193"/>
                </a:lnTo>
                <a:close/>
                <a:lnTo>
                  <a:pt x="781177" y="582447"/>
                </a:lnTo>
                <a:close/>
                <a:lnTo>
                  <a:pt x="785123" y="580703"/>
                </a:lnTo>
                <a:close/>
                <a:lnTo>
                  <a:pt x="789080" y="578961"/>
                </a:lnTo>
                <a:close/>
                <a:lnTo>
                  <a:pt x="793049" y="577221"/>
                </a:lnTo>
                <a:close/>
                <a:lnTo>
                  <a:pt x="797030" y="575483"/>
                </a:lnTo>
                <a:close/>
                <a:lnTo>
                  <a:pt x="801022" y="573747"/>
                </a:lnTo>
                <a:close/>
                <a:lnTo>
                  <a:pt x="805025" y="572013"/>
                </a:lnTo>
                <a:close/>
                <a:lnTo>
                  <a:pt x="809041" y="570280"/>
                </a:lnTo>
                <a:close/>
                <a:lnTo>
                  <a:pt x="813068" y="568549"/>
                </a:lnTo>
                <a:close/>
                <a:lnTo>
                  <a:pt x="817108" y="566820"/>
                </a:lnTo>
                <a:close/>
                <a:lnTo>
                  <a:pt x="821159" y="565091"/>
                </a:lnTo>
                <a:close/>
                <a:lnTo>
                  <a:pt x="825222" y="563364"/>
                </a:lnTo>
                <a:close/>
                <a:lnTo>
                  <a:pt x="829298" y="561638"/>
                </a:lnTo>
                <a:close/>
                <a:lnTo>
                  <a:pt x="833386" y="559913"/>
                </a:lnTo>
                <a:close/>
                <a:lnTo>
                  <a:pt x="837485" y="558189"/>
                </a:lnTo>
                <a:close/>
                <a:lnTo>
                  <a:pt x="841598" y="556465"/>
                </a:lnTo>
                <a:close/>
                <a:lnTo>
                  <a:pt x="845722" y="554742"/>
                </a:lnTo>
                <a:close/>
                <a:lnTo>
                  <a:pt x="849860" y="553020"/>
                </a:lnTo>
                <a:close/>
                <a:lnTo>
                  <a:pt x="854009" y="551298"/>
                </a:lnTo>
                <a:close/>
                <a:lnTo>
                  <a:pt x="858172" y="549576"/>
                </a:lnTo>
                <a:close/>
                <a:lnTo>
                  <a:pt x="862346" y="547855"/>
                </a:lnTo>
                <a:close/>
                <a:lnTo>
                  <a:pt x="866534" y="546133"/>
                </a:lnTo>
                <a:close/>
                <a:lnTo>
                  <a:pt x="870735" y="544412"/>
                </a:lnTo>
                <a:close/>
                <a:lnTo>
                  <a:pt x="874948" y="542690"/>
                </a:lnTo>
                <a:close/>
                <a:lnTo>
                  <a:pt x="879174" y="540968"/>
                </a:lnTo>
                <a:close/>
                <a:lnTo>
                  <a:pt x="883414" y="539245"/>
                </a:lnTo>
                <a:close/>
                <a:lnTo>
                  <a:pt x="887666" y="537523"/>
                </a:lnTo>
                <a:close/>
                <a:lnTo>
                  <a:pt x="891932" y="535799"/>
                </a:lnTo>
                <a:close/>
                <a:lnTo>
                  <a:pt x="896210" y="534075"/>
                </a:lnTo>
                <a:close/>
                <a:lnTo>
                  <a:pt x="900502" y="532350"/>
                </a:lnTo>
                <a:close/>
                <a:lnTo>
                  <a:pt x="904808" y="530624"/>
                </a:lnTo>
                <a:close/>
                <a:lnTo>
                  <a:pt x="909127" y="528897"/>
                </a:lnTo>
                <a:close/>
                <a:lnTo>
                  <a:pt x="913459" y="527168"/>
                </a:lnTo>
                <a:close/>
                <a:lnTo>
                  <a:pt x="917805" y="525439"/>
                </a:lnTo>
                <a:close/>
                <a:lnTo>
                  <a:pt x="922164" y="523708"/>
                </a:lnTo>
                <a:close/>
                <a:lnTo>
                  <a:pt x="926537" y="521975"/>
                </a:lnTo>
                <a:close/>
                <a:lnTo>
                  <a:pt x="930924" y="520241"/>
                </a:lnTo>
                <a:close/>
                <a:lnTo>
                  <a:pt x="935325" y="518505"/>
                </a:lnTo>
                <a:close/>
                <a:lnTo>
                  <a:pt x="939740" y="516767"/>
                </a:lnTo>
                <a:close/>
                <a:lnTo>
                  <a:pt x="944168" y="515027"/>
                </a:lnTo>
                <a:close/>
                <a:lnTo>
                  <a:pt x="948611" y="513286"/>
                </a:lnTo>
                <a:close/>
                <a:lnTo>
                  <a:pt x="953068" y="511542"/>
                </a:lnTo>
                <a:close/>
                <a:lnTo>
                  <a:pt x="957538" y="509795"/>
                </a:lnTo>
                <a:close/>
                <a:lnTo>
                  <a:pt x="962024" y="508046"/>
                </a:lnTo>
                <a:close/>
                <a:lnTo>
                  <a:pt x="966523" y="506295"/>
                </a:lnTo>
                <a:close/>
                <a:lnTo>
                  <a:pt x="971037" y="504541"/>
                </a:lnTo>
                <a:close/>
                <a:lnTo>
                  <a:pt x="975565" y="502784"/>
                </a:lnTo>
                <a:close/>
                <a:lnTo>
                  <a:pt x="980108" y="501025"/>
                </a:lnTo>
                <a:close/>
                <a:lnTo>
                  <a:pt x="984665" y="499262"/>
                </a:lnTo>
                <a:close/>
                <a:lnTo>
                  <a:pt x="989237" y="497496"/>
                </a:lnTo>
                <a:close/>
                <a:lnTo>
                  <a:pt x="993824" y="495727"/>
                </a:lnTo>
                <a:close/>
                <a:lnTo>
                  <a:pt x="998425" y="493955"/>
                </a:lnTo>
                <a:close/>
                <a:lnTo>
                  <a:pt x="1003042" y="492179"/>
                </a:lnTo>
                <a:close/>
                <a:lnTo>
                  <a:pt x="1007673" y="490400"/>
                </a:lnTo>
                <a:close/>
                <a:lnTo>
                  <a:pt x="1012319" y="488617"/>
                </a:lnTo>
                <a:close/>
                <a:lnTo>
                  <a:pt x="1016980" y="486830"/>
                </a:lnTo>
                <a:close/>
                <a:lnTo>
                  <a:pt x="1021657" y="485040"/>
                </a:lnTo>
                <a:close/>
                <a:lnTo>
                  <a:pt x="1026348" y="483245"/>
                </a:lnTo>
                <a:close/>
                <a:lnTo>
                  <a:pt x="1031055" y="481446"/>
                </a:lnTo>
                <a:close/>
                <a:lnTo>
                  <a:pt x="1035777" y="479643"/>
                </a:lnTo>
                <a:close/>
                <a:lnTo>
                  <a:pt x="1040515" y="477836"/>
                </a:lnTo>
                <a:close/>
                <a:lnTo>
                  <a:pt x="1045267" y="476025"/>
                </a:lnTo>
                <a:close/>
                <a:lnTo>
                  <a:pt x="1050034" y="474210"/>
                </a:lnTo>
                <a:close/>
                <a:lnTo>
                  <a:pt x="1054815" y="472391"/>
                </a:lnTo>
                <a:close/>
                <a:lnTo>
                  <a:pt x="1059611" y="470568"/>
                </a:lnTo>
                <a:close/>
                <a:lnTo>
                  <a:pt x="1064422" y="468741"/>
                </a:lnTo>
                <a:close/>
                <a:lnTo>
                  <a:pt x="1069247" y="466911"/>
                </a:lnTo>
                <a:close/>
                <a:lnTo>
                  <a:pt x="1074086" y="465077"/>
                </a:lnTo>
                <a:close/>
                <a:lnTo>
                  <a:pt x="1078939" y="463239"/>
                </a:lnTo>
                <a:close/>
                <a:lnTo>
                  <a:pt x="1083805" y="461397"/>
                </a:lnTo>
                <a:close/>
                <a:lnTo>
                  <a:pt x="1088686" y="459552"/>
                </a:lnTo>
                <a:close/>
                <a:lnTo>
                  <a:pt x="1093580" y="457704"/>
                </a:lnTo>
                <a:close/>
                <a:lnTo>
                  <a:pt x="1098488" y="455852"/>
                </a:lnTo>
                <a:close/>
                <a:lnTo>
                  <a:pt x="1103408" y="453997"/>
                </a:lnTo>
                <a:close/>
                <a:lnTo>
                  <a:pt x="1108342" y="452138"/>
                </a:lnTo>
                <a:close/>
                <a:lnTo>
                  <a:pt x="1113290" y="450276"/>
                </a:lnTo>
                <a:close/>
                <a:lnTo>
                  <a:pt x="1118250" y="448411"/>
                </a:lnTo>
                <a:close/>
                <a:lnTo>
                  <a:pt x="1123222" y="446542"/>
                </a:lnTo>
                <a:close/>
                <a:lnTo>
                  <a:pt x="1128208" y="444671"/>
                </a:lnTo>
                <a:close/>
                <a:lnTo>
                  <a:pt x="1133206" y="442796"/>
                </a:lnTo>
                <a:close/>
                <a:lnTo>
                  <a:pt x="1138216" y="440919"/>
                </a:lnTo>
                <a:close/>
                <a:lnTo>
                  <a:pt x="1143239" y="439038"/>
                </a:lnTo>
                <a:close/>
                <a:lnTo>
                  <a:pt x="1148273" y="437155"/>
                </a:lnTo>
                <a:close/>
                <a:lnTo>
                  <a:pt x="1153320" y="435269"/>
                </a:lnTo>
                <a:close/>
                <a:lnTo>
                  <a:pt x="1158378" y="433380"/>
                </a:lnTo>
                <a:close/>
                <a:lnTo>
                  <a:pt x="1163448" y="431488"/>
                </a:lnTo>
                <a:close/>
                <a:lnTo>
                  <a:pt x="1168530" y="429594"/>
                </a:lnTo>
                <a:close/>
                <a:lnTo>
                  <a:pt x="1173623" y="427696"/>
                </a:lnTo>
                <a:close/>
                <a:lnTo>
                  <a:pt x="1178727" y="425797"/>
                </a:lnTo>
                <a:close/>
                <a:lnTo>
                  <a:pt x="1183843" y="423895"/>
                </a:lnTo>
                <a:close/>
                <a:lnTo>
                  <a:pt x="1188969" y="421990"/>
                </a:lnTo>
                <a:close/>
                <a:lnTo>
                  <a:pt x="1194106" y="420083"/>
                </a:lnTo>
                <a:close/>
                <a:lnTo>
                  <a:pt x="1199254" y="418174"/>
                </a:lnTo>
                <a:close/>
                <a:lnTo>
                  <a:pt x="1204413" y="416262"/>
                </a:lnTo>
                <a:close/>
                <a:lnTo>
                  <a:pt x="1209582" y="414348"/>
                </a:lnTo>
                <a:close/>
                <a:lnTo>
                  <a:pt x="1214762" y="412432"/>
                </a:lnTo>
                <a:close/>
                <a:lnTo>
                  <a:pt x="1219951" y="410513"/>
                </a:lnTo>
                <a:close/>
                <a:lnTo>
                  <a:pt x="1225151" y="408593"/>
                </a:lnTo>
                <a:close/>
                <a:lnTo>
                  <a:pt x="1230360" y="406671"/>
                </a:lnTo>
                <a:close/>
                <a:lnTo>
                  <a:pt x="1235580" y="404746"/>
                </a:lnTo>
                <a:close/>
                <a:lnTo>
                  <a:pt x="1240809" y="402820"/>
                </a:lnTo>
                <a:close/>
                <a:lnTo>
                  <a:pt x="1246047" y="400892"/>
                </a:lnTo>
                <a:close/>
                <a:lnTo>
                  <a:pt x="1251295" y="398962"/>
                </a:lnTo>
                <a:close/>
                <a:lnTo>
                  <a:pt x="1256552" y="397030"/>
                </a:lnTo>
                <a:close/>
                <a:lnTo>
                  <a:pt x="1261818" y="395097"/>
                </a:lnTo>
                <a:close/>
                <a:lnTo>
                  <a:pt x="1267093" y="393162"/>
                </a:lnTo>
                <a:close/>
                <a:lnTo>
                  <a:pt x="1272377" y="391225"/>
                </a:lnTo>
                <a:close/>
                <a:lnTo>
                  <a:pt x="1277670" y="389287"/>
                </a:lnTo>
                <a:close/>
                <a:lnTo>
                  <a:pt x="1282971" y="387347"/>
                </a:lnTo>
                <a:close/>
                <a:lnTo>
                  <a:pt x="1288281" y="385406"/>
                </a:lnTo>
                <a:close/>
                <a:lnTo>
                  <a:pt x="1293599" y="383464"/>
                </a:lnTo>
                <a:close/>
                <a:lnTo>
                  <a:pt x="1298925" y="381520"/>
                </a:lnTo>
                <a:close/>
                <a:lnTo>
                  <a:pt x="1304259" y="379575"/>
                </a:lnTo>
                <a:close/>
                <a:lnTo>
                  <a:pt x="1309601" y="377628"/>
                </a:lnTo>
                <a:close/>
                <a:lnTo>
                  <a:pt x="1314950" y="375681"/>
                </a:lnTo>
                <a:close/>
                <a:lnTo>
                  <a:pt x="1320308" y="373733"/>
                </a:lnTo>
                <a:close/>
                <a:lnTo>
                  <a:pt x="1325672" y="371783"/>
                </a:lnTo>
                <a:close/>
                <a:lnTo>
                  <a:pt x="1331044" y="369832"/>
                </a:lnTo>
                <a:close/>
                <a:lnTo>
                  <a:pt x="1336424" y="367881"/>
                </a:lnTo>
                <a:close/>
                <a:lnTo>
                  <a:pt x="1341810" y="365928"/>
                </a:lnTo>
                <a:close/>
                <a:lnTo>
                  <a:pt x="1347203" y="363975"/>
                </a:lnTo>
                <a:close/>
                <a:lnTo>
                  <a:pt x="1352603" y="362021"/>
                </a:lnTo>
                <a:close/>
                <a:lnTo>
                  <a:pt x="1358010" y="360066"/>
                </a:lnTo>
                <a:close/>
                <a:lnTo>
                  <a:pt x="1363423" y="358111"/>
                </a:lnTo>
                <a:close/>
                <a:lnTo>
                  <a:pt x="1368842" y="356155"/>
                </a:lnTo>
                <a:close/>
                <a:lnTo>
                  <a:pt x="1374268" y="354198"/>
                </a:lnTo>
                <a:close/>
                <a:lnTo>
                  <a:pt x="1379700" y="352241"/>
                </a:lnTo>
                <a:close/>
                <a:lnTo>
                  <a:pt x="1385138" y="350284"/>
                </a:lnTo>
                <a:close/>
                <a:lnTo>
                  <a:pt x="1390581" y="348326"/>
                </a:lnTo>
                <a:close/>
                <a:lnTo>
                  <a:pt x="1396031" y="346368"/>
                </a:lnTo>
                <a:close/>
                <a:lnTo>
                  <a:pt x="1401486" y="344409"/>
                </a:lnTo>
                <a:close/>
                <a:lnTo>
                  <a:pt x="1406946" y="342450"/>
                </a:lnTo>
                <a:close/>
                <a:lnTo>
                  <a:pt x="1412412" y="340491"/>
                </a:lnTo>
                <a:close/>
                <a:lnTo>
                  <a:pt x="1417882" y="338532"/>
                </a:lnTo>
                <a:close/>
                <a:lnTo>
                  <a:pt x="1423358" y="336573"/>
                </a:lnTo>
                <a:close/>
                <a:lnTo>
                  <a:pt x="1428839" y="334614"/>
                </a:lnTo>
                <a:close/>
                <a:lnTo>
                  <a:pt x="1434324" y="332655"/>
                </a:lnTo>
                <a:close/>
                <a:lnTo>
                  <a:pt x="1439814" y="330696"/>
                </a:lnTo>
                <a:close/>
                <a:lnTo>
                  <a:pt x="1445309" y="328737"/>
                </a:lnTo>
                <a:close/>
                <a:lnTo>
                  <a:pt x="1450807" y="326778"/>
                </a:lnTo>
                <a:close/>
                <a:lnTo>
                  <a:pt x="1456310" y="324820"/>
                </a:lnTo>
                <a:close/>
                <a:lnTo>
                  <a:pt x="1461817" y="322862"/>
                </a:lnTo>
                <a:close/>
                <a:lnTo>
                  <a:pt x="1467328" y="320904"/>
                </a:lnTo>
                <a:close/>
                <a:lnTo>
                  <a:pt x="1472843" y="318947"/>
                </a:lnTo>
                <a:close/>
                <a:lnTo>
                  <a:pt x="1478361" y="316990"/>
                </a:lnTo>
                <a:close/>
                <a:lnTo>
                  <a:pt x="1483883" y="315034"/>
                </a:lnTo>
                <a:close/>
                <a:lnTo>
                  <a:pt x="1489409" y="313078"/>
                </a:lnTo>
                <a:close/>
                <a:lnTo>
                  <a:pt x="1494937" y="311123"/>
                </a:lnTo>
                <a:close/>
                <a:lnTo>
                  <a:pt x="1500469" y="309169"/>
                </a:lnTo>
                <a:close/>
                <a:lnTo>
                  <a:pt x="1506003" y="307215"/>
                </a:lnTo>
                <a:close/>
                <a:lnTo>
                  <a:pt x="1511541" y="305262"/>
                </a:lnTo>
                <a:close/>
                <a:lnTo>
                  <a:pt x="1517081" y="303310"/>
                </a:lnTo>
                <a:close/>
                <a:lnTo>
                  <a:pt x="1522624" y="301359"/>
                </a:lnTo>
                <a:close/>
                <a:lnTo>
                  <a:pt x="1528169" y="299409"/>
                </a:lnTo>
                <a:close/>
                <a:lnTo>
                  <a:pt x="1533716" y="297460"/>
                </a:lnTo>
                <a:close/>
                <a:lnTo>
                  <a:pt x="1539266" y="295512"/>
                </a:lnTo>
                <a:close/>
                <a:lnTo>
                  <a:pt x="1544817" y="293565"/>
                </a:lnTo>
                <a:close/>
                <a:lnTo>
                  <a:pt x="1550371" y="291619"/>
                </a:lnTo>
                <a:close/>
                <a:lnTo>
                  <a:pt x="1555926" y="289675"/>
                </a:lnTo>
                <a:close/>
                <a:lnTo>
                  <a:pt x="1561483" y="287732"/>
                </a:lnTo>
                <a:close/>
                <a:lnTo>
                  <a:pt x="1567041" y="285790"/>
                </a:lnTo>
                <a:close/>
                <a:lnTo>
                  <a:pt x="1572601" y="283850"/>
                </a:lnTo>
                <a:close/>
                <a:lnTo>
                  <a:pt x="1578161" y="281911"/>
                </a:lnTo>
                <a:close/>
                <a:lnTo>
                  <a:pt x="1583723" y="279973"/>
                </a:lnTo>
                <a:close/>
                <a:lnTo>
                  <a:pt x="1589286" y="278037"/>
                </a:lnTo>
                <a:close/>
                <a:lnTo>
                  <a:pt x="1594850" y="276103"/>
                </a:lnTo>
                <a:close/>
                <a:lnTo>
                  <a:pt x="1600414" y="274171"/>
                </a:lnTo>
                <a:close/>
                <a:lnTo>
                  <a:pt x="1605979" y="272240"/>
                </a:lnTo>
                <a:close/>
                <a:lnTo>
                  <a:pt x="1611544" y="270311"/>
                </a:lnTo>
                <a:close/>
                <a:lnTo>
                  <a:pt x="1617109" y="268384"/>
                </a:lnTo>
                <a:close/>
                <a:lnTo>
                  <a:pt x="1622675" y="266458"/>
                </a:lnTo>
                <a:close/>
                <a:lnTo>
                  <a:pt x="1628240" y="264535"/>
                </a:lnTo>
                <a:close/>
                <a:lnTo>
                  <a:pt x="1633806" y="262613"/>
                </a:lnTo>
                <a:close/>
                <a:lnTo>
                  <a:pt x="1639371" y="260694"/>
                </a:lnTo>
                <a:close/>
                <a:lnTo>
                  <a:pt x="1644935" y="258777"/>
                </a:lnTo>
                <a:close/>
                <a:lnTo>
                  <a:pt x="1650499" y="256862"/>
                </a:lnTo>
                <a:close/>
                <a:lnTo>
                  <a:pt x="1656063" y="254949"/>
                </a:lnTo>
                <a:close/>
                <a:lnTo>
                  <a:pt x="1661625" y="253039"/>
                </a:lnTo>
                <a:close/>
                <a:lnTo>
                  <a:pt x="1667187" y="251130"/>
                </a:lnTo>
                <a:close/>
                <a:lnTo>
                  <a:pt x="1672747" y="249225"/>
                </a:lnTo>
                <a:close/>
                <a:lnTo>
                  <a:pt x="1678306" y="247321"/>
                </a:lnTo>
                <a:close/>
                <a:lnTo>
                  <a:pt x="1683864" y="245420"/>
                </a:lnTo>
                <a:close/>
                <a:lnTo>
                  <a:pt x="1689420" y="243522"/>
                </a:lnTo>
                <a:close/>
                <a:lnTo>
                  <a:pt x="1694975" y="241626"/>
                </a:lnTo>
                <a:close/>
                <a:lnTo>
                  <a:pt x="1700527" y="239733"/>
                </a:lnTo>
                <a:close/>
                <a:lnTo>
                  <a:pt x="1706078" y="237843"/>
                </a:lnTo>
                <a:close/>
                <a:lnTo>
                  <a:pt x="1711627" y="235955"/>
                </a:lnTo>
                <a:close/>
                <a:lnTo>
                  <a:pt x="1717174" y="234070"/>
                </a:lnTo>
                <a:close/>
                <a:lnTo>
                  <a:pt x="1722718" y="232188"/>
                </a:lnTo>
                <a:close/>
                <a:lnTo>
                  <a:pt x="1728259" y="230309"/>
                </a:lnTo>
                <a:close/>
                <a:lnTo>
                  <a:pt x="1733799" y="228433"/>
                </a:lnTo>
                <a:close/>
                <a:lnTo>
                  <a:pt x="1739335" y="226560"/>
                </a:lnTo>
                <a:close/>
                <a:lnTo>
                  <a:pt x="1744869" y="224690"/>
                </a:lnTo>
                <a:close/>
                <a:lnTo>
                  <a:pt x="1750399" y="222824"/>
                </a:lnTo>
                <a:close/>
                <a:lnTo>
                  <a:pt x="1755926" y="220960"/>
                </a:lnTo>
                <a:close/>
                <a:lnTo>
                  <a:pt x="1761450" y="219100"/>
                </a:lnTo>
                <a:close/>
                <a:lnTo>
                  <a:pt x="1766971" y="217243"/>
                </a:lnTo>
                <a:close/>
                <a:lnTo>
                  <a:pt x="1772488" y="215389"/>
                </a:lnTo>
                <a:close/>
                <a:lnTo>
                  <a:pt x="1778001" y="213539"/>
                </a:lnTo>
                <a:close/>
                <a:lnTo>
                  <a:pt x="1783511" y="211692"/>
                </a:lnTo>
                <a:close/>
                <a:lnTo>
                  <a:pt x="1789016" y="209849"/>
                </a:lnTo>
                <a:close/>
                <a:lnTo>
                  <a:pt x="1794518" y="208009"/>
                </a:lnTo>
                <a:close/>
                <a:lnTo>
                  <a:pt x="1800015" y="206173"/>
                </a:lnTo>
                <a:close/>
                <a:lnTo>
                  <a:pt x="1805508" y="204341"/>
                </a:lnTo>
                <a:close/>
                <a:lnTo>
                  <a:pt x="1810996" y="202512"/>
                </a:lnTo>
                <a:close/>
                <a:lnTo>
                  <a:pt x="1816480" y="200688"/>
                </a:lnTo>
                <a:close/>
                <a:lnTo>
                  <a:pt x="1821958" y="198867"/>
                </a:lnTo>
                <a:close/>
                <a:lnTo>
                  <a:pt x="1827432" y="197050"/>
                </a:lnTo>
                <a:close/>
                <a:lnTo>
                  <a:pt x="1832901" y="195237"/>
                </a:lnTo>
                <a:close/>
                <a:lnTo>
                  <a:pt x="1838365" y="193428"/>
                </a:lnTo>
                <a:close/>
                <a:lnTo>
                  <a:pt x="1843823" y="191623"/>
                </a:lnTo>
                <a:close/>
                <a:lnTo>
                  <a:pt x="1849276" y="189822"/>
                </a:lnTo>
                <a:close/>
                <a:lnTo>
                  <a:pt x="1854723" y="188025"/>
                </a:lnTo>
                <a:close/>
                <a:lnTo>
                  <a:pt x="1860165" y="186233"/>
                </a:lnTo>
                <a:close/>
                <a:lnTo>
                  <a:pt x="1865600" y="184445"/>
                </a:lnTo>
                <a:close/>
                <a:lnTo>
                  <a:pt x="1871030" y="182661"/>
                </a:lnTo>
                <a:close/>
                <a:lnTo>
                  <a:pt x="1876453" y="180881"/>
                </a:lnTo>
                <a:close/>
                <a:lnTo>
                  <a:pt x="1881870" y="179106"/>
                </a:lnTo>
                <a:close/>
                <a:lnTo>
                  <a:pt x="1887281" y="177336"/>
                </a:lnTo>
                <a:close/>
                <a:lnTo>
                  <a:pt x="1892685" y="175570"/>
                </a:lnTo>
                <a:close/>
                <a:lnTo>
                  <a:pt x="1898083" y="173809"/>
                </a:lnTo>
                <a:close/>
                <a:lnTo>
                  <a:pt x="1903473" y="172052"/>
                </a:lnTo>
                <a:close/>
                <a:lnTo>
                  <a:pt x="1908857" y="170300"/>
                </a:lnTo>
                <a:close/>
                <a:lnTo>
                  <a:pt x="1914234" y="168553"/>
                </a:lnTo>
                <a:close/>
                <a:lnTo>
                  <a:pt x="1919603" y="166811"/>
                </a:lnTo>
                <a:close/>
                <a:lnTo>
                  <a:pt x="1924965" y="165074"/>
                </a:lnTo>
                <a:close/>
                <a:lnTo>
                  <a:pt x="1930319" y="163341"/>
                </a:lnTo>
                <a:close/>
                <a:lnTo>
                  <a:pt x="1935666" y="161614"/>
                </a:lnTo>
                <a:close/>
                <a:lnTo>
                  <a:pt x="1941005" y="159892"/>
                </a:lnTo>
                <a:close/>
                <a:lnTo>
                  <a:pt x="1946336" y="158174"/>
                </a:lnTo>
                <a:close/>
                <a:lnTo>
                  <a:pt x="1951659" y="156462"/>
                </a:lnTo>
                <a:close/>
                <a:lnTo>
                  <a:pt x="1956974" y="154755"/>
                </a:lnTo>
                <a:close/>
                <a:lnTo>
                  <a:pt x="1962280" y="153054"/>
                </a:lnTo>
                <a:close/>
                <a:lnTo>
                  <a:pt x="1967578" y="151357"/>
                </a:lnTo>
                <a:close/>
                <a:lnTo>
                  <a:pt x="1972868" y="149666"/>
                </a:lnTo>
                <a:close/>
                <a:lnTo>
                  <a:pt x="1978148" y="147981"/>
                </a:lnTo>
                <a:close/>
                <a:lnTo>
                  <a:pt x="1983420" y="146301"/>
                </a:lnTo>
                <a:close/>
                <a:lnTo>
                  <a:pt x="1988683" y="144627"/>
                </a:lnTo>
                <a:close/>
                <a:lnTo>
                  <a:pt x="1993937" y="142958"/>
                </a:lnTo>
                <a:close/>
                <a:lnTo>
                  <a:pt x="1999181" y="141294"/>
                </a:lnTo>
                <a:close/>
                <a:lnTo>
                  <a:pt x="2004416" y="139637"/>
                </a:lnTo>
                <a:close/>
                <a:lnTo>
                  <a:pt x="2009641" y="137985"/>
                </a:lnTo>
                <a:close/>
                <a:lnTo>
                  <a:pt x="2014857" y="136339"/>
                </a:lnTo>
                <a:close/>
                <a:lnTo>
                  <a:pt x="2020063" y="134699"/>
                </a:lnTo>
                <a:close/>
                <a:lnTo>
                  <a:pt x="2025259" y="133065"/>
                </a:lnTo>
                <a:close/>
                <a:lnTo>
                  <a:pt x="2030444" y="131437"/>
                </a:lnTo>
                <a:close/>
                <a:lnTo>
                  <a:pt x="2035620" y="129815"/>
                </a:lnTo>
                <a:close/>
                <a:lnTo>
                  <a:pt x="2040785" y="128199"/>
                </a:lnTo>
                <a:close/>
                <a:lnTo>
                  <a:pt x="2045940" y="126589"/>
                </a:lnTo>
                <a:close/>
                <a:lnTo>
                  <a:pt x="2051084" y="124985"/>
                </a:lnTo>
                <a:close/>
                <a:lnTo>
                  <a:pt x="2056217" y="123388"/>
                </a:lnTo>
                <a:close/>
                <a:lnTo>
                  <a:pt x="2061339" y="121796"/>
                </a:lnTo>
                <a:close/>
                <a:lnTo>
                  <a:pt x="2066451" y="120212"/>
                </a:lnTo>
                <a:close/>
                <a:lnTo>
                  <a:pt x="2071551" y="118633"/>
                </a:lnTo>
                <a:close/>
                <a:lnTo>
                  <a:pt x="2076640" y="117061"/>
                </a:lnTo>
                <a:close/>
                <a:lnTo>
                  <a:pt x="2081717" y="115496"/>
                </a:lnTo>
                <a:close/>
                <a:lnTo>
                  <a:pt x="2086783" y="113937"/>
                </a:lnTo>
                <a:close/>
                <a:lnTo>
                  <a:pt x="2091837" y="112385"/>
                </a:lnTo>
                <a:close/>
                <a:lnTo>
                  <a:pt x="2096879" y="110839"/>
                </a:lnTo>
                <a:close/>
                <a:lnTo>
                  <a:pt x="2101909" y="109301"/>
                </a:lnTo>
                <a:close/>
                <a:lnTo>
                  <a:pt x="2106927" y="107769"/>
                </a:lnTo>
                <a:close/>
                <a:lnTo>
                  <a:pt x="2111932" y="106244"/>
                </a:lnTo>
                <a:close/>
                <a:lnTo>
                  <a:pt x="2116926" y="104725"/>
                </a:lnTo>
                <a:close/>
                <a:lnTo>
                  <a:pt x="2121906" y="103214"/>
                </a:lnTo>
                <a:close/>
                <a:lnTo>
                  <a:pt x="2126874" y="101710"/>
                </a:lnTo>
                <a:close/>
                <a:lnTo>
                  <a:pt x="2131830" y="100213"/>
                </a:lnTo>
                <a:close/>
                <a:lnTo>
                  <a:pt x="2136772" y="98723"/>
                </a:lnTo>
                <a:close/>
                <a:lnTo>
                  <a:pt x="2141701" y="97240"/>
                </a:lnTo>
                <a:close/>
                <a:lnTo>
                  <a:pt x="2146617" y="95764"/>
                </a:lnTo>
                <a:close/>
                <a:lnTo>
                  <a:pt x="2151519" y="94296"/>
                </a:lnTo>
                <a:close/>
                <a:lnTo>
                  <a:pt x="2156408" y="92835"/>
                </a:lnTo>
                <a:close/>
                <a:lnTo>
                  <a:pt x="2161284" y="91381"/>
                </a:lnTo>
                <a:close/>
                <a:lnTo>
                  <a:pt x="2166145" y="89935"/>
                </a:lnTo>
                <a:close/>
                <a:lnTo>
                  <a:pt x="2170993" y="88496"/>
                </a:lnTo>
                <a:close/>
                <a:lnTo>
                  <a:pt x="2175827" y="87065"/>
                </a:lnTo>
                <a:close/>
                <a:lnTo>
                  <a:pt x="2180646" y="85641"/>
                </a:lnTo>
                <a:close/>
                <a:lnTo>
                  <a:pt x="2185451" y="84225"/>
                </a:lnTo>
                <a:close/>
                <a:lnTo>
                  <a:pt x="2190242" y="82817"/>
                </a:lnTo>
                <a:close/>
                <a:lnTo>
                  <a:pt x="2195018" y="81417"/>
                </a:lnTo>
                <a:close/>
                <a:lnTo>
                  <a:pt x="2199780" y="80024"/>
                </a:lnTo>
                <a:close/>
                <a:lnTo>
                  <a:pt x="2204526" y="78640"/>
                </a:lnTo>
                <a:close/>
                <a:lnTo>
                  <a:pt x="2209258" y="77263"/>
                </a:lnTo>
                <a:close/>
                <a:lnTo>
                  <a:pt x="2213974" y="75894"/>
                </a:lnTo>
                <a:close/>
                <a:lnTo>
                  <a:pt x="2218675" y="74534"/>
                </a:lnTo>
                <a:close/>
                <a:lnTo>
                  <a:pt x="2223361" y="73181"/>
                </a:lnTo>
                <a:close/>
                <a:lnTo>
                  <a:pt x="2228031" y="71837"/>
                </a:lnTo>
                <a:close/>
                <a:lnTo>
                  <a:pt x="2232685" y="70500"/>
                </a:lnTo>
                <a:close/>
                <a:lnTo>
                  <a:pt x="2237324" y="69172"/>
                </a:lnTo>
                <a:close/>
                <a:lnTo>
                  <a:pt x="2241947" y="67853"/>
                </a:lnTo>
                <a:close/>
                <a:lnTo>
                  <a:pt x="2246553" y="66541"/>
                </a:lnTo>
                <a:close/>
                <a:lnTo>
                  <a:pt x="2251144" y="65239"/>
                </a:lnTo>
                <a:close/>
                <a:lnTo>
                  <a:pt x="2255718" y="63944"/>
                </a:lnTo>
                <a:close/>
                <a:lnTo>
                  <a:pt x="2260275" y="62658"/>
                </a:lnTo>
                <a:close/>
                <a:lnTo>
                  <a:pt x="2264816" y="61381"/>
                </a:lnTo>
                <a:close/>
                <a:lnTo>
                  <a:pt x="2269340" y="60113"/>
                </a:lnTo>
                <a:close/>
                <a:lnTo>
                  <a:pt x="2273847" y="58853"/>
                </a:lnTo>
                <a:close/>
                <a:lnTo>
                  <a:pt x="2278337" y="57602"/>
                </a:lnTo>
                <a:close/>
                <a:lnTo>
                  <a:pt x="2282810" y="56359"/>
                </a:lnTo>
                <a:close/>
                <a:lnTo>
                  <a:pt x="2287266" y="55126"/>
                </a:lnTo>
                <a:close/>
                <a:lnTo>
                  <a:pt x="2291704" y="53901"/>
                </a:lnTo>
                <a:close/>
                <a:lnTo>
                  <a:pt x="2296125" y="52686"/>
                </a:lnTo>
                <a:close/>
                <a:lnTo>
                  <a:pt x="2300528" y="51479"/>
                </a:lnTo>
                <a:close/>
                <a:lnTo>
                  <a:pt x="2304913" y="50282"/>
                </a:lnTo>
                <a:close/>
                <a:lnTo>
                  <a:pt x="2309280" y="49093"/>
                </a:lnTo>
                <a:close/>
                <a:lnTo>
                  <a:pt x="2313629" y="47914"/>
                </a:lnTo>
                <a:close/>
                <a:lnTo>
                  <a:pt x="2317959" y="46744"/>
                </a:lnTo>
                <a:close/>
                <a:lnTo>
                  <a:pt x="2322272" y="45584"/>
                </a:lnTo>
                <a:close/>
                <a:lnTo>
                  <a:pt x="2326565" y="44433"/>
                </a:lnTo>
                <a:close/>
                <a:lnTo>
                  <a:pt x="2330840" y="43291"/>
                </a:lnTo>
                <a:close/>
                <a:lnTo>
                  <a:pt x="2335096" y="42158"/>
                </a:lnTo>
                <a:close/>
                <a:lnTo>
                  <a:pt x="2339334" y="41036"/>
                </a:lnTo>
                <a:close/>
                <a:lnTo>
                  <a:pt x="2343552" y="39922"/>
                </a:lnTo>
                <a:close/>
                <a:lnTo>
                  <a:pt x="2347751" y="38819"/>
                </a:lnTo>
                <a:close/>
                <a:lnTo>
                  <a:pt x="2351930" y="37725"/>
                </a:lnTo>
                <a:close/>
                <a:lnTo>
                  <a:pt x="2356090" y="36640"/>
                </a:lnTo>
                <a:close/>
                <a:lnTo>
                  <a:pt x="2360231" y="35566"/>
                </a:lnTo>
                <a:close/>
                <a:lnTo>
                  <a:pt x="2364352" y="34501"/>
                </a:lnTo>
                <a:close/>
                <a:lnTo>
                  <a:pt x="2368452" y="33447"/>
                </a:lnTo>
                <a:close/>
                <a:lnTo>
                  <a:pt x="2372533" y="32402"/>
                </a:lnTo>
                <a:close/>
                <a:lnTo>
                  <a:pt x="2376594" y="31367"/>
                </a:lnTo>
                <a:close/>
                <a:lnTo>
                  <a:pt x="2380634" y="30343"/>
                </a:lnTo>
                <a:close/>
                <a:lnTo>
                  <a:pt x="2384654" y="29328"/>
                </a:lnTo>
                <a:close/>
                <a:lnTo>
                  <a:pt x="2388653" y="28324"/>
                </a:lnTo>
                <a:close/>
                <a:lnTo>
                  <a:pt x="2392631" y="27329"/>
                </a:lnTo>
                <a:close/>
                <a:lnTo>
                  <a:pt x="2396589" y="26345"/>
                </a:lnTo>
                <a:close/>
                <a:lnTo>
                  <a:pt x="2400526" y="25372"/>
                </a:lnTo>
                <a:close/>
                <a:lnTo>
                  <a:pt x="2404441" y="24409"/>
                </a:lnTo>
                <a:close/>
                <a:lnTo>
                  <a:pt x="2408335" y="23456"/>
                </a:lnTo>
                <a:close/>
                <a:lnTo>
                  <a:pt x="2412208" y="22514"/>
                </a:lnTo>
                <a:close/>
                <a:lnTo>
                  <a:pt x="2416060" y="21582"/>
                </a:lnTo>
                <a:close/>
                <a:lnTo>
                  <a:pt x="2419889" y="20661"/>
                </a:lnTo>
                <a:close/>
                <a:lnTo>
                  <a:pt x="2423697" y="19751"/>
                </a:lnTo>
                <a:close/>
                <a:lnTo>
                  <a:pt x="2427483" y="18851"/>
                </a:lnTo>
                <a:close/>
                <a:lnTo>
                  <a:pt x="2431247" y="17962"/>
                </a:lnTo>
                <a:close/>
                <a:lnTo>
                  <a:pt x="2434988" y="17084"/>
                </a:lnTo>
                <a:close/>
                <a:lnTo>
                  <a:pt x="2438708" y="16217"/>
                </a:lnTo>
                <a:close/>
                <a:lnTo>
                  <a:pt x="2442404" y="15360"/>
                </a:lnTo>
                <a:close/>
                <a:lnTo>
                  <a:pt x="2446079" y="14515"/>
                </a:lnTo>
                <a:close/>
                <a:lnTo>
                  <a:pt x="2449730" y="13681"/>
                </a:lnTo>
                <a:close/>
                <a:lnTo>
                  <a:pt x="2453358" y="12858"/>
                </a:lnTo>
                <a:close/>
                <a:lnTo>
                  <a:pt x="2456964" y="12046"/>
                </a:lnTo>
                <a:close/>
                <a:lnTo>
                  <a:pt x="2460546" y="11245"/>
                </a:lnTo>
                <a:close/>
                <a:lnTo>
                  <a:pt x="2464105" y="10455"/>
                </a:lnTo>
                <a:close/>
                <a:lnTo>
                  <a:pt x="2467641" y="9677"/>
                </a:lnTo>
                <a:close/>
                <a:lnTo>
                  <a:pt x="2471152" y="8910"/>
                </a:lnTo>
                <a:close/>
                <a:lnTo>
                  <a:pt x="2474641" y="8155"/>
                </a:lnTo>
                <a:close/>
                <a:lnTo>
                  <a:pt x="2478105" y="7411"/>
                </a:lnTo>
                <a:close/>
                <a:lnTo>
                  <a:pt x="2481545" y="6678"/>
                </a:lnTo>
                <a:close/>
                <a:lnTo>
                  <a:pt x="2484962" y="5957"/>
                </a:lnTo>
                <a:close/>
                <a:lnTo>
                  <a:pt x="2488354" y="5248"/>
                </a:lnTo>
                <a:close/>
                <a:lnTo>
                  <a:pt x="2491721" y="4551"/>
                </a:lnTo>
                <a:close/>
                <a:lnTo>
                  <a:pt x="2495064" y="3865"/>
                </a:lnTo>
                <a:close/>
                <a:lnTo>
                  <a:pt x="2498383" y="3191"/>
                </a:lnTo>
                <a:close/>
                <a:lnTo>
                  <a:pt x="2501676" y="2529"/>
                </a:lnTo>
                <a:close/>
                <a:lnTo>
                  <a:pt x="2504945" y="1879"/>
                </a:lnTo>
                <a:close/>
                <a:lnTo>
                  <a:pt x="2508189" y="1240"/>
                </a:lnTo>
                <a:close/>
                <a:lnTo>
                  <a:pt x="2511407" y="614"/>
                </a:lnTo>
                <a:close/>
                <a:lnTo>
                  <a:pt x="25146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1428750.0"/>
            <a:ext cx="0.0" cy="11430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311900" y="13398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81040" y="7912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68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798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