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200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7429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499616"/>
            <a:ext cx="2514600" cy="1072134"/>
          </a:xfrm>
          <a:custGeom>
            <a:avLst/>
            <a:gdLst/>
            <a:ahLst/>
            <a:cxnLst/>
            <a:rect l="l" t="t" r="r" b="b"/>
            <a:pathLst>
              <a:path w="2514600" h="1072134">
                <a:moveTo>
                  <a:pt x="0" y="1072134"/>
                </a:moveTo>
                <a:lnTo>
                  <a:pt x="5406" y="1053775"/>
                </a:lnTo>
                <a:close/>
                <a:lnTo>
                  <a:pt x="10376" y="1036875"/>
                </a:lnTo>
                <a:close/>
                <a:lnTo>
                  <a:pt x="14949" y="1021353"/>
                </a:lnTo>
                <a:close/>
                <a:lnTo>
                  <a:pt x="19163" y="1007130"/>
                </a:lnTo>
                <a:close/>
                <a:lnTo>
                  <a:pt x="23055" y="994125"/>
                </a:lnTo>
                <a:close/>
                <a:lnTo>
                  <a:pt x="26663" y="982260"/>
                </a:lnTo>
                <a:close/>
                <a:lnTo>
                  <a:pt x="30026" y="971454"/>
                </a:lnTo>
                <a:close/>
                <a:lnTo>
                  <a:pt x="33181" y="961629"/>
                </a:lnTo>
                <a:close/>
                <a:lnTo>
                  <a:pt x="36167" y="952703"/>
                </a:lnTo>
                <a:close/>
                <a:lnTo>
                  <a:pt x="39022" y="944599"/>
                </a:lnTo>
                <a:close/>
                <a:lnTo>
                  <a:pt x="41783" y="937235"/>
                </a:lnTo>
                <a:close/>
                <a:lnTo>
                  <a:pt x="44488" y="930532"/>
                </a:lnTo>
                <a:close/>
                <a:lnTo>
                  <a:pt x="47176" y="924410"/>
                </a:lnTo>
                <a:close/>
                <a:lnTo>
                  <a:pt x="49885" y="918791"/>
                </a:lnTo>
                <a:close/>
                <a:lnTo>
                  <a:pt x="52652" y="913593"/>
                </a:lnTo>
                <a:close/>
                <a:lnTo>
                  <a:pt x="55516" y="908738"/>
                </a:lnTo>
                <a:close/>
                <a:lnTo>
                  <a:pt x="58515" y="904146"/>
                </a:lnTo>
                <a:close/>
                <a:lnTo>
                  <a:pt x="61686" y="899737"/>
                </a:lnTo>
                <a:close/>
                <a:lnTo>
                  <a:pt x="65068" y="895431"/>
                </a:lnTo>
                <a:close/>
                <a:lnTo>
                  <a:pt x="68698" y="891149"/>
                </a:lnTo>
                <a:close/>
                <a:lnTo>
                  <a:pt x="72616" y="886810"/>
                </a:lnTo>
                <a:close/>
                <a:lnTo>
                  <a:pt x="76857" y="882336"/>
                </a:lnTo>
                <a:close/>
                <a:lnTo>
                  <a:pt x="81462" y="877647"/>
                </a:lnTo>
                <a:close/>
                <a:lnTo>
                  <a:pt x="86467" y="872662"/>
                </a:lnTo>
                <a:close/>
                <a:lnTo>
                  <a:pt x="91911" y="867303"/>
                </a:lnTo>
                <a:close/>
                <a:lnTo>
                  <a:pt x="97814" y="861518"/>
                </a:lnTo>
                <a:close/>
                <a:lnTo>
                  <a:pt x="104138" y="855350"/>
                </a:lnTo>
                <a:close/>
                <a:lnTo>
                  <a:pt x="110835" y="848858"/>
                </a:lnTo>
                <a:close/>
                <a:lnTo>
                  <a:pt x="117857" y="842102"/>
                </a:lnTo>
                <a:close/>
                <a:lnTo>
                  <a:pt x="125156" y="835140"/>
                </a:lnTo>
                <a:close/>
                <a:lnTo>
                  <a:pt x="132683" y="828032"/>
                </a:lnTo>
                <a:close/>
                <a:lnTo>
                  <a:pt x="140391" y="820837"/>
                </a:lnTo>
                <a:close/>
                <a:lnTo>
                  <a:pt x="148231" y="813615"/>
                </a:lnTo>
                <a:close/>
                <a:lnTo>
                  <a:pt x="156154" y="806425"/>
                </a:lnTo>
                <a:close/>
                <a:lnTo>
                  <a:pt x="164114" y="799327"/>
                </a:lnTo>
                <a:close/>
                <a:lnTo>
                  <a:pt x="172061" y="792380"/>
                </a:lnTo>
                <a:close/>
                <a:lnTo>
                  <a:pt x="179948" y="785644"/>
                </a:lnTo>
                <a:close/>
                <a:lnTo>
                  <a:pt x="187728" y="779173"/>
                </a:lnTo>
                <a:close/>
                <a:lnTo>
                  <a:pt x="195390" y="772981"/>
                </a:lnTo>
                <a:close/>
                <a:lnTo>
                  <a:pt x="202946" y="767045"/>
                </a:lnTo>
                <a:close/>
                <a:lnTo>
                  <a:pt x="210410" y="761344"/>
                </a:lnTo>
                <a:close/>
                <a:lnTo>
                  <a:pt x="217793" y="755857"/>
                </a:lnTo>
                <a:close/>
                <a:lnTo>
                  <a:pt x="225109" y="750562"/>
                </a:lnTo>
                <a:close/>
                <a:lnTo>
                  <a:pt x="232370" y="745437"/>
                </a:lnTo>
                <a:close/>
                <a:lnTo>
                  <a:pt x="239590" y="740460"/>
                </a:lnTo>
                <a:close/>
                <a:lnTo>
                  <a:pt x="246782" y="735610"/>
                </a:lnTo>
                <a:close/>
                <a:lnTo>
                  <a:pt x="253959" y="730865"/>
                </a:lnTo>
                <a:close/>
                <a:lnTo>
                  <a:pt x="261132" y="726204"/>
                </a:lnTo>
                <a:close/>
                <a:lnTo>
                  <a:pt x="268316" y="721605"/>
                </a:lnTo>
                <a:close/>
                <a:lnTo>
                  <a:pt x="275523" y="717046"/>
                </a:lnTo>
                <a:close/>
                <a:lnTo>
                  <a:pt x="282762" y="712512"/>
                </a:lnTo>
                <a:close/>
                <a:lnTo>
                  <a:pt x="290031" y="708002"/>
                </a:lnTo>
                <a:close/>
                <a:lnTo>
                  <a:pt x="297326" y="703517"/>
                </a:lnTo>
                <a:close/>
                <a:lnTo>
                  <a:pt x="304645" y="699061"/>
                </a:lnTo>
                <a:close/>
                <a:lnTo>
                  <a:pt x="311983" y="694633"/>
                </a:lnTo>
                <a:close/>
                <a:lnTo>
                  <a:pt x="319337" y="690237"/>
                </a:lnTo>
                <a:close/>
                <a:lnTo>
                  <a:pt x="326704" y="685873"/>
                </a:lnTo>
                <a:close/>
                <a:lnTo>
                  <a:pt x="334080" y="681544"/>
                </a:lnTo>
                <a:close/>
                <a:lnTo>
                  <a:pt x="341462" y="677251"/>
                </a:lnTo>
                <a:close/>
                <a:lnTo>
                  <a:pt x="348847" y="672996"/>
                </a:lnTo>
                <a:close/>
                <a:lnTo>
                  <a:pt x="356230" y="668781"/>
                </a:lnTo>
                <a:close/>
                <a:lnTo>
                  <a:pt x="363609" y="664607"/>
                </a:lnTo>
                <a:close/>
                <a:lnTo>
                  <a:pt x="370980" y="660475"/>
                </a:lnTo>
                <a:close/>
                <a:lnTo>
                  <a:pt x="378343" y="656387"/>
                </a:lnTo>
                <a:close/>
                <a:lnTo>
                  <a:pt x="385699" y="652341"/>
                </a:lnTo>
                <a:close/>
                <a:lnTo>
                  <a:pt x="393048" y="648336"/>
                </a:lnTo>
                <a:close/>
                <a:lnTo>
                  <a:pt x="400391" y="644372"/>
                </a:lnTo>
                <a:close/>
                <a:lnTo>
                  <a:pt x="407729" y="640447"/>
                </a:lnTo>
                <a:close/>
                <a:lnTo>
                  <a:pt x="415064" y="636562"/>
                </a:lnTo>
                <a:close/>
                <a:lnTo>
                  <a:pt x="422395" y="632714"/>
                </a:lnTo>
                <a:close/>
                <a:lnTo>
                  <a:pt x="429723" y="628904"/>
                </a:lnTo>
                <a:close/>
                <a:lnTo>
                  <a:pt x="437051" y="625130"/>
                </a:lnTo>
                <a:close/>
                <a:lnTo>
                  <a:pt x="444377" y="621392"/>
                </a:lnTo>
                <a:close/>
                <a:lnTo>
                  <a:pt x="451704" y="617689"/>
                </a:lnTo>
                <a:close/>
                <a:lnTo>
                  <a:pt x="459032" y="614020"/>
                </a:lnTo>
                <a:close/>
                <a:lnTo>
                  <a:pt x="466362" y="610384"/>
                </a:lnTo>
                <a:close/>
                <a:lnTo>
                  <a:pt x="473693" y="606780"/>
                </a:lnTo>
                <a:close/>
                <a:lnTo>
                  <a:pt x="481026" y="603206"/>
                </a:lnTo>
                <a:close/>
                <a:lnTo>
                  <a:pt x="488361" y="599662"/>
                </a:lnTo>
                <a:close/>
                <a:lnTo>
                  <a:pt x="495698" y="596145"/>
                </a:lnTo>
                <a:close/>
                <a:lnTo>
                  <a:pt x="503037" y="592655"/>
                </a:lnTo>
                <a:close/>
                <a:lnTo>
                  <a:pt x="510377" y="589190"/>
                </a:lnTo>
                <a:close/>
                <a:lnTo>
                  <a:pt x="517720" y="585749"/>
                </a:lnTo>
                <a:close/>
                <a:lnTo>
                  <a:pt x="525064" y="582331"/>
                </a:lnTo>
                <a:close/>
                <a:lnTo>
                  <a:pt x="532410" y="578933"/>
                </a:lnTo>
                <a:close/>
                <a:lnTo>
                  <a:pt x="539758" y="575556"/>
                </a:lnTo>
                <a:close/>
                <a:lnTo>
                  <a:pt x="547108" y="572197"/>
                </a:lnTo>
                <a:close/>
                <a:lnTo>
                  <a:pt x="554460" y="568856"/>
                </a:lnTo>
                <a:close/>
                <a:lnTo>
                  <a:pt x="561814" y="565532"/>
                </a:lnTo>
                <a:close/>
                <a:lnTo>
                  <a:pt x="569167" y="562226"/>
                </a:lnTo>
                <a:close/>
                <a:lnTo>
                  <a:pt x="576520" y="558938"/>
                </a:lnTo>
                <a:close/>
                <a:lnTo>
                  <a:pt x="583871" y="555669"/>
                </a:lnTo>
                <a:close/>
                <a:lnTo>
                  <a:pt x="591220" y="552419"/>
                </a:lnTo>
                <a:close/>
                <a:lnTo>
                  <a:pt x="598566" y="549188"/>
                </a:lnTo>
                <a:close/>
                <a:lnTo>
                  <a:pt x="605907" y="545977"/>
                </a:lnTo>
                <a:close/>
                <a:lnTo>
                  <a:pt x="613242" y="542786"/>
                </a:lnTo>
                <a:close/>
                <a:lnTo>
                  <a:pt x="620572" y="539616"/>
                </a:lnTo>
                <a:close/>
                <a:lnTo>
                  <a:pt x="627894" y="536467"/>
                </a:lnTo>
                <a:close/>
                <a:lnTo>
                  <a:pt x="635209" y="533339"/>
                </a:lnTo>
                <a:close/>
                <a:lnTo>
                  <a:pt x="642514" y="530234"/>
                </a:lnTo>
                <a:close/>
                <a:lnTo>
                  <a:pt x="649811" y="527150"/>
                </a:lnTo>
                <a:close/>
                <a:lnTo>
                  <a:pt x="657104" y="524085"/>
                </a:lnTo>
                <a:close/>
                <a:lnTo>
                  <a:pt x="664395" y="521039"/>
                </a:lnTo>
                <a:close/>
                <a:lnTo>
                  <a:pt x="671689" y="518009"/>
                </a:lnTo>
                <a:close/>
                <a:lnTo>
                  <a:pt x="678990" y="514994"/>
                </a:lnTo>
                <a:close/>
                <a:lnTo>
                  <a:pt x="686301" y="511992"/>
                </a:lnTo>
                <a:close/>
                <a:lnTo>
                  <a:pt x="693625" y="509000"/>
                </a:lnTo>
                <a:close/>
                <a:lnTo>
                  <a:pt x="700968" y="506018"/>
                </a:lnTo>
                <a:close/>
                <a:lnTo>
                  <a:pt x="708331" y="503043"/>
                </a:lnTo>
                <a:close/>
                <a:lnTo>
                  <a:pt x="715720" y="500074"/>
                </a:lnTo>
                <a:close/>
                <a:lnTo>
                  <a:pt x="723137" y="497109"/>
                </a:lnTo>
                <a:close/>
                <a:lnTo>
                  <a:pt x="730586" y="494146"/>
                </a:lnTo>
                <a:close/>
                <a:lnTo>
                  <a:pt x="738070" y="491185"/>
                </a:lnTo>
                <a:close/>
                <a:lnTo>
                  <a:pt x="745578" y="488228"/>
                </a:lnTo>
                <a:close/>
                <a:lnTo>
                  <a:pt x="753097" y="485281"/>
                </a:lnTo>
                <a:close/>
                <a:lnTo>
                  <a:pt x="760612" y="482349"/>
                </a:lnTo>
                <a:close/>
                <a:lnTo>
                  <a:pt x="768110" y="479438"/>
                </a:lnTo>
                <a:close/>
                <a:lnTo>
                  <a:pt x="775576" y="476552"/>
                </a:lnTo>
                <a:close/>
                <a:lnTo>
                  <a:pt x="782998" y="473698"/>
                </a:lnTo>
                <a:close/>
                <a:lnTo>
                  <a:pt x="790361" y="470879"/>
                </a:lnTo>
                <a:close/>
                <a:lnTo>
                  <a:pt x="797650" y="468102"/>
                </a:lnTo>
                <a:close/>
                <a:lnTo>
                  <a:pt x="804853" y="465372"/>
                </a:lnTo>
                <a:close/>
                <a:lnTo>
                  <a:pt x="811955" y="462694"/>
                </a:lnTo>
                <a:close/>
                <a:lnTo>
                  <a:pt x="818942" y="460072"/>
                </a:lnTo>
                <a:close/>
                <a:lnTo>
                  <a:pt x="825802" y="457513"/>
                </a:lnTo>
                <a:close/>
                <a:lnTo>
                  <a:pt x="832549" y="455010"/>
                </a:lnTo>
                <a:close/>
                <a:lnTo>
                  <a:pt x="839233" y="452546"/>
                </a:lnTo>
                <a:close/>
                <a:lnTo>
                  <a:pt x="845905" y="450101"/>
                </a:lnTo>
                <a:close/>
                <a:lnTo>
                  <a:pt x="852618" y="447655"/>
                </a:lnTo>
                <a:close/>
                <a:lnTo>
                  <a:pt x="859424" y="445191"/>
                </a:lnTo>
                <a:close/>
                <a:lnTo>
                  <a:pt x="866375" y="442687"/>
                </a:lnTo>
                <a:close/>
                <a:lnTo>
                  <a:pt x="873521" y="440127"/>
                </a:lnTo>
                <a:close/>
                <a:lnTo>
                  <a:pt x="880917" y="437489"/>
                </a:lnTo>
                <a:close/>
                <a:lnTo>
                  <a:pt x="888612" y="434756"/>
                </a:lnTo>
                <a:close/>
                <a:lnTo>
                  <a:pt x="896659" y="431907"/>
                </a:lnTo>
                <a:close/>
                <a:lnTo>
                  <a:pt x="905111" y="428924"/>
                </a:lnTo>
                <a:close/>
                <a:lnTo>
                  <a:pt x="914018" y="425788"/>
                </a:lnTo>
                <a:close/>
                <a:lnTo>
                  <a:pt x="923418" y="422484"/>
                </a:lnTo>
                <a:close/>
                <a:lnTo>
                  <a:pt x="933279" y="419027"/>
                </a:lnTo>
                <a:close/>
                <a:lnTo>
                  <a:pt x="943547" y="415436"/>
                </a:lnTo>
                <a:close/>
                <a:lnTo>
                  <a:pt x="954173" y="411732"/>
                </a:lnTo>
                <a:close/>
                <a:lnTo>
                  <a:pt x="965103" y="407935"/>
                </a:lnTo>
                <a:close/>
                <a:lnTo>
                  <a:pt x="976286" y="404066"/>
                </a:lnTo>
                <a:close/>
                <a:lnTo>
                  <a:pt x="987670" y="400145"/>
                </a:lnTo>
                <a:close/>
                <a:lnTo>
                  <a:pt x="999204" y="396193"/>
                </a:lnTo>
                <a:close/>
                <a:lnTo>
                  <a:pt x="1010835" y="392229"/>
                </a:lnTo>
                <a:close/>
                <a:lnTo>
                  <a:pt x="1022511" y="388274"/>
                </a:lnTo>
                <a:close/>
                <a:lnTo>
                  <a:pt x="1034181" y="384349"/>
                </a:lnTo>
                <a:close/>
                <a:lnTo>
                  <a:pt x="1045792" y="380474"/>
                </a:lnTo>
                <a:close/>
                <a:lnTo>
                  <a:pt x="1057295" y="376669"/>
                </a:lnTo>
                <a:close/>
                <a:lnTo>
                  <a:pt x="1068670" y="372940"/>
                </a:lnTo>
                <a:close/>
                <a:lnTo>
                  <a:pt x="1079930" y="369281"/>
                </a:lnTo>
                <a:close/>
                <a:lnTo>
                  <a:pt x="1091087" y="365685"/>
                </a:lnTo>
                <a:close/>
                <a:lnTo>
                  <a:pt x="1102157" y="362145"/>
                </a:lnTo>
                <a:close/>
                <a:lnTo>
                  <a:pt x="1113152" y="358653"/>
                </a:lnTo>
                <a:close/>
                <a:lnTo>
                  <a:pt x="1124086" y="355204"/>
                </a:lnTo>
                <a:close/>
                <a:lnTo>
                  <a:pt x="1134972" y="351789"/>
                </a:lnTo>
                <a:close/>
                <a:lnTo>
                  <a:pt x="1145825" y="348402"/>
                </a:lnTo>
                <a:close/>
                <a:lnTo>
                  <a:pt x="1156658" y="345035"/>
                </a:lnTo>
                <a:close/>
                <a:lnTo>
                  <a:pt x="1167484" y="341682"/>
                </a:lnTo>
                <a:close/>
                <a:lnTo>
                  <a:pt x="1178318" y="338335"/>
                </a:lnTo>
                <a:close/>
                <a:lnTo>
                  <a:pt x="1189173" y="334988"/>
                </a:lnTo>
                <a:close/>
                <a:lnTo>
                  <a:pt x="1200059" y="331635"/>
                </a:lnTo>
                <a:close/>
                <a:lnTo>
                  <a:pt x="1210976" y="328277"/>
                </a:lnTo>
                <a:close/>
                <a:lnTo>
                  <a:pt x="1221922" y="324915"/>
                </a:lnTo>
                <a:close/>
                <a:lnTo>
                  <a:pt x="1232894" y="321553"/>
                </a:lnTo>
                <a:close/>
                <a:lnTo>
                  <a:pt x="1243888" y="318193"/>
                </a:lnTo>
                <a:close/>
                <a:lnTo>
                  <a:pt x="1254903" y="314836"/>
                </a:lnTo>
                <a:close/>
                <a:lnTo>
                  <a:pt x="1265935" y="311484"/>
                </a:lnTo>
                <a:close/>
                <a:lnTo>
                  <a:pt x="1276982" y="308141"/>
                </a:lnTo>
                <a:close/>
                <a:lnTo>
                  <a:pt x="1288041" y="304807"/>
                </a:lnTo>
                <a:close/>
                <a:lnTo>
                  <a:pt x="1299109" y="301486"/>
                </a:lnTo>
                <a:close/>
                <a:lnTo>
                  <a:pt x="1310184" y="298179"/>
                </a:lnTo>
                <a:close/>
                <a:lnTo>
                  <a:pt x="1321263" y="294888"/>
                </a:lnTo>
                <a:close/>
                <a:lnTo>
                  <a:pt x="1332343" y="291616"/>
                </a:lnTo>
                <a:close/>
                <a:lnTo>
                  <a:pt x="1343422" y="288363"/>
                </a:lnTo>
                <a:close/>
                <a:lnTo>
                  <a:pt x="1354496" y="285130"/>
                </a:lnTo>
                <a:close/>
                <a:lnTo>
                  <a:pt x="1365563" y="281916"/>
                </a:lnTo>
                <a:close/>
                <a:lnTo>
                  <a:pt x="1376620" y="278720"/>
                </a:lnTo>
                <a:close/>
                <a:lnTo>
                  <a:pt x="1387665" y="275544"/>
                </a:lnTo>
                <a:close/>
                <a:lnTo>
                  <a:pt x="1398694" y="272386"/>
                </a:lnTo>
                <a:close/>
                <a:lnTo>
                  <a:pt x="1409706" y="269247"/>
                </a:lnTo>
                <a:close/>
                <a:lnTo>
                  <a:pt x="1420697" y="266126"/>
                </a:lnTo>
                <a:close/>
                <a:lnTo>
                  <a:pt x="1431664" y="263023"/>
                </a:lnTo>
                <a:close/>
                <a:lnTo>
                  <a:pt x="1442605" y="259939"/>
                </a:lnTo>
                <a:close/>
                <a:lnTo>
                  <a:pt x="1453518" y="256872"/>
                </a:lnTo>
                <a:close/>
                <a:lnTo>
                  <a:pt x="1464398" y="253823"/>
                </a:lnTo>
                <a:close/>
                <a:lnTo>
                  <a:pt x="1475248" y="250791"/>
                </a:lnTo>
                <a:close/>
                <a:lnTo>
                  <a:pt x="1486080" y="247773"/>
                </a:lnTo>
                <a:close/>
                <a:lnTo>
                  <a:pt x="1496906" y="244767"/>
                </a:lnTo>
                <a:close/>
                <a:lnTo>
                  <a:pt x="1507741" y="241769"/>
                </a:lnTo>
                <a:close/>
                <a:lnTo>
                  <a:pt x="1518599" y="238776"/>
                </a:lnTo>
                <a:close/>
                <a:lnTo>
                  <a:pt x="1529492" y="235786"/>
                </a:lnTo>
                <a:close/>
                <a:lnTo>
                  <a:pt x="1540435" y="232795"/>
                </a:lnTo>
                <a:close/>
                <a:lnTo>
                  <a:pt x="1551441" y="229801"/>
                </a:lnTo>
                <a:close/>
                <a:lnTo>
                  <a:pt x="1562525" y="226800"/>
                </a:lnTo>
                <a:close/>
                <a:lnTo>
                  <a:pt x="1573699" y="223790"/>
                </a:lnTo>
                <a:close/>
                <a:lnTo>
                  <a:pt x="1584977" y="220767"/>
                </a:lnTo>
                <a:close/>
                <a:lnTo>
                  <a:pt x="1596373" y="217729"/>
                </a:lnTo>
                <a:close/>
                <a:lnTo>
                  <a:pt x="1607897" y="214674"/>
                </a:lnTo>
                <a:close/>
                <a:lnTo>
                  <a:pt x="1619523" y="211607"/>
                </a:lnTo>
                <a:close/>
                <a:lnTo>
                  <a:pt x="1631198" y="208541"/>
                </a:lnTo>
                <a:close/>
                <a:lnTo>
                  <a:pt x="1642871" y="205487"/>
                </a:lnTo>
                <a:close/>
                <a:lnTo>
                  <a:pt x="1654490" y="202458"/>
                </a:lnTo>
                <a:close/>
                <a:lnTo>
                  <a:pt x="1666002" y="199466"/>
                </a:lnTo>
                <a:close/>
                <a:lnTo>
                  <a:pt x="1677357" y="196523"/>
                </a:lnTo>
                <a:close/>
                <a:lnTo>
                  <a:pt x="1688502" y="193641"/>
                </a:lnTo>
                <a:close/>
                <a:lnTo>
                  <a:pt x="1699385" y="190831"/>
                </a:lnTo>
                <a:close/>
                <a:lnTo>
                  <a:pt x="1709954" y="188107"/>
                </a:lnTo>
                <a:close/>
                <a:lnTo>
                  <a:pt x="1720157" y="185479"/>
                </a:lnTo>
                <a:close/>
                <a:lnTo>
                  <a:pt x="1729943" y="182960"/>
                </a:lnTo>
                <a:close/>
                <a:lnTo>
                  <a:pt x="1739260" y="180562"/>
                </a:lnTo>
                <a:close/>
                <a:lnTo>
                  <a:pt x="1748085" y="178290"/>
                </a:lnTo>
                <a:close/>
                <a:lnTo>
                  <a:pt x="1756463" y="176133"/>
                </a:lnTo>
                <a:close/>
                <a:lnTo>
                  <a:pt x="1764446" y="174079"/>
                </a:lnTo>
                <a:close/>
                <a:lnTo>
                  <a:pt x="1772085" y="172116"/>
                </a:lnTo>
                <a:close/>
                <a:lnTo>
                  <a:pt x="1779433" y="170230"/>
                </a:lnTo>
                <a:close/>
                <a:lnTo>
                  <a:pt x="1786541" y="168410"/>
                </a:lnTo>
                <a:close/>
                <a:lnTo>
                  <a:pt x="1793463" y="166642"/>
                </a:lnTo>
                <a:close/>
                <a:lnTo>
                  <a:pt x="1800250" y="164915"/>
                </a:lnTo>
                <a:close/>
                <a:lnTo>
                  <a:pt x="1806954" y="163216"/>
                </a:lnTo>
                <a:close/>
                <a:lnTo>
                  <a:pt x="1813627" y="161532"/>
                </a:lnTo>
                <a:close/>
                <a:lnTo>
                  <a:pt x="1820322" y="159851"/>
                </a:lnTo>
                <a:close/>
                <a:lnTo>
                  <a:pt x="1827090" y="158160"/>
                </a:lnTo>
                <a:close/>
                <a:lnTo>
                  <a:pt x="1833980" y="156448"/>
                </a:lnTo>
                <a:close/>
                <a:lnTo>
                  <a:pt x="1840996" y="154712"/>
                </a:lnTo>
                <a:close/>
                <a:lnTo>
                  <a:pt x="1848126" y="152956"/>
                </a:lnTo>
                <a:close/>
                <a:lnTo>
                  <a:pt x="1855354" y="151182"/>
                </a:lnTo>
                <a:close/>
                <a:lnTo>
                  <a:pt x="1862666" y="149391"/>
                </a:lnTo>
                <a:close/>
                <a:lnTo>
                  <a:pt x="1870047" y="147587"/>
                </a:lnTo>
                <a:close/>
                <a:lnTo>
                  <a:pt x="1877482" y="145773"/>
                </a:lnTo>
                <a:close/>
                <a:lnTo>
                  <a:pt x="1884956" y="143950"/>
                </a:lnTo>
                <a:close/>
                <a:lnTo>
                  <a:pt x="1892456" y="142121"/>
                </a:lnTo>
                <a:close/>
                <a:lnTo>
                  <a:pt x="1899965" y="140289"/>
                </a:lnTo>
                <a:close/>
                <a:lnTo>
                  <a:pt x="1907471" y="138457"/>
                </a:lnTo>
                <a:close/>
                <a:lnTo>
                  <a:pt x="1914957" y="136626"/>
                </a:lnTo>
                <a:close/>
                <a:lnTo>
                  <a:pt x="1922409" y="134799"/>
                </a:lnTo>
                <a:close/>
                <a:lnTo>
                  <a:pt x="1929821" y="132978"/>
                </a:lnTo>
                <a:close/>
                <a:lnTo>
                  <a:pt x="1937196" y="131163"/>
                </a:lnTo>
                <a:close/>
                <a:lnTo>
                  <a:pt x="1944543" y="129353"/>
                </a:lnTo>
                <a:close/>
                <a:lnTo>
                  <a:pt x="1951867" y="127547"/>
                </a:lnTo>
                <a:close/>
                <a:lnTo>
                  <a:pt x="1959176" y="125746"/>
                </a:lnTo>
                <a:close/>
                <a:lnTo>
                  <a:pt x="1966475" y="123949"/>
                </a:lnTo>
                <a:close/>
                <a:lnTo>
                  <a:pt x="1973771" y="122155"/>
                </a:lnTo>
                <a:close/>
                <a:lnTo>
                  <a:pt x="1981072" y="120365"/>
                </a:lnTo>
                <a:close/>
                <a:lnTo>
                  <a:pt x="1988383" y="118577"/>
                </a:lnTo>
                <a:close/>
                <a:lnTo>
                  <a:pt x="1995711" y="116791"/>
                </a:lnTo>
                <a:close/>
                <a:lnTo>
                  <a:pt x="2003064" y="115008"/>
                </a:lnTo>
                <a:close/>
                <a:lnTo>
                  <a:pt x="2010446" y="113225"/>
                </a:lnTo>
                <a:close/>
                <a:lnTo>
                  <a:pt x="2017864" y="111444"/>
                </a:lnTo>
                <a:close/>
                <a:lnTo>
                  <a:pt x="2025310" y="109666"/>
                </a:lnTo>
                <a:close/>
                <a:lnTo>
                  <a:pt x="2032773" y="107892"/>
                </a:lnTo>
                <a:close/>
                <a:lnTo>
                  <a:pt x="2040241" y="106125"/>
                </a:lnTo>
                <a:close/>
                <a:lnTo>
                  <a:pt x="2047701" y="104366"/>
                </a:lnTo>
                <a:close/>
                <a:lnTo>
                  <a:pt x="2055143" y="102618"/>
                </a:lnTo>
                <a:close/>
                <a:lnTo>
                  <a:pt x="2062555" y="100882"/>
                </a:lnTo>
                <a:close/>
                <a:lnTo>
                  <a:pt x="2069924" y="99161"/>
                </a:lnTo>
                <a:close/>
                <a:lnTo>
                  <a:pt x="2077239" y="97455"/>
                </a:lnTo>
                <a:close/>
                <a:lnTo>
                  <a:pt x="2084489" y="95768"/>
                </a:lnTo>
                <a:close/>
                <a:lnTo>
                  <a:pt x="2091661" y="94101"/>
                </a:lnTo>
                <a:close/>
                <a:lnTo>
                  <a:pt x="2098744" y="92456"/>
                </a:lnTo>
                <a:close/>
                <a:lnTo>
                  <a:pt x="2105726" y="90835"/>
                </a:lnTo>
                <a:close/>
                <a:lnTo>
                  <a:pt x="2112617" y="89236"/>
                </a:lnTo>
                <a:close/>
                <a:lnTo>
                  <a:pt x="2119456" y="87649"/>
                </a:lnTo>
                <a:close/>
                <a:lnTo>
                  <a:pt x="2126282" y="86067"/>
                </a:lnTo>
                <a:close/>
                <a:lnTo>
                  <a:pt x="2133136" y="84481"/>
                </a:lnTo>
                <a:close/>
                <a:lnTo>
                  <a:pt x="2140059" y="82881"/>
                </a:lnTo>
                <a:close/>
                <a:lnTo>
                  <a:pt x="2147090" y="81260"/>
                </a:lnTo>
                <a:close/>
                <a:lnTo>
                  <a:pt x="2154271" y="79607"/>
                </a:lnTo>
                <a:close/>
                <a:lnTo>
                  <a:pt x="2161642" y="77915"/>
                </a:lnTo>
                <a:close/>
                <a:lnTo>
                  <a:pt x="2169243" y="76174"/>
                </a:lnTo>
                <a:close/>
                <a:lnTo>
                  <a:pt x="2177115" y="74377"/>
                </a:lnTo>
                <a:close/>
                <a:lnTo>
                  <a:pt x="2185297" y="72513"/>
                </a:lnTo>
                <a:close/>
                <a:lnTo>
                  <a:pt x="2193832" y="70574"/>
                </a:lnTo>
                <a:close/>
                <a:lnTo>
                  <a:pt x="2202752" y="68553"/>
                </a:lnTo>
                <a:close/>
                <a:lnTo>
                  <a:pt x="2212059" y="66450"/>
                </a:lnTo>
                <a:close/>
                <a:lnTo>
                  <a:pt x="2221747" y="64266"/>
                </a:lnTo>
                <a:close/>
                <a:lnTo>
                  <a:pt x="2231806" y="62003"/>
                </a:lnTo>
                <a:close/>
                <a:lnTo>
                  <a:pt x="2242229" y="59665"/>
                </a:lnTo>
                <a:close/>
                <a:lnTo>
                  <a:pt x="2253008" y="57252"/>
                </a:lnTo>
                <a:close/>
                <a:lnTo>
                  <a:pt x="2264134" y="54766"/>
                </a:lnTo>
                <a:close/>
                <a:lnTo>
                  <a:pt x="2275599" y="52211"/>
                </a:lnTo>
                <a:close/>
                <a:lnTo>
                  <a:pt x="2287396" y="49587"/>
                </a:lnTo>
                <a:close/>
                <a:lnTo>
                  <a:pt x="2299516" y="46897"/>
                </a:lnTo>
                <a:close/>
                <a:lnTo>
                  <a:pt x="2311951" y="44143"/>
                </a:lnTo>
                <a:close/>
                <a:lnTo>
                  <a:pt x="2324693" y="41327"/>
                </a:lnTo>
                <a:close/>
                <a:lnTo>
                  <a:pt x="2337734" y="38451"/>
                </a:lnTo>
                <a:close/>
                <a:lnTo>
                  <a:pt x="2351066" y="35517"/>
                </a:lnTo>
                <a:close/>
                <a:lnTo>
                  <a:pt x="2364680" y="32527"/>
                </a:lnTo>
                <a:close/>
                <a:lnTo>
                  <a:pt x="2378569" y="29483"/>
                </a:lnTo>
                <a:close/>
                <a:lnTo>
                  <a:pt x="2392725" y="26387"/>
                </a:lnTo>
                <a:close/>
                <a:lnTo>
                  <a:pt x="2407140" y="23242"/>
                </a:lnTo>
                <a:close/>
                <a:lnTo>
                  <a:pt x="2421805" y="20048"/>
                </a:lnTo>
                <a:close/>
                <a:lnTo>
                  <a:pt x="2436712" y="16809"/>
                </a:lnTo>
                <a:close/>
                <a:lnTo>
                  <a:pt x="2451853" y="13527"/>
                </a:lnTo>
                <a:close/>
                <a:lnTo>
                  <a:pt x="2467221" y="10202"/>
                </a:lnTo>
                <a:close/>
                <a:lnTo>
                  <a:pt x="2482807" y="6838"/>
                </a:lnTo>
                <a:close/>
                <a:lnTo>
                  <a:pt x="2498602" y="3437"/>
                </a:lnTo>
                <a:close/>
                <a:lnTo>
                  <a:pt x="2514600" y="0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24600" y="1581150"/>
            <a:ext cx="152400" cy="152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468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