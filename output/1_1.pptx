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570744.16"/>
            <a:ext cx="21534.12000000011" cy="1005.8399999998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593534.12" y="2567680.92"/>
            <a:ext cx="21579.83999999985" cy="3063.24000000022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15113.96" y="2562606.0"/>
            <a:ext cx="21534.12000000011" cy="5074.9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36648.08" y="2555473.68"/>
            <a:ext cx="21579.83999999985" cy="7132.3199999998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658227.92" y="2546329.68"/>
            <a:ext cx="21534.12000000011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679762.04" y="2535174.0"/>
            <a:ext cx="21579.83999999985" cy="11155.68000000016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01341.88" y="2521960.92"/>
            <a:ext cx="21579.83999999985" cy="13213.0800000000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22921.72" y="2506690.44"/>
            <a:ext cx="21534.12000000011" cy="15270.4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44455.84" y="2489408.28"/>
            <a:ext cx="21579.83999999985" cy="17282.1600000001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766035.68" y="2470114.44"/>
            <a:ext cx="21534.12000000011" cy="19293.839999999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87569.8" y="2448717.48"/>
            <a:ext cx="21579.83999999985" cy="21396.9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09149.64" y="2425354.56"/>
            <a:ext cx="21579.840000000782" cy="23362.9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30729.48" y="2399934.24"/>
            <a:ext cx="21534.11999999918" cy="25420.3199999998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52263.6" y="2372502.24"/>
            <a:ext cx="21579.840000000782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873843.44" y="2343012.84"/>
            <a:ext cx="21534.11999999918" cy="29489.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895377.56" y="2311466.04"/>
            <a:ext cx="21579.840000000782" cy="31546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16957.4" y="2277953.2800000003"/>
            <a:ext cx="21534.11999999918" cy="33512.7599999997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38491.52" y="2242337.4"/>
            <a:ext cx="21579.840000000782" cy="35615.8800000003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960071.36" y="2204709.84"/>
            <a:ext cx="21579.83999999985" cy="37627.5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81651.2" y="2165116.32"/>
            <a:ext cx="21534.12000000011" cy="39593.520000000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03185.32" y="2123373.96"/>
            <a:ext cx="21579.83999999985" cy="41742.359999999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52060" y="20688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617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2617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0688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2617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114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\longleftarrow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\longrightarrow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