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94860.0" y="2459736.0"/>
            <a:ext cx="36118.799999999814" cy="66751.2000000001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630978.8" y="2396185.2"/>
            <a:ext cx="36118.799999999814" cy="63550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667097.6" y="2334920.4"/>
            <a:ext cx="36576.0" cy="61264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703673.6" y="2276856.0"/>
            <a:ext cx="36118.800000000745" cy="58064.3999999999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739792.4" y="2221077.6"/>
            <a:ext cx="36118.799999999814" cy="55778.3999999999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775911.2" y="2168499.6"/>
            <a:ext cx="36118.799999999814" cy="52578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812030.0" y="2118664.8"/>
            <a:ext cx="36118.799999999814" cy="49834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48148.8" y="2071573.2"/>
            <a:ext cx="36118.799999999814" cy="47091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884267.6" y="2027224.7999999998"/>
            <a:ext cx="36576.0" cy="44348.400000000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920843.6" y="1985619.6"/>
            <a:ext cx="36118.800000000745" cy="41605.1999999997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956962.4" y="1947214.7999999998"/>
            <a:ext cx="36118.799999999814" cy="38404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93081.2" y="1910638.8"/>
            <a:ext cx="36118.799999999814" cy="36575.9999999997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29200.0" y="1877263.2000000002"/>
            <a:ext cx="36118.799999999814" cy="33375.5999999998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065318.8" y="1846630.7999999998"/>
            <a:ext cx="36118.799999999814" cy="30632.40000000037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01437.6" y="1818284.4"/>
            <a:ext cx="36576.0" cy="28346.39999999990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138013.6" y="1793138.4"/>
            <a:ext cx="36118.800000000745" cy="2514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74132.4" y="1770735.6"/>
            <a:ext cx="36118.799999999814" cy="22402.79999999981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10251.2" y="1751076.0"/>
            <a:ext cx="36118.799999999814" cy="19659.60000000009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246370.0" y="1734616.8"/>
            <a:ext cx="36118.799999999814" cy="16459.19999999995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282488.8" y="1720443.6"/>
            <a:ext cx="36118.799999999814" cy="14173.19999999995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318607.6" y="1709470.8"/>
            <a:ext cx="36576.0" cy="10972.80000000004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355183.6" y="1700784.0"/>
            <a:ext cx="36118.800000000745" cy="8686.80000000004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91302.4" y="1695297.6"/>
            <a:ext cx="36118.799999999814" cy="5486.39999999990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427421.2" y="1692097.2000000002"/>
            <a:ext cx="36118.799999999814" cy="3200.39999999990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448300" y="1619250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15201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$y=f(x)$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16573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$L$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6631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$a$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61747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$O$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