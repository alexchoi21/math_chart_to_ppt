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48031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17720.0" y="2420874.0"/>
            <a:ext cx="4572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63440.0" y="2370582.0"/>
            <a:ext cx="45720.0" cy="5029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709160.0" y="2329434.0"/>
            <a:ext cx="4572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54880.0" y="2288286.0"/>
            <a:ext cx="4572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00600.0" y="2251710.0"/>
            <a:ext cx="45720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846320.0" y="2219706.0"/>
            <a:ext cx="45720.0" cy="3200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92040.0" y="2187702.0"/>
            <a:ext cx="45720.0" cy="3200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937760.0" y="2155698.0"/>
            <a:ext cx="45720.0" cy="3200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983480.0" y="2128266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029200.0" y="2100834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074920.0" y="2073402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20640.0" y="2045970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66360.0" y="202311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212080.0" y="1995678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257800.0" y="1972818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03520.0" y="1949958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349240.0" y="1927098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394960.0" y="1904238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440680.0" y="1895094.0"/>
            <a:ext cx="2286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463540.0" y="1876806.0"/>
            <a:ext cx="45720.0" cy="1828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509260.0" y="1867662.0"/>
            <a:ext cx="2286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532120.0" y="1858518.0"/>
            <a:ext cx="4572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577840.0" y="1849374.0"/>
            <a:ext cx="4572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623560.0" y="1840230.0"/>
            <a:ext cx="4572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448300" y="18478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342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3420" y="17030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3420" y="18859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17945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