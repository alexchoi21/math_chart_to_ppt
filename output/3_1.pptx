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3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2286000.0" y="2571750.0"/>
            <a:ext cx="4572000.0" cy="0.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 flipV="1">
            <a:off x="4572000.0" y="285750.0"/>
            <a:ext cx="0.0" cy="4572000.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V="1">
            <a:off x="4572000.0" y="2365552.8"/>
            <a:ext cx="23317.200000000186" cy="206197.2000000002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V="1">
            <a:off x="4595317.2" y="2278227.6"/>
            <a:ext cx="23774.39999999944" cy="87325.19999999972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4619091.6" y="2212848.0"/>
            <a:ext cx="23317.200000000186" cy="65379.60000000009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4642408.8" y="2160727.2"/>
            <a:ext cx="23317.200000000186" cy="52120.799999999814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4665726.0" y="2114550.0"/>
            <a:ext cx="23317.200000000186" cy="46177.200000000186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4689043.2" y="2067458.4"/>
            <a:ext cx="23774.39999999944" cy="47091.60000000009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4712817.6" y="2024024.4"/>
            <a:ext cx="23317.200000000186" cy="43434.0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36134.8" y="1984705.2"/>
            <a:ext cx="23317.200000000186" cy="39319.19999999995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4759452.0" y="1948586.4"/>
            <a:ext cx="23774.400000000373" cy="36118.80000000005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4783226.4" y="1914296.4"/>
            <a:ext cx="23317.199999999255" cy="34290.0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4806543.6" y="1881835.2000000002"/>
            <a:ext cx="23317.200000000186" cy="32461.19999999972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4829860.8" y="1850745.6"/>
            <a:ext cx="23317.200000000186" cy="31089.600000000093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4853178.0" y="1820570.4"/>
            <a:ext cx="23774.400000000373" cy="30175.200000000186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4876952.4" y="1791766.8"/>
            <a:ext cx="23317.199999999255" cy="28803.59999999986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4900269.6" y="1764792.0"/>
            <a:ext cx="23317.200000000186" cy="26974.800000000047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4923586.8" y="1738274.4"/>
            <a:ext cx="23774.400000000373" cy="26517.600000000093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4947361.2" y="1713128.4"/>
            <a:ext cx="23317.200000000186" cy="25146.0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4970678.4" y="1688439.6"/>
            <a:ext cx="23317.199999999255" cy="24688.799999999814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4993995.6" y="1664665.2"/>
            <a:ext cx="23317.200000000186" cy="23774.40000000014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5017312.8" y="1645462.8"/>
            <a:ext cx="23774.400000000373" cy="19202.399999999907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5041087.2" y="1623060.0"/>
            <a:ext cx="23317.200000000186" cy="22402.800000000047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5064404.4" y="1600657.2"/>
            <a:ext cx="23317.199999999255" cy="22402.800000000047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5087721.6" y="1578711.6"/>
            <a:ext cx="23317.200000000186" cy="21945.59999999986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5111038.8" y="1557223.2000000002"/>
            <a:ext cx="23774.400000000373" cy="21488.399999999907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5134813.2" y="1536649.2000000002"/>
            <a:ext cx="23317.200000000186" cy="20574.0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5158130.4" y="1516075.2"/>
            <a:ext cx="23317.199999999255" cy="20574.000000000233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5181447.6" y="1495958.4"/>
            <a:ext cx="23774.400000000373" cy="20116.800000000047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5205222.0" y="1476298.8"/>
            <a:ext cx="23317.200000000186" cy="19659.59999999986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5228539.2" y="1452067.2000000002"/>
            <a:ext cx="29260.799999999814" cy="24231.59999999986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4991100" y="1619250"/>
            <a:ext cx="76200" cy="76200"/>
          </a:xfrm>
          <a:prstGeom prst="ellipse">
            <a:avLst/>
          </a:prstGeom>
          <a:noFill/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74920" y="1520190"/>
            <a:ext cx="635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  <a:latin typeface="Inter"/>
              </a:defRPr>
            </a:pPr>
            <a:r>
              <a:t>y=f(x)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