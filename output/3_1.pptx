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418588.0"/>
            <a:ext cx="22860.0" cy="15316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594860.0" y="2355037.2"/>
            <a:ext cx="22860.0" cy="6355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17720.0" y="2306116.8"/>
            <a:ext cx="22860.0" cy="48920.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40580.0" y="2264968.8"/>
            <a:ext cx="2286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663440.0" y="2228850.0"/>
            <a:ext cx="22860.0" cy="36118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686300.0" y="2195931.6"/>
            <a:ext cx="22860.0" cy="3291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09160.0" y="2165299.2"/>
            <a:ext cx="22860.0" cy="3063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32020.0" y="2137867.2"/>
            <a:ext cx="2286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54880.0" y="2111806.8"/>
            <a:ext cx="22860.0" cy="26060.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777740.0" y="2086660.8"/>
            <a:ext cx="22860.0" cy="25145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00600.0" y="2062429.2"/>
            <a:ext cx="22860.0" cy="2423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23460.0" y="2040483.6"/>
            <a:ext cx="22860.0" cy="21945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46320.0" y="2019909.6"/>
            <a:ext cx="22860.0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69180.0" y="2000250.0"/>
            <a:ext cx="22860.0" cy="1965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92040.0" y="1977847.2000000002"/>
            <a:ext cx="22860.0" cy="22402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914900.0" y="1958187.6"/>
            <a:ext cx="22860.0" cy="1965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37760.0" y="1938528.0"/>
            <a:ext cx="22860.0" cy="1965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60620.0" y="1921154.4"/>
            <a:ext cx="22860.0" cy="1737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983480.0" y="1903780.7999999998"/>
            <a:ext cx="22860.0" cy="1737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006340.0" y="1889607.6"/>
            <a:ext cx="18288.0" cy="14173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991100" y="18478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