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0.0" y="2571750.0"/>
            <a:ext cx="54864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-1543050.0"/>
            <a:ext cx="0.0" cy="50292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4085333" y="-700288"/>
            <a:ext cx="4144454" cy="3586705"/>
          </a:xfrm>
          <a:custGeom>
            <a:avLst/>
            <a:gdLst/>
            <a:ahLst/>
            <a:cxnLst/>
            <a:rect l="l" t="t" r="r" b="b"/>
            <a:pathLst>
              <a:path w="4144454" h="3586705">
                <a:moveTo>
                  <a:pt x="258067" y="3406912"/>
                </a:moveTo>
                <a:lnTo>
                  <a:pt x="248871" y="3413051"/>
                </a:lnTo>
                <a:close/>
                <a:lnTo>
                  <a:pt x="239855" y="3419076"/>
                </a:lnTo>
                <a:close/>
                <a:lnTo>
                  <a:pt x="231019" y="3424988"/>
                </a:lnTo>
                <a:close/>
                <a:lnTo>
                  <a:pt x="222361" y="3430785"/>
                </a:lnTo>
                <a:close/>
                <a:lnTo>
                  <a:pt x="213881" y="3436470"/>
                </a:lnTo>
                <a:close/>
                <a:lnTo>
                  <a:pt x="205579" y="3442042"/>
                </a:lnTo>
                <a:close/>
                <a:lnTo>
                  <a:pt x="197453" y="3447502"/>
                </a:lnTo>
                <a:close/>
                <a:lnTo>
                  <a:pt x="189503" y="3452850"/>
                </a:lnTo>
                <a:close/>
                <a:lnTo>
                  <a:pt x="181728" y="3458087"/>
                </a:lnTo>
                <a:close/>
                <a:lnTo>
                  <a:pt x="174127" y="3463213"/>
                </a:lnTo>
                <a:close/>
                <a:lnTo>
                  <a:pt x="166700" y="3468228"/>
                </a:lnTo>
                <a:close/>
                <a:lnTo>
                  <a:pt x="159446" y="3473133"/>
                </a:lnTo>
                <a:close/>
                <a:lnTo>
                  <a:pt x="152364" y="3477928"/>
                </a:lnTo>
                <a:close/>
                <a:lnTo>
                  <a:pt x="145454" y="3482613"/>
                </a:lnTo>
                <a:close/>
                <a:lnTo>
                  <a:pt x="138714" y="3487190"/>
                </a:lnTo>
                <a:close/>
                <a:lnTo>
                  <a:pt x="132144" y="3491657"/>
                </a:lnTo>
                <a:close/>
                <a:lnTo>
                  <a:pt x="125744" y="3496017"/>
                </a:lnTo>
                <a:close/>
                <a:lnTo>
                  <a:pt x="119512" y="3500269"/>
                </a:lnTo>
                <a:close/>
                <a:lnTo>
                  <a:pt x="113448" y="3504413"/>
                </a:lnTo>
                <a:close/>
                <a:lnTo>
                  <a:pt x="107550" y="3508450"/>
                </a:lnTo>
                <a:close/>
                <a:lnTo>
                  <a:pt x="101819" y="3512381"/>
                </a:lnTo>
                <a:close/>
                <a:lnTo>
                  <a:pt x="96254" y="3516205"/>
                </a:lnTo>
                <a:close/>
                <a:lnTo>
                  <a:pt x="90853" y="3519923"/>
                </a:lnTo>
                <a:close/>
                <a:lnTo>
                  <a:pt x="85617" y="3523536"/>
                </a:lnTo>
                <a:close/>
                <a:lnTo>
                  <a:pt x="80544" y="3527044"/>
                </a:lnTo>
                <a:close/>
                <a:lnTo>
                  <a:pt x="75634" y="3530447"/>
                </a:lnTo>
                <a:close/>
                <a:lnTo>
                  <a:pt x="70885" y="3533746"/>
                </a:lnTo>
                <a:close/>
                <a:lnTo>
                  <a:pt x="66298" y="3536941"/>
                </a:lnTo>
                <a:close/>
                <a:lnTo>
                  <a:pt x="61871" y="3540033"/>
                </a:lnTo>
                <a:close/>
                <a:lnTo>
                  <a:pt x="57604" y="3543021"/>
                </a:lnTo>
                <a:close/>
                <a:lnTo>
                  <a:pt x="53496" y="3545907"/>
                </a:lnTo>
                <a:close/>
                <a:lnTo>
                  <a:pt x="49546" y="3548690"/>
                </a:lnTo>
                <a:close/>
                <a:lnTo>
                  <a:pt x="45753" y="3551372"/>
                </a:lnTo>
                <a:close/>
                <a:lnTo>
                  <a:pt x="42118" y="3553952"/>
                </a:lnTo>
                <a:close/>
                <a:lnTo>
                  <a:pt x="38638" y="3556431"/>
                </a:lnTo>
                <a:close/>
                <a:lnTo>
                  <a:pt x="35314" y="3558809"/>
                </a:lnTo>
                <a:close/>
                <a:lnTo>
                  <a:pt x="32145" y="3561087"/>
                </a:lnTo>
                <a:close/>
                <a:lnTo>
                  <a:pt x="29129" y="3563265"/>
                </a:lnTo>
                <a:close/>
                <a:lnTo>
                  <a:pt x="26266" y="3565343"/>
                </a:lnTo>
                <a:close/>
                <a:lnTo>
                  <a:pt x="23556" y="3567323"/>
                </a:lnTo>
                <a:close/>
                <a:lnTo>
                  <a:pt x="20998" y="3569203"/>
                </a:lnTo>
                <a:close/>
                <a:lnTo>
                  <a:pt x="18590" y="3570985"/>
                </a:lnTo>
                <a:close/>
                <a:lnTo>
                  <a:pt x="16333" y="3572670"/>
                </a:lnTo>
                <a:close/>
                <a:lnTo>
                  <a:pt x="14225" y="3574257"/>
                </a:lnTo>
                <a:close/>
                <a:lnTo>
                  <a:pt x="12266" y="3575746"/>
                </a:lnTo>
                <a:close/>
                <a:lnTo>
                  <a:pt x="10455" y="3577139"/>
                </a:lnTo>
                <a:close/>
                <a:lnTo>
                  <a:pt x="8791" y="3578436"/>
                </a:lnTo>
                <a:close/>
                <a:lnTo>
                  <a:pt x="7274" y="3579637"/>
                </a:lnTo>
                <a:close/>
                <a:lnTo>
                  <a:pt x="5902" y="3580742"/>
                </a:lnTo>
                <a:close/>
                <a:lnTo>
                  <a:pt x="4676" y="3581752"/>
                </a:lnTo>
                <a:close/>
                <a:lnTo>
                  <a:pt x="3594" y="3582667"/>
                </a:lnTo>
                <a:close/>
                <a:lnTo>
                  <a:pt x="2655" y="3583488"/>
                </a:lnTo>
                <a:close/>
                <a:lnTo>
                  <a:pt x="1860" y="3584215"/>
                </a:lnTo>
                <a:close/>
                <a:lnTo>
                  <a:pt x="1207" y="3584848"/>
                </a:lnTo>
                <a:close/>
                <a:lnTo>
                  <a:pt x="695" y="3585388"/>
                </a:lnTo>
                <a:close/>
                <a:lnTo>
                  <a:pt x="323" y="3585835"/>
                </a:lnTo>
                <a:close/>
                <a:lnTo>
                  <a:pt x="92" y="3586190"/>
                </a:lnTo>
                <a:close/>
                <a:lnTo>
                  <a:pt x="0" y="3586454"/>
                </a:lnTo>
                <a:close/>
                <a:lnTo>
                  <a:pt x="47" y="3586625"/>
                </a:lnTo>
                <a:close/>
                <a:lnTo>
                  <a:pt x="231" y="3586705"/>
                </a:lnTo>
                <a:close/>
                <a:lnTo>
                  <a:pt x="552" y="3586695"/>
                </a:lnTo>
                <a:close/>
                <a:lnTo>
                  <a:pt x="1010" y="3586594"/>
                </a:lnTo>
                <a:close/>
                <a:lnTo>
                  <a:pt x="1603" y="3586403"/>
                </a:lnTo>
                <a:close/>
                <a:lnTo>
                  <a:pt x="2331" y="3586123"/>
                </a:lnTo>
                <a:close/>
                <a:lnTo>
                  <a:pt x="3193" y="3585753"/>
                </a:lnTo>
                <a:close/>
                <a:lnTo>
                  <a:pt x="4188" y="3585294"/>
                </a:lnTo>
                <a:close/>
                <a:lnTo>
                  <a:pt x="5316" y="3584748"/>
                </a:lnTo>
                <a:close/>
                <a:lnTo>
                  <a:pt x="6576" y="3584113"/>
                </a:lnTo>
                <a:close/>
                <a:lnTo>
                  <a:pt x="7968" y="3583390"/>
                </a:lnTo>
                <a:close/>
                <a:lnTo>
                  <a:pt x="9489" y="3582581"/>
                </a:lnTo>
                <a:close/>
                <a:lnTo>
                  <a:pt x="11141" y="3581684"/>
                </a:lnTo>
                <a:close/>
                <a:lnTo>
                  <a:pt x="12921" y="3580701"/>
                </a:lnTo>
                <a:close/>
                <a:lnTo>
                  <a:pt x="14830" y="3579632"/>
                </a:lnTo>
                <a:close/>
                <a:lnTo>
                  <a:pt x="16866" y="3578478"/>
                </a:lnTo>
                <a:close/>
                <a:lnTo>
                  <a:pt x="19029" y="3577238"/>
                </a:lnTo>
                <a:close/>
                <a:lnTo>
                  <a:pt x="21318" y="3575913"/>
                </a:lnTo>
                <a:close/>
                <a:lnTo>
                  <a:pt x="23732" y="3574504"/>
                </a:lnTo>
                <a:close/>
                <a:lnTo>
                  <a:pt x="26271" y="3573011"/>
                </a:lnTo>
                <a:close/>
                <a:lnTo>
                  <a:pt x="28934" y="3571435"/>
                </a:lnTo>
                <a:close/>
                <a:lnTo>
                  <a:pt x="31719" y="3569775"/>
                </a:lnTo>
                <a:close/>
                <a:lnTo>
                  <a:pt x="34628" y="3568032"/>
                </a:lnTo>
                <a:close/>
                <a:lnTo>
                  <a:pt x="37658" y="3566207"/>
                </a:lnTo>
                <a:close/>
                <a:lnTo>
                  <a:pt x="40809" y="3564299"/>
                </a:lnTo>
                <a:close/>
                <a:lnTo>
                  <a:pt x="44080" y="3562310"/>
                </a:lnTo>
                <a:close/>
                <a:lnTo>
                  <a:pt x="47470" y="3560240"/>
                </a:lnTo>
                <a:close/>
                <a:lnTo>
                  <a:pt x="50980" y="3558089"/>
                </a:lnTo>
                <a:close/>
                <a:lnTo>
                  <a:pt x="54607" y="3555858"/>
                </a:lnTo>
                <a:close/>
                <a:lnTo>
                  <a:pt x="58352" y="3553546"/>
                </a:lnTo>
                <a:close/>
                <a:lnTo>
                  <a:pt x="62213" y="3551155"/>
                </a:lnTo>
                <a:close/>
                <a:lnTo>
                  <a:pt x="66190" y="3548684"/>
                </a:lnTo>
                <a:close/>
                <a:lnTo>
                  <a:pt x="70282" y="3546135"/>
                </a:lnTo>
                <a:close/>
                <a:lnTo>
                  <a:pt x="74488" y="3543507"/>
                </a:lnTo>
                <a:close/>
                <a:lnTo>
                  <a:pt x="78808" y="3540801"/>
                </a:lnTo>
                <a:close/>
                <a:lnTo>
                  <a:pt x="83241" y="3538018"/>
                </a:lnTo>
                <a:close/>
                <a:lnTo>
                  <a:pt x="87786" y="3535157"/>
                </a:lnTo>
                <a:close/>
                <a:lnTo>
                  <a:pt x="92443" y="3532219"/>
                </a:lnTo>
                <a:close/>
                <a:lnTo>
                  <a:pt x="97210" y="3529205"/>
                </a:lnTo>
                <a:close/>
                <a:lnTo>
                  <a:pt x="102087" y="3526114"/>
                </a:lnTo>
                <a:close/>
                <a:lnTo>
                  <a:pt x="107073" y="3522948"/>
                </a:lnTo>
                <a:close/>
                <a:lnTo>
                  <a:pt x="112168" y="3519707"/>
                </a:lnTo>
                <a:close/>
                <a:lnTo>
                  <a:pt x="117371" y="3516391"/>
                </a:lnTo>
                <a:close/>
                <a:lnTo>
                  <a:pt x="122680" y="3513000"/>
                </a:lnTo>
                <a:close/>
                <a:lnTo>
                  <a:pt x="128096" y="3509535"/>
                </a:lnTo>
                <a:close/>
                <a:lnTo>
                  <a:pt x="133618" y="3505997"/>
                </a:lnTo>
                <a:close/>
                <a:lnTo>
                  <a:pt x="139244" y="3502385"/>
                </a:lnTo>
                <a:close/>
                <a:lnTo>
                  <a:pt x="144975" y="3498700"/>
                </a:lnTo>
                <a:close/>
                <a:lnTo>
                  <a:pt x="150808" y="3494943"/>
                </a:lnTo>
                <a:close/>
                <a:lnTo>
                  <a:pt x="156745" y="3491113"/>
                </a:lnTo>
                <a:close/>
                <a:lnTo>
                  <a:pt x="162783" y="3487212"/>
                </a:lnTo>
                <a:close/>
                <a:lnTo>
                  <a:pt x="168923" y="3483239"/>
                </a:lnTo>
                <a:close/>
                <a:lnTo>
                  <a:pt x="175163" y="3479196"/>
                </a:lnTo>
                <a:close/>
                <a:lnTo>
                  <a:pt x="181503" y="3475082"/>
                </a:lnTo>
                <a:close/>
                <a:lnTo>
                  <a:pt x="187941" y="3470898"/>
                </a:lnTo>
                <a:close/>
                <a:lnTo>
                  <a:pt x="194478" y="3466644"/>
                </a:lnTo>
                <a:close/>
                <a:lnTo>
                  <a:pt x="201113" y="3462321"/>
                </a:lnTo>
                <a:close/>
                <a:lnTo>
                  <a:pt x="207844" y="3457929"/>
                </a:lnTo>
                <a:close/>
                <a:lnTo>
                  <a:pt x="214671" y="3453468"/>
                </a:lnTo>
                <a:close/>
                <a:lnTo>
                  <a:pt x="221594" y="3448939"/>
                </a:lnTo>
                <a:close/>
                <a:lnTo>
                  <a:pt x="228611" y="3444343"/>
                </a:lnTo>
                <a:close/>
                <a:lnTo>
                  <a:pt x="235722" y="3439679"/>
                </a:lnTo>
                <a:close/>
                <a:lnTo>
                  <a:pt x="242927" y="3434948"/>
                </a:lnTo>
                <a:close/>
                <a:lnTo>
                  <a:pt x="250223" y="3430150"/>
                </a:lnTo>
                <a:close/>
                <a:lnTo>
                  <a:pt x="257611" y="3425287"/>
                </a:lnTo>
                <a:close/>
                <a:lnTo>
                  <a:pt x="265091" y="3420357"/>
                </a:lnTo>
                <a:close/>
                <a:lnTo>
                  <a:pt x="272660" y="3415362"/>
                </a:lnTo>
                <a:close/>
                <a:lnTo>
                  <a:pt x="280319" y="3410303"/>
                </a:lnTo>
                <a:close/>
                <a:lnTo>
                  <a:pt x="288067" y="3405178"/>
                </a:lnTo>
                <a:close/>
                <a:lnTo>
                  <a:pt x="295902" y="3399990"/>
                </a:lnTo>
                <a:close/>
                <a:lnTo>
                  <a:pt x="303825" y="3394737"/>
                </a:lnTo>
                <a:close/>
                <a:lnTo>
                  <a:pt x="311835" y="3389422"/>
                </a:lnTo>
                <a:close/>
                <a:lnTo>
                  <a:pt x="319930" y="3384043"/>
                </a:lnTo>
                <a:close/>
                <a:lnTo>
                  <a:pt x="328110" y="3378602"/>
                </a:lnTo>
                <a:close/>
                <a:lnTo>
                  <a:pt x="336375" y="3373098"/>
                </a:lnTo>
                <a:close/>
                <a:lnTo>
                  <a:pt x="344723" y="3367533"/>
                </a:lnTo>
                <a:close/>
                <a:lnTo>
                  <a:pt x="353154" y="3361906"/>
                </a:lnTo>
                <a:close/>
                <a:lnTo>
                  <a:pt x="361668" y="3356219"/>
                </a:lnTo>
                <a:close/>
                <a:lnTo>
                  <a:pt x="370262" y="3350470"/>
                </a:lnTo>
                <a:close/>
                <a:lnTo>
                  <a:pt x="378938" y="3344662"/>
                </a:lnTo>
                <a:close/>
                <a:lnTo>
                  <a:pt x="387693" y="3338794"/>
                </a:lnTo>
                <a:close/>
                <a:lnTo>
                  <a:pt x="396528" y="3332866"/>
                </a:lnTo>
                <a:close/>
                <a:lnTo>
                  <a:pt x="405441" y="3326879"/>
                </a:lnTo>
                <a:close/>
                <a:lnTo>
                  <a:pt x="414432" y="3320834"/>
                </a:lnTo>
                <a:close/>
                <a:lnTo>
                  <a:pt x="423500" y="3314730"/>
                </a:lnTo>
                <a:close/>
                <a:lnTo>
                  <a:pt x="432644" y="3308569"/>
                </a:lnTo>
                <a:close/>
                <a:lnTo>
                  <a:pt x="441864" y="3302350"/>
                </a:lnTo>
                <a:close/>
                <a:lnTo>
                  <a:pt x="451158" y="3296074"/>
                </a:lnTo>
                <a:close/>
                <a:lnTo>
                  <a:pt x="460527" y="3289741"/>
                </a:lnTo>
                <a:close/>
                <a:lnTo>
                  <a:pt x="469969" y="3283353"/>
                </a:lnTo>
                <a:close/>
                <a:lnTo>
                  <a:pt x="479484" y="3276908"/>
                </a:lnTo>
                <a:close/>
                <a:lnTo>
                  <a:pt x="489070" y="3270408"/>
                </a:lnTo>
                <a:close/>
                <a:lnTo>
                  <a:pt x="498728" y="3263853"/>
                </a:lnTo>
                <a:close/>
                <a:lnTo>
                  <a:pt x="508456" y="3257243"/>
                </a:lnTo>
                <a:close/>
                <a:lnTo>
                  <a:pt x="518254" y="3250579"/>
                </a:lnTo>
                <a:close/>
                <a:lnTo>
                  <a:pt x="528121" y="3243861"/>
                </a:lnTo>
                <a:close/>
                <a:lnTo>
                  <a:pt x="538056" y="3237090"/>
                </a:lnTo>
                <a:close/>
                <a:lnTo>
                  <a:pt x="548059" y="3230265"/>
                </a:lnTo>
                <a:close/>
                <a:lnTo>
                  <a:pt x="558129" y="3223388"/>
                </a:lnTo>
                <a:close/>
                <a:lnTo>
                  <a:pt x="568264" y="3216459"/>
                </a:lnTo>
                <a:close/>
                <a:lnTo>
                  <a:pt x="578465" y="3209478"/>
                </a:lnTo>
                <a:close/>
                <a:lnTo>
                  <a:pt x="588730" y="3202445"/>
                </a:lnTo>
                <a:close/>
                <a:lnTo>
                  <a:pt x="599060" y="3195361"/>
                </a:lnTo>
                <a:close/>
                <a:lnTo>
                  <a:pt x="609452" y="3188227"/>
                </a:lnTo>
                <a:close/>
                <a:lnTo>
                  <a:pt x="619907" y="3181042"/>
                </a:lnTo>
                <a:close/>
                <a:lnTo>
                  <a:pt x="630423" y="3173807"/>
                </a:lnTo>
                <a:close/>
                <a:lnTo>
                  <a:pt x="641001" y="3166523"/>
                </a:lnTo>
                <a:close/>
                <a:lnTo>
                  <a:pt x="651638" y="3159190"/>
                </a:lnTo>
                <a:close/>
                <a:lnTo>
                  <a:pt x="662335" y="3151808"/>
                </a:lnTo>
                <a:close/>
                <a:lnTo>
                  <a:pt x="673091" y="3144378"/>
                </a:lnTo>
                <a:close/>
                <a:lnTo>
                  <a:pt x="683905" y="3136899"/>
                </a:lnTo>
                <a:close/>
                <a:lnTo>
                  <a:pt x="694776" y="3129374"/>
                </a:lnTo>
                <a:close/>
                <a:lnTo>
                  <a:pt x="705704" y="3121801"/>
                </a:lnTo>
                <a:close/>
                <a:lnTo>
                  <a:pt x="716687" y="3114182"/>
                </a:lnTo>
                <a:close/>
                <a:lnTo>
                  <a:pt x="727726" y="3106516"/>
                </a:lnTo>
                <a:close/>
                <a:lnTo>
                  <a:pt x="738818" y="3098804"/>
                </a:lnTo>
                <a:close/>
                <a:lnTo>
                  <a:pt x="749965" y="3091047"/>
                </a:lnTo>
                <a:close/>
                <a:lnTo>
                  <a:pt x="761164" y="3083245"/>
                </a:lnTo>
                <a:close/>
                <a:lnTo>
                  <a:pt x="772416" y="3075398"/>
                </a:lnTo>
                <a:close/>
                <a:lnTo>
                  <a:pt x="783719" y="3067506"/>
                </a:lnTo>
                <a:close/>
                <a:lnTo>
                  <a:pt x="795072" y="3059571"/>
                </a:lnTo>
                <a:close/>
                <a:lnTo>
                  <a:pt x="806476" y="3051592"/>
                </a:lnTo>
                <a:close/>
                <a:lnTo>
                  <a:pt x="817928" y="3043570"/>
                </a:lnTo>
                <a:close/>
                <a:lnTo>
                  <a:pt x="829430" y="3035505"/>
                </a:lnTo>
                <a:close/>
                <a:lnTo>
                  <a:pt x="840979" y="3027398"/>
                </a:lnTo>
                <a:close/>
                <a:lnTo>
                  <a:pt x="852575" y="3019249"/>
                </a:lnTo>
                <a:close/>
                <a:lnTo>
                  <a:pt x="864217" y="3011059"/>
                </a:lnTo>
                <a:close/>
                <a:lnTo>
                  <a:pt x="875905" y="3002827"/>
                </a:lnTo>
                <a:close/>
                <a:lnTo>
                  <a:pt x="887638" y="2994554"/>
                </a:lnTo>
                <a:close/>
                <a:lnTo>
                  <a:pt x="899414" y="2986241"/>
                </a:lnTo>
                <a:close/>
                <a:lnTo>
                  <a:pt x="911235" y="2977889"/>
                </a:lnTo>
                <a:close/>
                <a:lnTo>
                  <a:pt x="923097" y="2969496"/>
                </a:lnTo>
                <a:close/>
                <a:lnTo>
                  <a:pt x="935002" y="2961065"/>
                </a:lnTo>
                <a:close/>
                <a:lnTo>
                  <a:pt x="946948" y="2952594"/>
                </a:lnTo>
                <a:close/>
                <a:lnTo>
                  <a:pt x="958934" y="2944086"/>
                </a:lnTo>
                <a:close/>
                <a:lnTo>
                  <a:pt x="970960" y="2935539"/>
                </a:lnTo>
                <a:close/>
                <a:lnTo>
                  <a:pt x="983025" y="2926955"/>
                </a:lnTo>
                <a:close/>
                <a:lnTo>
                  <a:pt x="995129" y="2918333"/>
                </a:lnTo>
                <a:close/>
                <a:lnTo>
                  <a:pt x="1007269" y="2909675"/>
                </a:lnTo>
                <a:close/>
                <a:lnTo>
                  <a:pt x="1019447" y="2900980"/>
                </a:lnTo>
                <a:close/>
                <a:lnTo>
                  <a:pt x="1031660" y="2892250"/>
                </a:lnTo>
                <a:close/>
                <a:lnTo>
                  <a:pt x="1043909" y="2883484"/>
                </a:lnTo>
                <a:close/>
                <a:lnTo>
                  <a:pt x="1056193" y="2874682"/>
                </a:lnTo>
                <a:close/>
                <a:lnTo>
                  <a:pt x="1068510" y="2865846"/>
                </a:lnTo>
                <a:close/>
                <a:lnTo>
                  <a:pt x="1080861" y="2856975"/>
                </a:lnTo>
                <a:close/>
                <a:lnTo>
                  <a:pt x="1093244" y="2848071"/>
                </a:lnTo>
                <a:close/>
                <a:lnTo>
                  <a:pt x="1105658" y="2839132"/>
                </a:lnTo>
                <a:close/>
                <a:lnTo>
                  <a:pt x="1118104" y="2830161"/>
                </a:lnTo>
                <a:close/>
                <a:lnTo>
                  <a:pt x="1130579" y="2821157"/>
                </a:lnTo>
                <a:close/>
                <a:lnTo>
                  <a:pt x="1143084" y="2812120"/>
                </a:lnTo>
                <a:close/>
                <a:lnTo>
                  <a:pt x="1155618" y="2803051"/>
                </a:lnTo>
                <a:close/>
                <a:lnTo>
                  <a:pt x="1168180" y="2793951"/>
                </a:lnTo>
                <a:close/>
                <a:lnTo>
                  <a:pt x="1180769" y="2784820"/>
                </a:lnTo>
                <a:close/>
                <a:lnTo>
                  <a:pt x="1193385" y="2775657"/>
                </a:lnTo>
                <a:close/>
                <a:lnTo>
                  <a:pt x="1206026" y="2766464"/>
                </a:lnTo>
                <a:close/>
                <a:lnTo>
                  <a:pt x="1218693" y="2757242"/>
                </a:lnTo>
                <a:close/>
                <a:lnTo>
                  <a:pt x="1231384" y="2747989"/>
                </a:lnTo>
                <a:close/>
                <a:lnTo>
                  <a:pt x="1244098" y="2738707"/>
                </a:lnTo>
                <a:close/>
                <a:lnTo>
                  <a:pt x="1256835" y="2729397"/>
                </a:lnTo>
                <a:close/>
                <a:lnTo>
                  <a:pt x="1269595" y="2720058"/>
                </a:lnTo>
                <a:close/>
                <a:lnTo>
                  <a:pt x="1282376" y="2710691"/>
                </a:lnTo>
                <a:close/>
                <a:lnTo>
                  <a:pt x="1295177" y="2701296"/>
                </a:lnTo>
                <a:close/>
                <a:lnTo>
                  <a:pt x="1307999" y="2691874"/>
                </a:lnTo>
                <a:close/>
                <a:lnTo>
                  <a:pt x="1320840" y="2682425"/>
                </a:lnTo>
                <a:close/>
                <a:lnTo>
                  <a:pt x="1333699" y="2672950"/>
                </a:lnTo>
                <a:close/>
                <a:lnTo>
                  <a:pt x="1346576" y="2663448"/>
                </a:lnTo>
                <a:close/>
                <a:lnTo>
                  <a:pt x="1359470" y="2653921"/>
                </a:lnTo>
                <a:close/>
                <a:lnTo>
                  <a:pt x="1372380" y="2644369"/>
                </a:lnTo>
                <a:close/>
                <a:lnTo>
                  <a:pt x="1385306" y="2634792"/>
                </a:lnTo>
                <a:close/>
                <a:lnTo>
                  <a:pt x="1398247" y="2625190"/>
                </a:lnTo>
                <a:close/>
                <a:lnTo>
                  <a:pt x="1411201" y="2615564"/>
                </a:lnTo>
                <a:close/>
                <a:lnTo>
                  <a:pt x="1424170" y="2605915"/>
                </a:lnTo>
                <a:close/>
                <a:lnTo>
                  <a:pt x="1437150" y="2596242"/>
                </a:lnTo>
                <a:close/>
                <a:lnTo>
                  <a:pt x="1450143" y="2586547"/>
                </a:lnTo>
                <a:close/>
                <a:lnTo>
                  <a:pt x="1463147" y="2576828"/>
                </a:lnTo>
                <a:close/>
                <a:lnTo>
                  <a:pt x="1476161" y="2567088"/>
                </a:lnTo>
                <a:close/>
                <a:lnTo>
                  <a:pt x="1489185" y="2557326"/>
                </a:lnTo>
                <a:close/>
                <a:lnTo>
                  <a:pt x="1502218" y="2547543"/>
                </a:lnTo>
                <a:close/>
                <a:lnTo>
                  <a:pt x="1515259" y="2537739"/>
                </a:lnTo>
                <a:close/>
                <a:lnTo>
                  <a:pt x="1528308" y="2527914"/>
                </a:lnTo>
                <a:close/>
                <a:lnTo>
                  <a:pt x="1541364" y="2518070"/>
                </a:lnTo>
                <a:close/>
                <a:lnTo>
                  <a:pt x="1554425" y="2508205"/>
                </a:lnTo>
                <a:close/>
                <a:lnTo>
                  <a:pt x="1567492" y="2498321"/>
                </a:lnTo>
                <a:close/>
                <a:lnTo>
                  <a:pt x="1580563" y="2488419"/>
                </a:lnTo>
                <a:close/>
                <a:lnTo>
                  <a:pt x="1593639" y="2478498"/>
                </a:lnTo>
                <a:close/>
                <a:lnTo>
                  <a:pt x="1606717" y="2468558"/>
                </a:lnTo>
                <a:close/>
                <a:lnTo>
                  <a:pt x="1619798" y="2458601"/>
                </a:lnTo>
                <a:close/>
                <a:lnTo>
                  <a:pt x="1632880" y="2448627"/>
                </a:lnTo>
                <a:close/>
                <a:lnTo>
                  <a:pt x="1645964" y="2438635"/>
                </a:lnTo>
                <a:close/>
                <a:lnTo>
                  <a:pt x="1659047" y="2428628"/>
                </a:lnTo>
                <a:close/>
                <a:lnTo>
                  <a:pt x="1672130" y="2418604"/>
                </a:lnTo>
                <a:close/>
                <a:lnTo>
                  <a:pt x="1685212" y="2408564"/>
                </a:lnTo>
                <a:close/>
                <a:lnTo>
                  <a:pt x="1698292" y="2398509"/>
                </a:lnTo>
                <a:close/>
                <a:lnTo>
                  <a:pt x="1711369" y="2388439"/>
                </a:lnTo>
                <a:close/>
                <a:lnTo>
                  <a:pt x="1724442" y="2378354"/>
                </a:lnTo>
                <a:close/>
                <a:lnTo>
                  <a:pt x="1737512" y="2368255"/>
                </a:lnTo>
                <a:close/>
                <a:lnTo>
                  <a:pt x="1750576" y="2358143"/>
                </a:lnTo>
                <a:close/>
                <a:lnTo>
                  <a:pt x="1763635" y="2348017"/>
                </a:lnTo>
                <a:close/>
                <a:lnTo>
                  <a:pt x="1776687" y="2337878"/>
                </a:lnTo>
                <a:close/>
                <a:lnTo>
                  <a:pt x="1789732" y="2327727"/>
                </a:lnTo>
                <a:close/>
                <a:lnTo>
                  <a:pt x="1802770" y="2317563"/>
                </a:lnTo>
                <a:close/>
                <a:lnTo>
                  <a:pt x="1815798" y="2307388"/>
                </a:lnTo>
                <a:close/>
                <a:lnTo>
                  <a:pt x="1828818" y="2297201"/>
                </a:lnTo>
                <a:close/>
                <a:lnTo>
                  <a:pt x="1841827" y="2287003"/>
                </a:lnTo>
                <a:close/>
                <a:lnTo>
                  <a:pt x="1854826" y="2276795"/>
                </a:lnTo>
                <a:close/>
                <a:lnTo>
                  <a:pt x="1867813" y="2266577"/>
                </a:lnTo>
                <a:close/>
                <a:lnTo>
                  <a:pt x="1880788" y="2256348"/>
                </a:lnTo>
                <a:close/>
                <a:lnTo>
                  <a:pt x="1893750" y="2246111"/>
                </a:lnTo>
                <a:close/>
                <a:lnTo>
                  <a:pt x="1906698" y="2235864"/>
                </a:lnTo>
                <a:close/>
                <a:lnTo>
                  <a:pt x="1919632" y="2225609"/>
                </a:lnTo>
                <a:close/>
                <a:lnTo>
                  <a:pt x="1932550" y="2215345"/>
                </a:lnTo>
                <a:close/>
                <a:lnTo>
                  <a:pt x="1945453" y="2205074"/>
                </a:lnTo>
                <a:close/>
                <a:lnTo>
                  <a:pt x="1958339" y="2194796"/>
                </a:lnTo>
                <a:close/>
                <a:lnTo>
                  <a:pt x="1971207" y="2184510"/>
                </a:lnTo>
                <a:close/>
                <a:lnTo>
                  <a:pt x="1984058" y="2174218"/>
                </a:lnTo>
                <a:close/>
                <a:lnTo>
                  <a:pt x="1996890" y="2163919"/>
                </a:lnTo>
                <a:close/>
                <a:lnTo>
                  <a:pt x="2009702" y="2153615"/>
                </a:lnTo>
                <a:close/>
                <a:lnTo>
                  <a:pt x="2022493" y="2143305"/>
                </a:lnTo>
                <a:close/>
                <a:lnTo>
                  <a:pt x="2035264" y="2132990"/>
                </a:lnTo>
                <a:close/>
                <a:lnTo>
                  <a:pt x="2048013" y="2122671"/>
                </a:lnTo>
                <a:close/>
                <a:lnTo>
                  <a:pt x="2060740" y="2112347"/>
                </a:lnTo>
                <a:close/>
                <a:lnTo>
                  <a:pt x="2073443" y="2102020"/>
                </a:lnTo>
                <a:close/>
                <a:lnTo>
                  <a:pt x="2086122" y="2091689"/>
                </a:lnTo>
                <a:close/>
                <a:lnTo>
                  <a:pt x="2098777" y="2081355"/>
                </a:lnTo>
                <a:close/>
                <a:lnTo>
                  <a:pt x="2111406" y="2071019"/>
                </a:lnTo>
                <a:close/>
                <a:lnTo>
                  <a:pt x="2124009" y="2060680"/>
                </a:lnTo>
                <a:close/>
                <a:lnTo>
                  <a:pt x="2136586" y="2050339"/>
                </a:lnTo>
                <a:close/>
                <a:lnTo>
                  <a:pt x="2149134" y="2039997"/>
                </a:lnTo>
                <a:close/>
                <a:lnTo>
                  <a:pt x="2161654" y="2029654"/>
                </a:lnTo>
                <a:close/>
                <a:lnTo>
                  <a:pt x="2174146" y="2019310"/>
                </a:lnTo>
                <a:close/>
                <a:lnTo>
                  <a:pt x="2186607" y="2008966"/>
                </a:lnTo>
                <a:close/>
                <a:lnTo>
                  <a:pt x="2199038" y="1998622"/>
                </a:lnTo>
                <a:close/>
                <a:lnTo>
                  <a:pt x="2211437" y="1988279"/>
                </a:lnTo>
                <a:close/>
                <a:lnTo>
                  <a:pt x="2223805" y="1977937"/>
                </a:lnTo>
                <a:close/>
                <a:lnTo>
                  <a:pt x="2236140" y="1967595"/>
                </a:lnTo>
                <a:close/>
                <a:lnTo>
                  <a:pt x="2248441" y="1957256"/>
                </a:lnTo>
                <a:close/>
                <a:lnTo>
                  <a:pt x="2260708" y="1946919"/>
                </a:lnTo>
                <a:close/>
                <a:lnTo>
                  <a:pt x="2272940" y="1936584"/>
                </a:lnTo>
                <a:close/>
                <a:lnTo>
                  <a:pt x="2285137" y="1926252"/>
                </a:lnTo>
                <a:close/>
                <a:lnTo>
                  <a:pt x="2297297" y="1915924"/>
                </a:lnTo>
                <a:close/>
                <a:lnTo>
                  <a:pt x="2309420" y="1905599"/>
                </a:lnTo>
                <a:close/>
                <a:lnTo>
                  <a:pt x="2321505" y="1895278"/>
                </a:lnTo>
                <a:close/>
                <a:lnTo>
                  <a:pt x="2333552" y="1884962"/>
                </a:lnTo>
                <a:close/>
                <a:lnTo>
                  <a:pt x="2345560" y="1874650"/>
                </a:lnTo>
                <a:close/>
                <a:lnTo>
                  <a:pt x="2357531" y="1864343"/>
                </a:lnTo>
                <a:close/>
                <a:lnTo>
                  <a:pt x="2369463" y="1854042"/>
                </a:lnTo>
                <a:close/>
                <a:lnTo>
                  <a:pt x="2381357" y="1843745"/>
                </a:lnTo>
                <a:close/>
                <a:lnTo>
                  <a:pt x="2393212" y="1833455"/>
                </a:lnTo>
                <a:close/>
                <a:lnTo>
                  <a:pt x="2405029" y="1823170"/>
                </a:lnTo>
                <a:close/>
                <a:lnTo>
                  <a:pt x="2416808" y="1812891"/>
                </a:lnTo>
                <a:close/>
                <a:lnTo>
                  <a:pt x="2428548" y="1802618"/>
                </a:lnTo>
                <a:close/>
                <a:lnTo>
                  <a:pt x="2440250" y="1792351"/>
                </a:lnTo>
                <a:close/>
                <a:lnTo>
                  <a:pt x="2451914" y="1782092"/>
                </a:lnTo>
                <a:close/>
                <a:lnTo>
                  <a:pt x="2463539" y="1771839"/>
                </a:lnTo>
                <a:close/>
                <a:lnTo>
                  <a:pt x="2475126" y="1761593"/>
                </a:lnTo>
                <a:close/>
                <a:lnTo>
                  <a:pt x="2486674" y="1751355"/>
                </a:lnTo>
                <a:close/>
                <a:lnTo>
                  <a:pt x="2498184" y="1741124"/>
                </a:lnTo>
                <a:close/>
                <a:lnTo>
                  <a:pt x="2509655" y="1730901"/>
                </a:lnTo>
                <a:close/>
                <a:lnTo>
                  <a:pt x="2521088" y="1720686"/>
                </a:lnTo>
                <a:close/>
                <a:lnTo>
                  <a:pt x="2532483" y="1710479"/>
                </a:lnTo>
                <a:close/>
                <a:lnTo>
                  <a:pt x="2543838" y="1700280"/>
                </a:lnTo>
                <a:close/>
                <a:lnTo>
                  <a:pt x="2555155" y="1690091"/>
                </a:lnTo>
                <a:close/>
                <a:lnTo>
                  <a:pt x="2566434" y="1679910"/>
                </a:lnTo>
                <a:close/>
                <a:lnTo>
                  <a:pt x="2577674" y="1669738"/>
                </a:lnTo>
                <a:close/>
                <a:lnTo>
                  <a:pt x="2588876" y="1659576"/>
                </a:lnTo>
                <a:close/>
                <a:lnTo>
                  <a:pt x="2600038" y="1649423"/>
                </a:lnTo>
                <a:close/>
                <a:lnTo>
                  <a:pt x="2611162" y="1639281"/>
                </a:lnTo>
                <a:close/>
                <a:lnTo>
                  <a:pt x="2622248" y="1629148"/>
                </a:lnTo>
                <a:close/>
                <a:lnTo>
                  <a:pt x="2633295" y="1619025"/>
                </a:lnTo>
                <a:close/>
                <a:lnTo>
                  <a:pt x="2644303" y="1608913"/>
                </a:lnTo>
                <a:close/>
                <a:lnTo>
                  <a:pt x="2655272" y="1598812"/>
                </a:lnTo>
                <a:close/>
                <a:lnTo>
                  <a:pt x="2666203" y="1588721"/>
                </a:lnTo>
                <a:close/>
                <a:lnTo>
                  <a:pt x="2677095" y="1578642"/>
                </a:lnTo>
                <a:close/>
                <a:lnTo>
                  <a:pt x="2687948" y="1568574"/>
                </a:lnTo>
                <a:close/>
                <a:lnTo>
                  <a:pt x="2698762" y="1558517"/>
                </a:lnTo>
                <a:close/>
                <a:lnTo>
                  <a:pt x="2709538" y="1548473"/>
                </a:lnTo>
                <a:close/>
                <a:lnTo>
                  <a:pt x="2720275" y="1538440"/>
                </a:lnTo>
                <a:close/>
                <a:lnTo>
                  <a:pt x="2730973" y="1528420"/>
                </a:lnTo>
                <a:close/>
                <a:lnTo>
                  <a:pt x="2741632" y="1518413"/>
                </a:lnTo>
                <a:close/>
                <a:lnTo>
                  <a:pt x="2752252" y="1508418"/>
                </a:lnTo>
                <a:close/>
                <a:lnTo>
                  <a:pt x="2762833" y="1498436"/>
                </a:lnTo>
                <a:close/>
                <a:lnTo>
                  <a:pt x="2773376" y="1488467"/>
                </a:lnTo>
                <a:close/>
                <a:lnTo>
                  <a:pt x="2783879" y="1478511"/>
                </a:lnTo>
                <a:close/>
                <a:lnTo>
                  <a:pt x="2794344" y="1468569"/>
                </a:lnTo>
                <a:close/>
                <a:lnTo>
                  <a:pt x="2804769" y="1458641"/>
                </a:lnTo>
                <a:close/>
                <a:lnTo>
                  <a:pt x="2815156" y="1448728"/>
                </a:lnTo>
                <a:close/>
                <a:lnTo>
                  <a:pt x="2825504" y="1438828"/>
                </a:lnTo>
                <a:close/>
                <a:lnTo>
                  <a:pt x="2835812" y="1428943"/>
                </a:lnTo>
                <a:close/>
                <a:lnTo>
                  <a:pt x="2846082" y="1419072"/>
                </a:lnTo>
                <a:close/>
                <a:lnTo>
                  <a:pt x="2856313" y="1409217"/>
                </a:lnTo>
                <a:close/>
                <a:lnTo>
                  <a:pt x="2866504" y="1399377"/>
                </a:lnTo>
                <a:close/>
                <a:lnTo>
                  <a:pt x="2876657" y="1389552"/>
                </a:lnTo>
                <a:close/>
                <a:lnTo>
                  <a:pt x="2886770" y="1379743"/>
                </a:lnTo>
                <a:close/>
                <a:lnTo>
                  <a:pt x="2896844" y="1369950"/>
                </a:lnTo>
                <a:close/>
                <a:lnTo>
                  <a:pt x="2906880" y="1360173"/>
                </a:lnTo>
                <a:close/>
                <a:lnTo>
                  <a:pt x="2916876" y="1350412"/>
                </a:lnTo>
                <a:close/>
                <a:lnTo>
                  <a:pt x="2926833" y="1340667"/>
                </a:lnTo>
                <a:close/>
                <a:lnTo>
                  <a:pt x="2936750" y="1330940"/>
                </a:lnTo>
                <a:close/>
                <a:lnTo>
                  <a:pt x="2946629" y="1321229"/>
                </a:lnTo>
                <a:close/>
                <a:lnTo>
                  <a:pt x="2956468" y="1311536"/>
                </a:lnTo>
                <a:close/>
                <a:lnTo>
                  <a:pt x="2966268" y="1301860"/>
                </a:lnTo>
                <a:close/>
                <a:lnTo>
                  <a:pt x="2976029" y="1292202"/>
                </a:lnTo>
                <a:close/>
                <a:lnTo>
                  <a:pt x="2985751" y="1282562"/>
                </a:lnTo>
                <a:close/>
                <a:lnTo>
                  <a:pt x="2995433" y="1272939"/>
                </a:lnTo>
                <a:close/>
                <a:lnTo>
                  <a:pt x="3005076" y="1263335"/>
                </a:lnTo>
                <a:close/>
                <a:lnTo>
                  <a:pt x="3014680" y="1253750"/>
                </a:lnTo>
                <a:close/>
                <a:lnTo>
                  <a:pt x="3024244" y="1244184"/>
                </a:lnTo>
                <a:close/>
                <a:lnTo>
                  <a:pt x="3033769" y="1234636"/>
                </a:lnTo>
                <a:close/>
                <a:lnTo>
                  <a:pt x="3043255" y="1225108"/>
                </a:lnTo>
                <a:close/>
                <a:lnTo>
                  <a:pt x="3052701" y="1215599"/>
                </a:lnTo>
                <a:close/>
                <a:lnTo>
                  <a:pt x="3062108" y="1206110"/>
                </a:lnTo>
                <a:close/>
                <a:lnTo>
                  <a:pt x="3071476" y="1196640"/>
                </a:lnTo>
                <a:close/>
                <a:lnTo>
                  <a:pt x="3080804" y="1187191"/>
                </a:lnTo>
                <a:close/>
                <a:lnTo>
                  <a:pt x="3090093" y="1177762"/>
                </a:lnTo>
                <a:close/>
                <a:lnTo>
                  <a:pt x="3099342" y="1168354"/>
                </a:lnTo>
                <a:close/>
                <a:lnTo>
                  <a:pt x="3108552" y="1158967"/>
                </a:lnTo>
                <a:close/>
                <a:lnTo>
                  <a:pt x="3117722" y="1149601"/>
                </a:lnTo>
                <a:close/>
                <a:lnTo>
                  <a:pt x="3126853" y="1140255"/>
                </a:lnTo>
                <a:close/>
                <a:lnTo>
                  <a:pt x="3135944" y="1130932"/>
                </a:lnTo>
                <a:close/>
                <a:lnTo>
                  <a:pt x="3144995" y="1121630"/>
                </a:lnTo>
                <a:close/>
                <a:lnTo>
                  <a:pt x="3154008" y="1112350"/>
                </a:lnTo>
                <a:close/>
                <a:lnTo>
                  <a:pt x="3162980" y="1103092"/>
                </a:lnTo>
                <a:close/>
                <a:lnTo>
                  <a:pt x="3171913" y="1093857"/>
                </a:lnTo>
                <a:close/>
                <a:lnTo>
                  <a:pt x="3180806" y="1084644"/>
                </a:lnTo>
                <a:close/>
                <a:lnTo>
                  <a:pt x="3189660" y="1075454"/>
                </a:lnTo>
                <a:close/>
                <a:lnTo>
                  <a:pt x="3198474" y="1066287"/>
                </a:lnTo>
                <a:close/>
                <a:lnTo>
                  <a:pt x="3207248" y="1057143"/>
                </a:lnTo>
                <a:close/>
                <a:lnTo>
                  <a:pt x="3215983" y="1048023"/>
                </a:lnTo>
                <a:close/>
                <a:lnTo>
                  <a:pt x="3224678" y="1038926"/>
                </a:lnTo>
                <a:close/>
                <a:lnTo>
                  <a:pt x="3233333" y="1029854"/>
                </a:lnTo>
                <a:close/>
                <a:lnTo>
                  <a:pt x="3241949" y="1020805"/>
                </a:lnTo>
                <a:close/>
                <a:lnTo>
                  <a:pt x="3250524" y="1011781"/>
                </a:lnTo>
                <a:close/>
                <a:lnTo>
                  <a:pt x="3259060" y="1002782"/>
                </a:lnTo>
                <a:close/>
                <a:lnTo>
                  <a:pt x="3267557" y="993808"/>
                </a:lnTo>
                <a:close/>
                <a:lnTo>
                  <a:pt x="3276013" y="984858"/>
                </a:lnTo>
                <a:close/>
                <a:lnTo>
                  <a:pt x="3284430" y="975934"/>
                </a:lnTo>
                <a:close/>
                <a:lnTo>
                  <a:pt x="3292806" y="967035"/>
                </a:lnTo>
                <a:close/>
                <a:lnTo>
                  <a:pt x="3301143" y="958163"/>
                </a:lnTo>
                <a:close/>
                <a:lnTo>
                  <a:pt x="3309440" y="949316"/>
                </a:lnTo>
                <a:close/>
                <a:lnTo>
                  <a:pt x="3317697" y="940495"/>
                </a:lnTo>
                <a:close/>
                <a:lnTo>
                  <a:pt x="3325915" y="931701"/>
                </a:lnTo>
                <a:close/>
                <a:lnTo>
                  <a:pt x="3334092" y="922933"/>
                </a:lnTo>
                <a:close/>
                <a:lnTo>
                  <a:pt x="3342229" y="914192"/>
                </a:lnTo>
                <a:close/>
                <a:lnTo>
                  <a:pt x="3350327" y="905479"/>
                </a:lnTo>
                <a:close/>
                <a:lnTo>
                  <a:pt x="3358384" y="896792"/>
                </a:lnTo>
                <a:close/>
                <a:lnTo>
                  <a:pt x="3366402" y="888133"/>
                </a:lnTo>
                <a:close/>
                <a:lnTo>
                  <a:pt x="3374379" y="879502"/>
                </a:lnTo>
                <a:close/>
                <a:lnTo>
                  <a:pt x="3382317" y="870899"/>
                </a:lnTo>
                <a:close/>
                <a:lnTo>
                  <a:pt x="3390214" y="862324"/>
                </a:lnTo>
                <a:close/>
                <a:lnTo>
                  <a:pt x="3398071" y="853778"/>
                </a:lnTo>
                <a:close/>
                <a:lnTo>
                  <a:pt x="3405889" y="845260"/>
                </a:lnTo>
                <a:close/>
                <a:lnTo>
                  <a:pt x="3413666" y="836771"/>
                </a:lnTo>
                <a:close/>
                <a:lnTo>
                  <a:pt x="3421403" y="828311"/>
                </a:lnTo>
                <a:close/>
                <a:lnTo>
                  <a:pt x="3429100" y="819881"/>
                </a:lnTo>
                <a:close/>
                <a:lnTo>
                  <a:pt x="3436756" y="811480"/>
                </a:lnTo>
                <a:close/>
                <a:lnTo>
                  <a:pt x="3444373" y="803109"/>
                </a:lnTo>
                <a:close/>
                <a:lnTo>
                  <a:pt x="3451950" y="794768"/>
                </a:lnTo>
                <a:close/>
                <a:lnTo>
                  <a:pt x="3459486" y="786457"/>
                </a:lnTo>
                <a:close/>
                <a:lnTo>
                  <a:pt x="3466982" y="778177"/>
                </a:lnTo>
                <a:close/>
                <a:lnTo>
                  <a:pt x="3474438" y="769927"/>
                </a:lnTo>
                <a:close/>
                <a:lnTo>
                  <a:pt x="3481853" y="761708"/>
                </a:lnTo>
                <a:close/>
                <a:lnTo>
                  <a:pt x="3489229" y="753520"/>
                </a:lnTo>
                <a:close/>
                <a:lnTo>
                  <a:pt x="3496564" y="745364"/>
                </a:lnTo>
                <a:close/>
                <a:lnTo>
                  <a:pt x="3503859" y="737239"/>
                </a:lnTo>
                <a:close/>
                <a:lnTo>
                  <a:pt x="3511113" y="729146"/>
                </a:lnTo>
                <a:close/>
                <a:lnTo>
                  <a:pt x="3518327" y="721086"/>
                </a:lnTo>
                <a:close/>
                <a:lnTo>
                  <a:pt x="3525501" y="713057"/>
                </a:lnTo>
                <a:close/>
                <a:lnTo>
                  <a:pt x="3532634" y="705061"/>
                </a:lnTo>
                <a:close/>
                <a:lnTo>
                  <a:pt x="3539727" y="697097"/>
                </a:lnTo>
                <a:close/>
                <a:lnTo>
                  <a:pt x="3546780" y="689167"/>
                </a:lnTo>
                <a:close/>
                <a:lnTo>
                  <a:pt x="3553792" y="681269"/>
                </a:lnTo>
                <a:close/>
                <a:lnTo>
                  <a:pt x="3560764" y="673405"/>
                </a:lnTo>
                <a:close/>
                <a:lnTo>
                  <a:pt x="3567695" y="665575"/>
                </a:lnTo>
                <a:close/>
                <a:lnTo>
                  <a:pt x="3574586" y="657778"/>
                </a:lnTo>
                <a:close/>
                <a:lnTo>
                  <a:pt x="3581437" y="650016"/>
                </a:lnTo>
                <a:close/>
                <a:lnTo>
                  <a:pt x="3588246" y="642287"/>
                </a:lnTo>
                <a:close/>
                <a:lnTo>
                  <a:pt x="3595016" y="634594"/>
                </a:lnTo>
                <a:close/>
                <a:lnTo>
                  <a:pt x="3601745" y="626935"/>
                </a:lnTo>
                <a:close/>
                <a:lnTo>
                  <a:pt x="3608433" y="619311"/>
                </a:lnTo>
                <a:close/>
                <a:lnTo>
                  <a:pt x="3615081" y="611722"/>
                </a:lnTo>
                <a:close/>
                <a:lnTo>
                  <a:pt x="3621688" y="604168"/>
                </a:lnTo>
                <a:close/>
                <a:lnTo>
                  <a:pt x="3628254" y="596650"/>
                </a:lnTo>
                <a:close/>
                <a:lnTo>
                  <a:pt x="3634780" y="589168"/>
                </a:lnTo>
                <a:close/>
                <a:lnTo>
                  <a:pt x="3641266" y="581722"/>
                </a:lnTo>
                <a:close/>
                <a:lnTo>
                  <a:pt x="3647710" y="574312"/>
                </a:lnTo>
                <a:close/>
                <a:lnTo>
                  <a:pt x="3654114" y="566939"/>
                </a:lnTo>
                <a:close/>
                <a:lnTo>
                  <a:pt x="3660477" y="559603"/>
                </a:lnTo>
                <a:close/>
                <a:lnTo>
                  <a:pt x="3666800" y="552303"/>
                </a:lnTo>
                <a:close/>
                <a:lnTo>
                  <a:pt x="3673082" y="545041"/>
                </a:lnTo>
                <a:close/>
                <a:lnTo>
                  <a:pt x="3679323" y="537816"/>
                </a:lnTo>
                <a:close/>
                <a:lnTo>
                  <a:pt x="3685523" y="530629"/>
                </a:lnTo>
                <a:close/>
                <a:lnTo>
                  <a:pt x="3691683" y="523480"/>
                </a:lnTo>
                <a:close/>
                <a:lnTo>
                  <a:pt x="3697802" y="516368"/>
                </a:lnTo>
                <a:close/>
                <a:lnTo>
                  <a:pt x="3703880" y="509295"/>
                </a:lnTo>
                <a:close/>
                <a:lnTo>
                  <a:pt x="3709917" y="502261"/>
                </a:lnTo>
                <a:close/>
                <a:lnTo>
                  <a:pt x="3715913" y="495265"/>
                </a:lnTo>
                <a:close/>
                <a:lnTo>
                  <a:pt x="3721869" y="488309"/>
                </a:lnTo>
                <a:close/>
                <a:lnTo>
                  <a:pt x="3727783" y="481391"/>
                </a:lnTo>
                <a:close/>
                <a:lnTo>
                  <a:pt x="3733657" y="474513"/>
                </a:lnTo>
                <a:close/>
                <a:lnTo>
                  <a:pt x="3739490" y="467675"/>
                </a:lnTo>
                <a:close/>
                <a:lnTo>
                  <a:pt x="3745282" y="460876"/>
                </a:lnTo>
                <a:close/>
                <a:lnTo>
                  <a:pt x="3751033" y="454118"/>
                </a:lnTo>
                <a:close/>
                <a:lnTo>
                  <a:pt x="3756743" y="447400"/>
                </a:lnTo>
                <a:close/>
                <a:lnTo>
                  <a:pt x="3762412" y="440722"/>
                </a:lnTo>
                <a:close/>
                <a:lnTo>
                  <a:pt x="3768040" y="434086"/>
                </a:lnTo>
                <a:close/>
                <a:lnTo>
                  <a:pt x="3773627" y="427490"/>
                </a:lnTo>
                <a:close/>
                <a:lnTo>
                  <a:pt x="3779173" y="420936"/>
                </a:lnTo>
                <a:close/>
                <a:lnTo>
                  <a:pt x="3784677" y="414423"/>
                </a:lnTo>
                <a:close/>
                <a:lnTo>
                  <a:pt x="3790141" y="407951"/>
                </a:lnTo>
                <a:close/>
                <a:lnTo>
                  <a:pt x="3795564" y="401522"/>
                </a:lnTo>
                <a:close/>
                <a:lnTo>
                  <a:pt x="3800946" y="395135"/>
                </a:lnTo>
                <a:close/>
                <a:lnTo>
                  <a:pt x="3806286" y="388790"/>
                </a:lnTo>
                <a:close/>
                <a:lnTo>
                  <a:pt x="3811586" y="382487"/>
                </a:lnTo>
                <a:close/>
                <a:lnTo>
                  <a:pt x="3816844" y="376228"/>
                </a:lnTo>
                <a:close/>
                <a:lnTo>
                  <a:pt x="3822061" y="370011"/>
                </a:lnTo>
                <a:close/>
                <a:lnTo>
                  <a:pt x="3827237" y="363838"/>
                </a:lnTo>
                <a:close/>
                <a:lnTo>
                  <a:pt x="3832372" y="357708"/>
                </a:lnTo>
                <a:close/>
                <a:lnTo>
                  <a:pt x="3837466" y="351622"/>
                </a:lnTo>
                <a:close/>
                <a:lnTo>
                  <a:pt x="3842518" y="345580"/>
                </a:lnTo>
                <a:close/>
                <a:lnTo>
                  <a:pt x="3847529" y="339582"/>
                </a:lnTo>
                <a:close/>
                <a:lnTo>
                  <a:pt x="3852499" y="333629"/>
                </a:lnTo>
                <a:close/>
                <a:lnTo>
                  <a:pt x="3857427" y="327720"/>
                </a:lnTo>
                <a:close/>
                <a:lnTo>
                  <a:pt x="3862315" y="321855"/>
                </a:lnTo>
                <a:close/>
                <a:lnTo>
                  <a:pt x="3867160" y="316036"/>
                </a:lnTo>
                <a:close/>
                <a:lnTo>
                  <a:pt x="3871965" y="310262"/>
                </a:lnTo>
                <a:close/>
                <a:lnTo>
                  <a:pt x="3876728" y="304534"/>
                </a:lnTo>
                <a:close/>
                <a:lnTo>
                  <a:pt x="3881450" y="298851"/>
                </a:lnTo>
                <a:close/>
                <a:lnTo>
                  <a:pt x="3886131" y="293215"/>
                </a:lnTo>
                <a:close/>
                <a:lnTo>
                  <a:pt x="3890770" y="287624"/>
                </a:lnTo>
                <a:close/>
                <a:lnTo>
                  <a:pt x="3895367" y="282080"/>
                </a:lnTo>
                <a:close/>
                <a:lnTo>
                  <a:pt x="3899924" y="276582"/>
                </a:lnTo>
                <a:close/>
                <a:lnTo>
                  <a:pt x="3904438" y="271132"/>
                </a:lnTo>
                <a:close/>
                <a:lnTo>
                  <a:pt x="3908912" y="265728"/>
                </a:lnTo>
                <a:close/>
                <a:lnTo>
                  <a:pt x="3913343" y="260372"/>
                </a:lnTo>
                <a:close/>
                <a:lnTo>
                  <a:pt x="3917734" y="255063"/>
                </a:lnTo>
                <a:close/>
                <a:lnTo>
                  <a:pt x="3922083" y="249802"/>
                </a:lnTo>
                <a:close/>
                <a:lnTo>
                  <a:pt x="3926390" y="244589"/>
                </a:lnTo>
                <a:close/>
                <a:lnTo>
                  <a:pt x="3930656" y="239424"/>
                </a:lnTo>
                <a:close/>
                <a:lnTo>
                  <a:pt x="3934880" y="234307"/>
                </a:lnTo>
                <a:close/>
                <a:lnTo>
                  <a:pt x="3939062" y="229240"/>
                </a:lnTo>
                <a:close/>
                <a:lnTo>
                  <a:pt x="3943203" y="224221"/>
                </a:lnTo>
                <a:close/>
                <a:lnTo>
                  <a:pt x="3947302" y="219251"/>
                </a:lnTo>
                <a:close/>
                <a:lnTo>
                  <a:pt x="3951360" y="214330"/>
                </a:lnTo>
                <a:close/>
                <a:lnTo>
                  <a:pt x="3955376" y="209459"/>
                </a:lnTo>
                <a:close/>
                <a:lnTo>
                  <a:pt x="3959350" y="204638"/>
                </a:lnTo>
                <a:close/>
                <a:lnTo>
                  <a:pt x="3963283" y="199867"/>
                </a:lnTo>
                <a:close/>
                <a:lnTo>
                  <a:pt x="3967174" y="195145"/>
                </a:lnTo>
                <a:close/>
                <a:lnTo>
                  <a:pt x="3971023" y="190475"/>
                </a:lnTo>
                <a:close/>
                <a:lnTo>
                  <a:pt x="3974831" y="185855"/>
                </a:lnTo>
                <a:close/>
                <a:lnTo>
                  <a:pt x="3978596" y="181286"/>
                </a:lnTo>
                <a:close/>
                <a:lnTo>
                  <a:pt x="3982320" y="176768"/>
                </a:lnTo>
                <a:close/>
                <a:lnTo>
                  <a:pt x="3986003" y="172301"/>
                </a:lnTo>
                <a:close/>
                <a:lnTo>
                  <a:pt x="3989643" y="167886"/>
                </a:lnTo>
                <a:close/>
                <a:lnTo>
                  <a:pt x="3993241" y="163523"/>
                </a:lnTo>
                <a:close/>
                <a:lnTo>
                  <a:pt x="3996798" y="159211"/>
                </a:lnTo>
                <a:close/>
                <a:lnTo>
                  <a:pt x="4000313" y="154952"/>
                </a:lnTo>
                <a:close/>
                <a:lnTo>
                  <a:pt x="4003786" y="150746"/>
                </a:lnTo>
                <a:close/>
                <a:lnTo>
                  <a:pt x="4007217" y="146592"/>
                </a:lnTo>
                <a:close/>
                <a:lnTo>
                  <a:pt x="4010606" y="142491"/>
                </a:lnTo>
                <a:close/>
                <a:lnTo>
                  <a:pt x="4013953" y="138443"/>
                </a:lnTo>
                <a:close/>
                <a:lnTo>
                  <a:pt x="4017258" y="134448"/>
                </a:lnTo>
                <a:close/>
                <a:lnTo>
                  <a:pt x="4020522" y="130507"/>
                </a:lnTo>
                <a:close/>
                <a:lnTo>
                  <a:pt x="4023743" y="126620"/>
                </a:lnTo>
                <a:close/>
                <a:lnTo>
                  <a:pt x="4026922" y="122787"/>
                </a:lnTo>
                <a:close/>
                <a:lnTo>
                  <a:pt x="4030060" y="119008"/>
                </a:lnTo>
                <a:close/>
                <a:lnTo>
                  <a:pt x="4033155" y="115284"/>
                </a:lnTo>
                <a:close/>
                <a:lnTo>
                  <a:pt x="4036208" y="111614"/>
                </a:lnTo>
                <a:close/>
                <a:lnTo>
                  <a:pt x="4039219" y="107999"/>
                </a:lnTo>
                <a:close/>
                <a:lnTo>
                  <a:pt x="4042188" y="104440"/>
                </a:lnTo>
                <a:close/>
                <a:lnTo>
                  <a:pt x="4045115" y="100935"/>
                </a:lnTo>
                <a:close/>
                <a:lnTo>
                  <a:pt x="4048000" y="97487"/>
                </a:lnTo>
                <a:close/>
                <a:lnTo>
                  <a:pt x="4050843" y="94094"/>
                </a:lnTo>
                <a:close/>
                <a:lnTo>
                  <a:pt x="4053643" y="90757"/>
                </a:lnTo>
                <a:close/>
                <a:lnTo>
                  <a:pt x="4056402" y="87476"/>
                </a:lnTo>
                <a:close/>
                <a:lnTo>
                  <a:pt x="4059118" y="84252"/>
                </a:lnTo>
                <a:close/>
                <a:lnTo>
                  <a:pt x="4061792" y="81085"/>
                </a:lnTo>
                <a:close/>
                <a:lnTo>
                  <a:pt x="4064424" y="77975"/>
                </a:lnTo>
                <a:close/>
                <a:lnTo>
                  <a:pt x="4067014" y="74922"/>
                </a:lnTo>
                <a:close/>
                <a:lnTo>
                  <a:pt x="4069561" y="71926"/>
                </a:lnTo>
                <a:close/>
                <a:lnTo>
                  <a:pt x="4072066" y="68988"/>
                </a:lnTo>
                <a:close/>
                <a:lnTo>
                  <a:pt x="4074529" y="66107"/>
                </a:lnTo>
                <a:close/>
                <a:lnTo>
                  <a:pt x="4076949" y="63285"/>
                </a:lnTo>
                <a:close/>
                <a:lnTo>
                  <a:pt x="4079327" y="60521"/>
                </a:lnTo>
                <a:close/>
                <a:lnTo>
                  <a:pt x="4081663" y="57816"/>
                </a:lnTo>
                <a:close/>
                <a:lnTo>
                  <a:pt x="4083956" y="55169"/>
                </a:lnTo>
                <a:close/>
                <a:lnTo>
                  <a:pt x="4086208" y="52581"/>
                </a:lnTo>
                <a:close/>
                <a:lnTo>
                  <a:pt x="4088416" y="50053"/>
                </a:lnTo>
                <a:close/>
                <a:lnTo>
                  <a:pt x="4090583" y="47583"/>
                </a:lnTo>
                <a:close/>
                <a:lnTo>
                  <a:pt x="4092706" y="45174"/>
                </a:lnTo>
                <a:close/>
                <a:lnTo>
                  <a:pt x="4094788" y="42824"/>
                </a:lnTo>
                <a:close/>
                <a:lnTo>
                  <a:pt x="4096827" y="40535"/>
                </a:lnTo>
                <a:close/>
                <a:lnTo>
                  <a:pt x="4098823" y="38305"/>
                </a:lnTo>
                <a:close/>
                <a:lnTo>
                  <a:pt x="4100777" y="36137"/>
                </a:lnTo>
                <a:close/>
                <a:lnTo>
                  <a:pt x="4102689" y="34029"/>
                </a:lnTo>
                <a:close/>
                <a:lnTo>
                  <a:pt x="4104558" y="31982"/>
                </a:lnTo>
                <a:close/>
                <a:lnTo>
                  <a:pt x="4106384" y="29996"/>
                </a:lnTo>
                <a:close/>
                <a:lnTo>
                  <a:pt x="4108168" y="28072"/>
                </a:lnTo>
                <a:close/>
                <a:lnTo>
                  <a:pt x="4109909" y="26209"/>
                </a:lnTo>
                <a:close/>
                <a:lnTo>
                  <a:pt x="4111608" y="24408"/>
                </a:lnTo>
                <a:close/>
                <a:lnTo>
                  <a:pt x="4113264" y="22670"/>
                </a:lnTo>
                <a:close/>
                <a:lnTo>
                  <a:pt x="4114878" y="20993"/>
                </a:lnTo>
                <a:close/>
                <a:lnTo>
                  <a:pt x="4116448" y="19380"/>
                </a:lnTo>
                <a:close/>
                <a:lnTo>
                  <a:pt x="4117977" y="17829"/>
                </a:lnTo>
                <a:close/>
                <a:lnTo>
                  <a:pt x="4119462" y="16341"/>
                </a:lnTo>
                <a:close/>
                <a:lnTo>
                  <a:pt x="4120905" y="14916"/>
                </a:lnTo>
                <a:close/>
                <a:lnTo>
                  <a:pt x="4122305" y="13555"/>
                </a:lnTo>
                <a:close/>
                <a:lnTo>
                  <a:pt x="4123662" y="12257"/>
                </a:lnTo>
                <a:close/>
                <a:lnTo>
                  <a:pt x="4124977" y="11023"/>
                </a:lnTo>
                <a:close/>
                <a:lnTo>
                  <a:pt x="4126249" y="9854"/>
                </a:lnTo>
                <a:close/>
                <a:lnTo>
                  <a:pt x="4127478" y="8748"/>
                </a:lnTo>
                <a:close/>
                <a:lnTo>
                  <a:pt x="4128664" y="7708"/>
                </a:lnTo>
                <a:close/>
                <a:lnTo>
                  <a:pt x="4129807" y="6732"/>
                </a:lnTo>
                <a:close/>
                <a:lnTo>
                  <a:pt x="4130908" y="5821"/>
                </a:lnTo>
                <a:close/>
                <a:lnTo>
                  <a:pt x="4131966" y="4976"/>
                </a:lnTo>
                <a:close/>
                <a:lnTo>
                  <a:pt x="4132981" y="4195"/>
                </a:lnTo>
                <a:close/>
                <a:lnTo>
                  <a:pt x="4133953" y="3481"/>
                </a:lnTo>
                <a:close/>
                <a:lnTo>
                  <a:pt x="4134882" y="2833"/>
                </a:lnTo>
                <a:close/>
                <a:lnTo>
                  <a:pt x="4135768" y="2250"/>
                </a:lnTo>
                <a:close/>
                <a:lnTo>
                  <a:pt x="4136611" y="1734"/>
                </a:lnTo>
                <a:close/>
                <a:lnTo>
                  <a:pt x="4137412" y="1285"/>
                </a:lnTo>
                <a:close/>
                <a:lnTo>
                  <a:pt x="4138169" y="902"/>
                </a:lnTo>
                <a:close/>
                <a:lnTo>
                  <a:pt x="4138883" y="587"/>
                </a:lnTo>
                <a:close/>
                <a:lnTo>
                  <a:pt x="4139555" y="339"/>
                </a:lnTo>
                <a:close/>
                <a:lnTo>
                  <a:pt x="4140183" y="158"/>
                </a:lnTo>
                <a:close/>
                <a:lnTo>
                  <a:pt x="4140769" y="45"/>
                </a:lnTo>
                <a:close/>
                <a:lnTo>
                  <a:pt x="4141311" y="0"/>
                </a:lnTo>
                <a:close/>
                <a:lnTo>
                  <a:pt x="4141810" y="23"/>
                </a:lnTo>
                <a:close/>
                <a:lnTo>
                  <a:pt x="4142266" y="114"/>
                </a:lnTo>
                <a:close/>
                <a:lnTo>
                  <a:pt x="4142679" y="275"/>
                </a:lnTo>
                <a:close/>
                <a:lnTo>
                  <a:pt x="4143049" y="504"/>
                </a:lnTo>
                <a:close/>
                <a:lnTo>
                  <a:pt x="4143376" y="802"/>
                </a:lnTo>
                <a:close/>
                <a:lnTo>
                  <a:pt x="4143659" y="1169"/>
                </a:lnTo>
                <a:close/>
                <a:lnTo>
                  <a:pt x="4143900" y="1606"/>
                </a:lnTo>
                <a:close/>
                <a:lnTo>
                  <a:pt x="4144097" y="2112"/>
                </a:lnTo>
                <a:close/>
                <a:lnTo>
                  <a:pt x="4144251" y="2689"/>
                </a:lnTo>
                <a:close/>
                <a:lnTo>
                  <a:pt x="4144362" y="3336"/>
                </a:lnTo>
                <a:close/>
                <a:lnTo>
                  <a:pt x="4144429" y="4053"/>
                </a:lnTo>
                <a:close/>
                <a:lnTo>
                  <a:pt x="4144454" y="4841"/>
                </a:lnTo>
                <a:close/>
                <a:lnTo>
                  <a:pt x="4144435" y="5699"/>
                </a:lnTo>
                <a:close/>
                <a:lnTo>
                  <a:pt x="4144373" y="6629"/>
                </a:lnTo>
                <a:close/>
                <a:lnTo>
                  <a:pt x="4144267" y="7630"/>
                </a:lnTo>
                <a:close/>
              </a:path>
            </a:pathLst>
          </a:custGeom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00800" y="-171450"/>
            <a:ext cx="1371600" cy="1371600"/>
          </a:xfrm>
          <a:custGeom>
            <a:avLst/>
            <a:gdLst/>
            <a:ahLst/>
            <a:cxnLst/>
            <a:rect l="l" t="t" r="r" b="b"/>
            <a:pathLst>
              <a:path w="1371600" h="1371600">
                <a:moveTo>
                  <a:pt x="0" y="1371600"/>
                </a:moveTo>
                <a:lnTo>
                  <a:pt x="137160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486400" y="-838962"/>
            <a:ext cx="3200400" cy="2857500"/>
          </a:xfrm>
          <a:custGeom>
            <a:avLst/>
            <a:gdLst/>
            <a:ahLst/>
            <a:cxnLst/>
            <a:rect l="l" t="t" r="r" b="b"/>
            <a:pathLst>
              <a:path w="3200400" h="2857500">
                <a:moveTo>
                  <a:pt x="0" y="2857500"/>
                </a:moveTo>
                <a:lnTo>
                  <a:pt x="3200400" y="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572000.0" y="1200150.0"/>
            <a:ext cx="3200400.0" cy="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400800.0" y="1200150.0"/>
            <a:ext cx="0.0" cy="137160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0.0" y="-171450.0"/>
            <a:ext cx="3200400.0" cy="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7772400.0" y="-171450.0"/>
            <a:ext cx="0.0" cy="274320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311900" y="1111250"/>
            <a:ext cx="177800" cy="17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683500" y="-260350"/>
            <a:ext cx="177800" cy="17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H="1">
            <a:off x="6629400.0" y="2754630.0"/>
            <a:ext cx="914400.0" cy="0.0"/>
          </a:xfrm>
          <a:prstGeom prst="line">
            <a:avLst/>
          </a:prstGeom>
          <a:ln w="152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04000" y="-117475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y=f(x)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3600" y="-48895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f(a + \Delta 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9360" y="88265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f(a)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9400" y="248285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6800" y="248285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8400" y="248285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a + \Delta 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2600" y="111125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\Delta 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5560" y="19685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\Delta 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8200" y="74549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9800" y="-71755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2800" y="-991870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