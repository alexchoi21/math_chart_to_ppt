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0.0" y="2571750.0"/>
            <a:ext cx="45720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285750.0"/>
            <a:ext cx="0.0" cy="45720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4594860.0" y="2535174.0"/>
            <a:ext cx="22860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4617720.0" y="2521458.0"/>
            <a:ext cx="22860.0" cy="13716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640580.0" y="2503170.0"/>
            <a:ext cx="22860.0" cy="18288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663440.0" y="2480310.0"/>
            <a:ext cx="22860.0" cy="2286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686300.0" y="2452878.0"/>
            <a:ext cx="22860.0" cy="27432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709160.0" y="2420874.0"/>
            <a:ext cx="22860.0" cy="3200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732020.0" y="2384298.0"/>
            <a:ext cx="22860.0" cy="36576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54880.0" y="2338578.0"/>
            <a:ext cx="22860.0" cy="4572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777740.0" y="2288286.0"/>
            <a:ext cx="22860.0" cy="50292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800600.0" y="2233422.0"/>
            <a:ext cx="22860.0" cy="5486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823460.0" y="2169414.0"/>
            <a:ext cx="22860.0" cy="64008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846320.0" y="2100834.0"/>
            <a:ext cx="22860.0" cy="6858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869180.0" y="2023110.0"/>
            <a:ext cx="22860.0" cy="7772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892040.0" y="1940814.0"/>
            <a:ext cx="22860.0" cy="82296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914900.0" y="1849374.0"/>
            <a:ext cx="22860.0" cy="9144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937760.0" y="1753362.0"/>
            <a:ext cx="22860.0" cy="96012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960620.0" y="1648206.0"/>
            <a:ext cx="22860.0" cy="105156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983480.0" y="1533906.0"/>
            <a:ext cx="22860.0" cy="11430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006340.0" y="1415034.0"/>
            <a:ext cx="22860.0" cy="118872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029200.0" y="1287018.0"/>
            <a:ext cx="22860.0" cy="128016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052060.0" y="1149858.0"/>
            <a:ext cx="22860.0" cy="137160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074920.0" y="1003554.0"/>
            <a:ext cx="22860.0" cy="14630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097780.0" y="852678.0"/>
            <a:ext cx="22860.0" cy="150876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120640.0" y="688086.0"/>
            <a:ext cx="22860.0" cy="164592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991100" y="1376934"/>
            <a:ext cx="76200" cy="762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1415034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$f(a)$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66319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$a$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