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6576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628650.0"/>
            <a:ext cx="0.0" cy="3657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285750"/>
            <a:ext cx="1828800" cy="1600200"/>
          </a:xfrm>
          <a:custGeom>
            <a:avLst/>
            <a:gdLst/>
            <a:ahLst/>
            <a:cxnLst/>
            <a:rect l="l" t="t" r="r" b="b"/>
            <a:pathLst>
              <a:path w="1828800" h="1600200">
                <a:moveTo>
                  <a:pt x="0" y="1600200"/>
                </a:moveTo>
                <a:lnTo>
                  <a:pt x="3053" y="1594862"/>
                </a:lnTo>
                <a:close/>
                <a:lnTo>
                  <a:pt x="6106" y="1589532"/>
                </a:lnTo>
                <a:close/>
                <a:lnTo>
                  <a:pt x="9159" y="1584211"/>
                </a:lnTo>
                <a:close/>
                <a:lnTo>
                  <a:pt x="12212" y="1578900"/>
                </a:lnTo>
                <a:close/>
                <a:lnTo>
                  <a:pt x="15265" y="1573597"/>
                </a:lnTo>
                <a:close/>
                <a:lnTo>
                  <a:pt x="18319" y="1568303"/>
                </a:lnTo>
                <a:close/>
                <a:lnTo>
                  <a:pt x="21372" y="1563018"/>
                </a:lnTo>
                <a:close/>
                <a:lnTo>
                  <a:pt x="24425" y="1557742"/>
                </a:lnTo>
                <a:close/>
                <a:lnTo>
                  <a:pt x="27478" y="1552475"/>
                </a:lnTo>
                <a:close/>
                <a:lnTo>
                  <a:pt x="30531" y="1547217"/>
                </a:lnTo>
                <a:close/>
                <a:lnTo>
                  <a:pt x="33584" y="1541968"/>
                </a:lnTo>
                <a:close/>
                <a:lnTo>
                  <a:pt x="36637" y="1536727"/>
                </a:lnTo>
                <a:close/>
                <a:lnTo>
                  <a:pt x="39690" y="1531496"/>
                </a:lnTo>
                <a:close/>
                <a:lnTo>
                  <a:pt x="42743" y="1526273"/>
                </a:lnTo>
                <a:close/>
                <a:lnTo>
                  <a:pt x="45796" y="1521060"/>
                </a:lnTo>
                <a:close/>
                <a:lnTo>
                  <a:pt x="48849" y="1515855"/>
                </a:lnTo>
                <a:close/>
                <a:lnTo>
                  <a:pt x="51903" y="1510660"/>
                </a:lnTo>
                <a:close/>
                <a:lnTo>
                  <a:pt x="54956" y="1505473"/>
                </a:lnTo>
                <a:close/>
                <a:lnTo>
                  <a:pt x="58009" y="1500295"/>
                </a:lnTo>
                <a:close/>
                <a:lnTo>
                  <a:pt x="61062" y="1495126"/>
                </a:lnTo>
                <a:close/>
                <a:lnTo>
                  <a:pt x="64115" y="1489966"/>
                </a:lnTo>
                <a:close/>
                <a:lnTo>
                  <a:pt x="67168" y="1484815"/>
                </a:lnTo>
                <a:close/>
                <a:lnTo>
                  <a:pt x="70221" y="1479672"/>
                </a:lnTo>
                <a:close/>
                <a:lnTo>
                  <a:pt x="73274" y="1474539"/>
                </a:lnTo>
                <a:close/>
                <a:lnTo>
                  <a:pt x="76327" y="1469415"/>
                </a:lnTo>
                <a:close/>
                <a:lnTo>
                  <a:pt x="79380" y="1464299"/>
                </a:lnTo>
                <a:close/>
                <a:lnTo>
                  <a:pt x="82433" y="1459193"/>
                </a:lnTo>
                <a:close/>
                <a:lnTo>
                  <a:pt x="85486" y="1454095"/>
                </a:lnTo>
                <a:close/>
                <a:lnTo>
                  <a:pt x="88540" y="1449006"/>
                </a:lnTo>
                <a:close/>
                <a:lnTo>
                  <a:pt x="91593" y="1443927"/>
                </a:lnTo>
                <a:close/>
                <a:lnTo>
                  <a:pt x="94646" y="1438856"/>
                </a:lnTo>
                <a:close/>
                <a:lnTo>
                  <a:pt x="97699" y="1433794"/>
                </a:lnTo>
                <a:close/>
                <a:lnTo>
                  <a:pt x="100752" y="1428741"/>
                </a:lnTo>
                <a:close/>
                <a:lnTo>
                  <a:pt x="103805" y="1423697"/>
                </a:lnTo>
                <a:close/>
                <a:lnTo>
                  <a:pt x="106858" y="1418662"/>
                </a:lnTo>
                <a:close/>
                <a:lnTo>
                  <a:pt x="109911" y="1413635"/>
                </a:lnTo>
                <a:close/>
                <a:lnTo>
                  <a:pt x="112964" y="1408618"/>
                </a:lnTo>
                <a:close/>
                <a:lnTo>
                  <a:pt x="116017" y="1403610"/>
                </a:lnTo>
                <a:close/>
                <a:lnTo>
                  <a:pt x="119070" y="1398610"/>
                </a:lnTo>
                <a:close/>
                <a:lnTo>
                  <a:pt x="122124" y="1393620"/>
                </a:lnTo>
                <a:close/>
                <a:lnTo>
                  <a:pt x="125177" y="1388638"/>
                </a:lnTo>
                <a:close/>
                <a:lnTo>
                  <a:pt x="128230" y="1383665"/>
                </a:lnTo>
                <a:close/>
                <a:lnTo>
                  <a:pt x="131283" y="1378701"/>
                </a:lnTo>
                <a:close/>
                <a:lnTo>
                  <a:pt x="134336" y="1373746"/>
                </a:lnTo>
                <a:close/>
                <a:lnTo>
                  <a:pt x="137389" y="1368800"/>
                </a:lnTo>
                <a:close/>
                <a:lnTo>
                  <a:pt x="140442" y="1363863"/>
                </a:lnTo>
                <a:close/>
                <a:lnTo>
                  <a:pt x="143495" y="1358935"/>
                </a:lnTo>
                <a:close/>
                <a:lnTo>
                  <a:pt x="146548" y="1354016"/>
                </a:lnTo>
                <a:close/>
                <a:lnTo>
                  <a:pt x="149601" y="1349106"/>
                </a:lnTo>
                <a:close/>
                <a:lnTo>
                  <a:pt x="152654" y="1344204"/>
                </a:lnTo>
                <a:close/>
                <a:lnTo>
                  <a:pt x="155708" y="1339312"/>
                </a:lnTo>
                <a:close/>
                <a:lnTo>
                  <a:pt x="158761" y="1334428"/>
                </a:lnTo>
                <a:close/>
                <a:lnTo>
                  <a:pt x="161814" y="1329554"/>
                </a:lnTo>
                <a:close/>
                <a:lnTo>
                  <a:pt x="164867" y="1324688"/>
                </a:lnTo>
                <a:close/>
                <a:lnTo>
                  <a:pt x="167920" y="1319831"/>
                </a:lnTo>
                <a:close/>
                <a:lnTo>
                  <a:pt x="170973" y="1314983"/>
                </a:lnTo>
                <a:close/>
                <a:lnTo>
                  <a:pt x="174026" y="1310144"/>
                </a:lnTo>
                <a:close/>
                <a:lnTo>
                  <a:pt x="177079" y="1305314"/>
                </a:lnTo>
                <a:close/>
                <a:lnTo>
                  <a:pt x="180132" y="1300493"/>
                </a:lnTo>
                <a:close/>
                <a:lnTo>
                  <a:pt x="183185" y="1295681"/>
                </a:lnTo>
                <a:close/>
                <a:lnTo>
                  <a:pt x="186238" y="1290878"/>
                </a:lnTo>
                <a:close/>
                <a:lnTo>
                  <a:pt x="189291" y="1286084"/>
                </a:lnTo>
                <a:close/>
                <a:lnTo>
                  <a:pt x="192345" y="1281298"/>
                </a:lnTo>
                <a:close/>
                <a:lnTo>
                  <a:pt x="195398" y="1276522"/>
                </a:lnTo>
                <a:close/>
                <a:lnTo>
                  <a:pt x="198451" y="1271754"/>
                </a:lnTo>
                <a:close/>
                <a:lnTo>
                  <a:pt x="201504" y="1266995"/>
                </a:lnTo>
                <a:close/>
                <a:lnTo>
                  <a:pt x="204557" y="1262246"/>
                </a:lnTo>
                <a:close/>
                <a:lnTo>
                  <a:pt x="207610" y="1257505"/>
                </a:lnTo>
                <a:close/>
                <a:lnTo>
                  <a:pt x="210663" y="1252773"/>
                </a:lnTo>
                <a:close/>
                <a:lnTo>
                  <a:pt x="213716" y="1248050"/>
                </a:lnTo>
                <a:close/>
                <a:lnTo>
                  <a:pt x="216769" y="1243336"/>
                </a:lnTo>
                <a:close/>
                <a:lnTo>
                  <a:pt x="219822" y="1238631"/>
                </a:lnTo>
                <a:close/>
                <a:lnTo>
                  <a:pt x="222875" y="1233935"/>
                </a:lnTo>
                <a:close/>
                <a:lnTo>
                  <a:pt x="225929" y="1229247"/>
                </a:lnTo>
                <a:close/>
                <a:lnTo>
                  <a:pt x="228982" y="1224569"/>
                </a:lnTo>
                <a:close/>
                <a:lnTo>
                  <a:pt x="232035" y="1219899"/>
                </a:lnTo>
                <a:close/>
                <a:lnTo>
                  <a:pt x="235088" y="1215239"/>
                </a:lnTo>
                <a:close/>
                <a:lnTo>
                  <a:pt x="238141" y="1210587"/>
                </a:lnTo>
                <a:close/>
                <a:lnTo>
                  <a:pt x="241194" y="1205944"/>
                </a:lnTo>
                <a:close/>
                <a:lnTo>
                  <a:pt x="244247" y="1201311"/>
                </a:lnTo>
                <a:close/>
                <a:lnTo>
                  <a:pt x="247300" y="1196686"/>
                </a:lnTo>
                <a:close/>
                <a:lnTo>
                  <a:pt x="250353" y="1192070"/>
                </a:lnTo>
                <a:close/>
                <a:lnTo>
                  <a:pt x="253406" y="1187463"/>
                </a:lnTo>
                <a:close/>
                <a:lnTo>
                  <a:pt x="256459" y="1182865"/>
                </a:lnTo>
                <a:close/>
                <a:lnTo>
                  <a:pt x="259513" y="1178276"/>
                </a:lnTo>
                <a:close/>
                <a:lnTo>
                  <a:pt x="262566" y="1173695"/>
                </a:lnTo>
                <a:close/>
                <a:lnTo>
                  <a:pt x="265619" y="1169124"/>
                </a:lnTo>
                <a:close/>
                <a:lnTo>
                  <a:pt x="268672" y="1164561"/>
                </a:lnTo>
                <a:close/>
                <a:lnTo>
                  <a:pt x="271725" y="1160008"/>
                </a:lnTo>
                <a:close/>
                <a:lnTo>
                  <a:pt x="274778" y="1155463"/>
                </a:lnTo>
                <a:close/>
                <a:lnTo>
                  <a:pt x="277831" y="1150928"/>
                </a:lnTo>
                <a:close/>
                <a:lnTo>
                  <a:pt x="280884" y="1146401"/>
                </a:lnTo>
                <a:close/>
                <a:lnTo>
                  <a:pt x="283937" y="1141883"/>
                </a:lnTo>
                <a:close/>
                <a:lnTo>
                  <a:pt x="286990" y="1137374"/>
                </a:lnTo>
                <a:close/>
                <a:lnTo>
                  <a:pt x="290043" y="1132874"/>
                </a:lnTo>
                <a:close/>
                <a:lnTo>
                  <a:pt x="293096" y="1128383"/>
                </a:lnTo>
                <a:close/>
                <a:lnTo>
                  <a:pt x="296150" y="1123901"/>
                </a:lnTo>
                <a:close/>
                <a:lnTo>
                  <a:pt x="299203" y="1119428"/>
                </a:lnTo>
                <a:close/>
                <a:lnTo>
                  <a:pt x="302256" y="1114963"/>
                </a:lnTo>
                <a:close/>
                <a:lnTo>
                  <a:pt x="305309" y="1110508"/>
                </a:lnTo>
                <a:close/>
                <a:lnTo>
                  <a:pt x="308362" y="1106062"/>
                </a:lnTo>
                <a:close/>
                <a:lnTo>
                  <a:pt x="311415" y="1101624"/>
                </a:lnTo>
                <a:close/>
                <a:lnTo>
                  <a:pt x="314468" y="1097195"/>
                </a:lnTo>
                <a:close/>
                <a:lnTo>
                  <a:pt x="317521" y="1092776"/>
                </a:lnTo>
                <a:close/>
                <a:lnTo>
                  <a:pt x="320574" y="1088365"/>
                </a:lnTo>
                <a:close/>
                <a:lnTo>
                  <a:pt x="323627" y="1083963"/>
                </a:lnTo>
                <a:close/>
                <a:lnTo>
                  <a:pt x="326680" y="1079570"/>
                </a:lnTo>
                <a:close/>
                <a:lnTo>
                  <a:pt x="329734" y="1075186"/>
                </a:lnTo>
                <a:close/>
                <a:lnTo>
                  <a:pt x="332787" y="1070811"/>
                </a:lnTo>
                <a:close/>
                <a:lnTo>
                  <a:pt x="335840" y="1066445"/>
                </a:lnTo>
                <a:close/>
                <a:lnTo>
                  <a:pt x="338893" y="1062087"/>
                </a:lnTo>
                <a:close/>
                <a:lnTo>
                  <a:pt x="341946" y="1057739"/>
                </a:lnTo>
                <a:close/>
                <a:lnTo>
                  <a:pt x="344999" y="1053400"/>
                </a:lnTo>
                <a:close/>
                <a:lnTo>
                  <a:pt x="348052" y="1049069"/>
                </a:lnTo>
                <a:close/>
                <a:lnTo>
                  <a:pt x="351105" y="1044748"/>
                </a:lnTo>
                <a:close/>
                <a:lnTo>
                  <a:pt x="354158" y="1040435"/>
                </a:lnTo>
                <a:close/>
                <a:lnTo>
                  <a:pt x="357211" y="1036131"/>
                </a:lnTo>
                <a:close/>
                <a:lnTo>
                  <a:pt x="360264" y="1031836"/>
                </a:lnTo>
                <a:close/>
                <a:lnTo>
                  <a:pt x="363318" y="1027550"/>
                </a:lnTo>
                <a:close/>
                <a:lnTo>
                  <a:pt x="366371" y="1023273"/>
                </a:lnTo>
                <a:close/>
                <a:lnTo>
                  <a:pt x="369424" y="1019005"/>
                </a:lnTo>
                <a:close/>
                <a:lnTo>
                  <a:pt x="372477" y="1014746"/>
                </a:lnTo>
                <a:close/>
                <a:lnTo>
                  <a:pt x="375530" y="1010496"/>
                </a:lnTo>
                <a:close/>
                <a:lnTo>
                  <a:pt x="378583" y="1006255"/>
                </a:lnTo>
                <a:close/>
                <a:lnTo>
                  <a:pt x="381636" y="1002022"/>
                </a:lnTo>
                <a:close/>
                <a:lnTo>
                  <a:pt x="384689" y="997799"/>
                </a:lnTo>
                <a:close/>
                <a:lnTo>
                  <a:pt x="387742" y="993584"/>
                </a:lnTo>
                <a:close/>
                <a:lnTo>
                  <a:pt x="390795" y="989378"/>
                </a:lnTo>
                <a:close/>
                <a:lnTo>
                  <a:pt x="393848" y="985182"/>
                </a:lnTo>
                <a:close/>
                <a:lnTo>
                  <a:pt x="396902" y="980994"/>
                </a:lnTo>
                <a:close/>
                <a:lnTo>
                  <a:pt x="399955" y="976815"/>
                </a:lnTo>
                <a:close/>
                <a:lnTo>
                  <a:pt x="403008" y="972645"/>
                </a:lnTo>
                <a:close/>
                <a:lnTo>
                  <a:pt x="406061" y="968484"/>
                </a:lnTo>
                <a:close/>
                <a:lnTo>
                  <a:pt x="409114" y="964332"/>
                </a:lnTo>
                <a:close/>
                <a:lnTo>
                  <a:pt x="412167" y="960189"/>
                </a:lnTo>
                <a:close/>
                <a:lnTo>
                  <a:pt x="415220" y="956054"/>
                </a:lnTo>
                <a:close/>
                <a:lnTo>
                  <a:pt x="418273" y="951929"/>
                </a:lnTo>
                <a:close/>
                <a:lnTo>
                  <a:pt x="421326" y="947813"/>
                </a:lnTo>
                <a:close/>
                <a:lnTo>
                  <a:pt x="424379" y="943705"/>
                </a:lnTo>
                <a:close/>
                <a:lnTo>
                  <a:pt x="427432" y="939606"/>
                </a:lnTo>
                <a:close/>
                <a:lnTo>
                  <a:pt x="430485" y="935517"/>
                </a:lnTo>
                <a:close/>
                <a:lnTo>
                  <a:pt x="433539" y="931436"/>
                </a:lnTo>
                <a:close/>
                <a:lnTo>
                  <a:pt x="436592" y="927364"/>
                </a:lnTo>
                <a:close/>
                <a:lnTo>
                  <a:pt x="439645" y="923301"/>
                </a:lnTo>
                <a:close/>
                <a:lnTo>
                  <a:pt x="442698" y="919247"/>
                </a:lnTo>
                <a:close/>
                <a:lnTo>
                  <a:pt x="445751" y="915202"/>
                </a:lnTo>
                <a:close/>
                <a:lnTo>
                  <a:pt x="448804" y="911166"/>
                </a:lnTo>
                <a:close/>
                <a:lnTo>
                  <a:pt x="451857" y="907139"/>
                </a:lnTo>
                <a:close/>
                <a:lnTo>
                  <a:pt x="454910" y="903120"/>
                </a:lnTo>
                <a:close/>
                <a:lnTo>
                  <a:pt x="457963" y="899111"/>
                </a:lnTo>
                <a:close/>
                <a:lnTo>
                  <a:pt x="461016" y="895110"/>
                </a:lnTo>
                <a:close/>
                <a:lnTo>
                  <a:pt x="464069" y="891119"/>
                </a:lnTo>
                <a:close/>
                <a:lnTo>
                  <a:pt x="467123" y="887136"/>
                </a:lnTo>
                <a:close/>
                <a:lnTo>
                  <a:pt x="470176" y="883163"/>
                </a:lnTo>
                <a:close/>
                <a:lnTo>
                  <a:pt x="473229" y="879198"/>
                </a:lnTo>
                <a:close/>
                <a:lnTo>
                  <a:pt x="476282" y="875242"/>
                </a:lnTo>
                <a:close/>
                <a:lnTo>
                  <a:pt x="479335" y="871295"/>
                </a:lnTo>
                <a:close/>
                <a:lnTo>
                  <a:pt x="482388" y="867357"/>
                </a:lnTo>
                <a:close/>
                <a:lnTo>
                  <a:pt x="485441" y="863428"/>
                </a:lnTo>
                <a:close/>
                <a:lnTo>
                  <a:pt x="488494" y="859507"/>
                </a:lnTo>
                <a:close/>
                <a:lnTo>
                  <a:pt x="491547" y="855596"/>
                </a:lnTo>
                <a:close/>
                <a:lnTo>
                  <a:pt x="494600" y="851694"/>
                </a:lnTo>
                <a:close/>
                <a:lnTo>
                  <a:pt x="497653" y="847800"/>
                </a:lnTo>
                <a:close/>
                <a:lnTo>
                  <a:pt x="500707" y="843916"/>
                </a:lnTo>
                <a:close/>
                <a:lnTo>
                  <a:pt x="503760" y="840040"/>
                </a:lnTo>
                <a:close/>
                <a:lnTo>
                  <a:pt x="506813" y="836174"/>
                </a:lnTo>
                <a:close/>
                <a:lnTo>
                  <a:pt x="509866" y="832316"/>
                </a:lnTo>
                <a:close/>
                <a:lnTo>
                  <a:pt x="512919" y="828467"/>
                </a:lnTo>
                <a:close/>
                <a:lnTo>
                  <a:pt x="515972" y="824627"/>
                </a:lnTo>
                <a:close/>
                <a:lnTo>
                  <a:pt x="519025" y="820796"/>
                </a:lnTo>
                <a:close/>
                <a:lnTo>
                  <a:pt x="522078" y="816974"/>
                </a:lnTo>
                <a:close/>
                <a:lnTo>
                  <a:pt x="525131" y="813161"/>
                </a:lnTo>
                <a:close/>
                <a:lnTo>
                  <a:pt x="528184" y="809356"/>
                </a:lnTo>
                <a:close/>
                <a:lnTo>
                  <a:pt x="531237" y="805561"/>
                </a:lnTo>
                <a:close/>
                <a:lnTo>
                  <a:pt x="534290" y="801775"/>
                </a:lnTo>
                <a:close/>
                <a:lnTo>
                  <a:pt x="537344" y="797997"/>
                </a:lnTo>
                <a:close/>
                <a:lnTo>
                  <a:pt x="540397" y="794229"/>
                </a:lnTo>
                <a:close/>
                <a:lnTo>
                  <a:pt x="543450" y="790469"/>
                </a:lnTo>
                <a:close/>
                <a:lnTo>
                  <a:pt x="546503" y="786718"/>
                </a:lnTo>
                <a:close/>
                <a:lnTo>
                  <a:pt x="549556" y="782976"/>
                </a:lnTo>
                <a:close/>
                <a:lnTo>
                  <a:pt x="552609" y="779243"/>
                </a:lnTo>
                <a:close/>
                <a:lnTo>
                  <a:pt x="555662" y="775520"/>
                </a:lnTo>
                <a:close/>
                <a:lnTo>
                  <a:pt x="558715" y="771804"/>
                </a:lnTo>
                <a:close/>
                <a:lnTo>
                  <a:pt x="561768" y="768098"/>
                </a:lnTo>
                <a:close/>
                <a:lnTo>
                  <a:pt x="564821" y="764401"/>
                </a:lnTo>
                <a:close/>
                <a:lnTo>
                  <a:pt x="567874" y="760713"/>
                </a:lnTo>
                <a:close/>
                <a:lnTo>
                  <a:pt x="570928" y="757033"/>
                </a:lnTo>
                <a:close/>
                <a:lnTo>
                  <a:pt x="573981" y="753363"/>
                </a:lnTo>
                <a:close/>
                <a:lnTo>
                  <a:pt x="577034" y="749701"/>
                </a:lnTo>
                <a:close/>
                <a:lnTo>
                  <a:pt x="580087" y="746049"/>
                </a:lnTo>
                <a:close/>
                <a:lnTo>
                  <a:pt x="583140" y="742405"/>
                </a:lnTo>
                <a:close/>
                <a:lnTo>
                  <a:pt x="586193" y="738770"/>
                </a:lnTo>
                <a:close/>
                <a:lnTo>
                  <a:pt x="589246" y="735144"/>
                </a:lnTo>
                <a:close/>
                <a:lnTo>
                  <a:pt x="592299" y="731528"/>
                </a:lnTo>
                <a:close/>
                <a:lnTo>
                  <a:pt x="595352" y="727919"/>
                </a:lnTo>
                <a:close/>
                <a:lnTo>
                  <a:pt x="598405" y="724320"/>
                </a:lnTo>
                <a:close/>
                <a:lnTo>
                  <a:pt x="601458" y="720730"/>
                </a:lnTo>
                <a:close/>
                <a:lnTo>
                  <a:pt x="604512" y="717149"/>
                </a:lnTo>
                <a:close/>
                <a:lnTo>
                  <a:pt x="607565" y="713577"/>
                </a:lnTo>
                <a:close/>
                <a:lnTo>
                  <a:pt x="610618" y="710013"/>
                </a:lnTo>
                <a:close/>
                <a:lnTo>
                  <a:pt x="613671" y="706459"/>
                </a:lnTo>
                <a:close/>
                <a:lnTo>
                  <a:pt x="616724" y="702913"/>
                </a:lnTo>
                <a:close/>
                <a:lnTo>
                  <a:pt x="619777" y="699376"/>
                </a:lnTo>
                <a:close/>
                <a:lnTo>
                  <a:pt x="622830" y="695849"/>
                </a:lnTo>
                <a:close/>
                <a:lnTo>
                  <a:pt x="625883" y="692330"/>
                </a:lnTo>
                <a:close/>
                <a:lnTo>
                  <a:pt x="628936" y="688820"/>
                </a:lnTo>
                <a:close/>
                <a:lnTo>
                  <a:pt x="631989" y="685319"/>
                </a:lnTo>
                <a:close/>
                <a:lnTo>
                  <a:pt x="635042" y="681827"/>
                </a:lnTo>
                <a:close/>
                <a:lnTo>
                  <a:pt x="638095" y="678344"/>
                </a:lnTo>
                <a:close/>
                <a:lnTo>
                  <a:pt x="641149" y="674870"/>
                </a:lnTo>
                <a:close/>
                <a:lnTo>
                  <a:pt x="644202" y="671404"/>
                </a:lnTo>
                <a:close/>
                <a:lnTo>
                  <a:pt x="647255" y="667948"/>
                </a:lnTo>
                <a:close/>
                <a:lnTo>
                  <a:pt x="650308" y="664500"/>
                </a:lnTo>
                <a:close/>
                <a:lnTo>
                  <a:pt x="653361" y="661062"/>
                </a:lnTo>
                <a:close/>
                <a:lnTo>
                  <a:pt x="656414" y="657632"/>
                </a:lnTo>
                <a:close/>
                <a:lnTo>
                  <a:pt x="659467" y="654211"/>
                </a:lnTo>
                <a:close/>
                <a:lnTo>
                  <a:pt x="662520" y="650800"/>
                </a:lnTo>
                <a:close/>
                <a:lnTo>
                  <a:pt x="665573" y="647397"/>
                </a:lnTo>
                <a:close/>
                <a:lnTo>
                  <a:pt x="668626" y="644003"/>
                </a:lnTo>
                <a:close/>
                <a:lnTo>
                  <a:pt x="671679" y="640618"/>
                </a:lnTo>
                <a:close/>
                <a:lnTo>
                  <a:pt x="674733" y="637242"/>
                </a:lnTo>
                <a:close/>
                <a:lnTo>
                  <a:pt x="677786" y="633875"/>
                </a:lnTo>
                <a:close/>
                <a:lnTo>
                  <a:pt x="680839" y="630516"/>
                </a:lnTo>
                <a:close/>
                <a:lnTo>
                  <a:pt x="683892" y="627167"/>
                </a:lnTo>
                <a:close/>
                <a:lnTo>
                  <a:pt x="686945" y="623827"/>
                </a:lnTo>
                <a:close/>
                <a:lnTo>
                  <a:pt x="689998" y="620495"/>
                </a:lnTo>
                <a:close/>
                <a:lnTo>
                  <a:pt x="693051" y="617172"/>
                </a:lnTo>
                <a:close/>
                <a:lnTo>
                  <a:pt x="696104" y="613859"/>
                </a:lnTo>
                <a:close/>
                <a:lnTo>
                  <a:pt x="699157" y="610554"/>
                </a:lnTo>
                <a:close/>
                <a:lnTo>
                  <a:pt x="702210" y="607258"/>
                </a:lnTo>
                <a:close/>
                <a:lnTo>
                  <a:pt x="705263" y="603971"/>
                </a:lnTo>
                <a:close/>
                <a:lnTo>
                  <a:pt x="708317" y="600693"/>
                </a:lnTo>
                <a:close/>
                <a:lnTo>
                  <a:pt x="711370" y="597424"/>
                </a:lnTo>
                <a:close/>
                <a:lnTo>
                  <a:pt x="714423" y="594164"/>
                </a:lnTo>
                <a:close/>
                <a:lnTo>
                  <a:pt x="717476" y="590913"/>
                </a:lnTo>
                <a:close/>
                <a:lnTo>
                  <a:pt x="720529" y="587670"/>
                </a:lnTo>
                <a:close/>
                <a:lnTo>
                  <a:pt x="723582" y="584437"/>
                </a:lnTo>
                <a:close/>
                <a:lnTo>
                  <a:pt x="726635" y="581213"/>
                </a:lnTo>
                <a:close/>
                <a:lnTo>
                  <a:pt x="729688" y="577997"/>
                </a:lnTo>
                <a:close/>
                <a:lnTo>
                  <a:pt x="732741" y="574790"/>
                </a:lnTo>
                <a:close/>
                <a:lnTo>
                  <a:pt x="735794" y="571593"/>
                </a:lnTo>
                <a:close/>
                <a:lnTo>
                  <a:pt x="738847" y="568404"/>
                </a:lnTo>
                <a:close/>
                <a:lnTo>
                  <a:pt x="741901" y="565224"/>
                </a:lnTo>
                <a:close/>
                <a:lnTo>
                  <a:pt x="744954" y="562053"/>
                </a:lnTo>
                <a:close/>
                <a:lnTo>
                  <a:pt x="748007" y="558891"/>
                </a:lnTo>
                <a:close/>
                <a:lnTo>
                  <a:pt x="751060" y="555738"/>
                </a:lnTo>
                <a:close/>
                <a:lnTo>
                  <a:pt x="754113" y="552594"/>
                </a:lnTo>
                <a:close/>
                <a:lnTo>
                  <a:pt x="757166" y="549458"/>
                </a:lnTo>
                <a:close/>
                <a:lnTo>
                  <a:pt x="760219" y="546332"/>
                </a:lnTo>
                <a:close/>
                <a:lnTo>
                  <a:pt x="763272" y="543215"/>
                </a:lnTo>
                <a:close/>
                <a:lnTo>
                  <a:pt x="766325" y="540106"/>
                </a:lnTo>
                <a:close/>
                <a:lnTo>
                  <a:pt x="769378" y="537007"/>
                </a:lnTo>
                <a:close/>
                <a:lnTo>
                  <a:pt x="772431" y="533916"/>
                </a:lnTo>
                <a:close/>
                <a:lnTo>
                  <a:pt x="775484" y="530834"/>
                </a:lnTo>
                <a:close/>
                <a:lnTo>
                  <a:pt x="778538" y="527761"/>
                </a:lnTo>
                <a:close/>
                <a:lnTo>
                  <a:pt x="781591" y="524697"/>
                </a:lnTo>
                <a:close/>
                <a:lnTo>
                  <a:pt x="784644" y="521642"/>
                </a:lnTo>
                <a:close/>
                <a:lnTo>
                  <a:pt x="787697" y="518596"/>
                </a:lnTo>
                <a:close/>
                <a:lnTo>
                  <a:pt x="790750" y="515559"/>
                </a:lnTo>
                <a:close/>
                <a:lnTo>
                  <a:pt x="793803" y="512531"/>
                </a:lnTo>
                <a:close/>
                <a:lnTo>
                  <a:pt x="796856" y="509512"/>
                </a:lnTo>
                <a:close/>
                <a:lnTo>
                  <a:pt x="799909" y="506501"/>
                </a:lnTo>
                <a:close/>
                <a:lnTo>
                  <a:pt x="802962" y="503500"/>
                </a:lnTo>
                <a:close/>
                <a:lnTo>
                  <a:pt x="806015" y="500507"/>
                </a:lnTo>
                <a:close/>
                <a:lnTo>
                  <a:pt x="809068" y="497523"/>
                </a:lnTo>
                <a:close/>
                <a:lnTo>
                  <a:pt x="812122" y="494549"/>
                </a:lnTo>
                <a:close/>
                <a:lnTo>
                  <a:pt x="815175" y="491583"/>
                </a:lnTo>
                <a:close/>
                <a:lnTo>
                  <a:pt x="818228" y="488626"/>
                </a:lnTo>
                <a:close/>
                <a:lnTo>
                  <a:pt x="821281" y="485678"/>
                </a:lnTo>
                <a:close/>
                <a:lnTo>
                  <a:pt x="824334" y="482739"/>
                </a:lnTo>
                <a:close/>
                <a:lnTo>
                  <a:pt x="827387" y="479809"/>
                </a:lnTo>
                <a:close/>
                <a:lnTo>
                  <a:pt x="830440" y="476888"/>
                </a:lnTo>
                <a:close/>
                <a:lnTo>
                  <a:pt x="833493" y="473975"/>
                </a:lnTo>
                <a:close/>
                <a:lnTo>
                  <a:pt x="836546" y="471072"/>
                </a:lnTo>
                <a:close/>
                <a:lnTo>
                  <a:pt x="839599" y="468178"/>
                </a:lnTo>
                <a:close/>
                <a:lnTo>
                  <a:pt x="842652" y="465292"/>
                </a:lnTo>
                <a:close/>
                <a:lnTo>
                  <a:pt x="845706" y="462415"/>
                </a:lnTo>
                <a:close/>
                <a:lnTo>
                  <a:pt x="848759" y="459548"/>
                </a:lnTo>
                <a:close/>
                <a:lnTo>
                  <a:pt x="851812" y="456689"/>
                </a:lnTo>
                <a:close/>
                <a:lnTo>
                  <a:pt x="854865" y="453839"/>
                </a:lnTo>
                <a:close/>
                <a:lnTo>
                  <a:pt x="857918" y="450998"/>
                </a:lnTo>
                <a:close/>
                <a:lnTo>
                  <a:pt x="860971" y="448166"/>
                </a:lnTo>
                <a:close/>
                <a:lnTo>
                  <a:pt x="864024" y="445343"/>
                </a:lnTo>
                <a:close/>
                <a:lnTo>
                  <a:pt x="867077" y="442529"/>
                </a:lnTo>
                <a:close/>
                <a:lnTo>
                  <a:pt x="870130" y="439724"/>
                </a:lnTo>
                <a:close/>
                <a:lnTo>
                  <a:pt x="873183" y="436927"/>
                </a:lnTo>
                <a:close/>
                <a:lnTo>
                  <a:pt x="876236" y="434140"/>
                </a:lnTo>
                <a:close/>
                <a:lnTo>
                  <a:pt x="879289" y="431362"/>
                </a:lnTo>
                <a:close/>
                <a:lnTo>
                  <a:pt x="882343" y="428592"/>
                </a:lnTo>
                <a:close/>
                <a:lnTo>
                  <a:pt x="885396" y="425831"/>
                </a:lnTo>
                <a:close/>
                <a:lnTo>
                  <a:pt x="888449" y="423080"/>
                </a:lnTo>
                <a:close/>
                <a:lnTo>
                  <a:pt x="891502" y="420337"/>
                </a:lnTo>
                <a:close/>
                <a:lnTo>
                  <a:pt x="894555" y="417603"/>
                </a:lnTo>
                <a:close/>
                <a:lnTo>
                  <a:pt x="897608" y="414878"/>
                </a:lnTo>
                <a:close/>
                <a:lnTo>
                  <a:pt x="900661" y="412162"/>
                </a:lnTo>
                <a:close/>
                <a:lnTo>
                  <a:pt x="903714" y="409455"/>
                </a:lnTo>
                <a:close/>
                <a:lnTo>
                  <a:pt x="906767" y="406757"/>
                </a:lnTo>
                <a:close/>
                <a:lnTo>
                  <a:pt x="909820" y="404067"/>
                </a:lnTo>
                <a:close/>
                <a:lnTo>
                  <a:pt x="912873" y="401387"/>
                </a:lnTo>
                <a:close/>
                <a:lnTo>
                  <a:pt x="915927" y="398715"/>
                </a:lnTo>
                <a:close/>
                <a:lnTo>
                  <a:pt x="918980" y="396053"/>
                </a:lnTo>
                <a:close/>
                <a:lnTo>
                  <a:pt x="922033" y="393399"/>
                </a:lnTo>
                <a:close/>
                <a:lnTo>
                  <a:pt x="925086" y="390755"/>
                </a:lnTo>
                <a:close/>
                <a:lnTo>
                  <a:pt x="928139" y="388119"/>
                </a:lnTo>
                <a:close/>
                <a:lnTo>
                  <a:pt x="931192" y="385492"/>
                </a:lnTo>
                <a:close/>
                <a:lnTo>
                  <a:pt x="934245" y="382874"/>
                </a:lnTo>
                <a:close/>
                <a:lnTo>
                  <a:pt x="937298" y="380265"/>
                </a:lnTo>
                <a:close/>
                <a:lnTo>
                  <a:pt x="940351" y="377665"/>
                </a:lnTo>
                <a:close/>
                <a:lnTo>
                  <a:pt x="943404" y="375074"/>
                </a:lnTo>
                <a:close/>
                <a:lnTo>
                  <a:pt x="946457" y="372491"/>
                </a:lnTo>
                <a:close/>
                <a:lnTo>
                  <a:pt x="949511" y="369918"/>
                </a:lnTo>
                <a:close/>
                <a:lnTo>
                  <a:pt x="952564" y="367354"/>
                </a:lnTo>
                <a:close/>
                <a:lnTo>
                  <a:pt x="955617" y="364798"/>
                </a:lnTo>
                <a:close/>
                <a:lnTo>
                  <a:pt x="958670" y="362252"/>
                </a:lnTo>
                <a:close/>
                <a:lnTo>
                  <a:pt x="961723" y="359714"/>
                </a:lnTo>
                <a:close/>
                <a:lnTo>
                  <a:pt x="964776" y="357185"/>
                </a:lnTo>
                <a:close/>
                <a:lnTo>
                  <a:pt x="967829" y="354665"/>
                </a:lnTo>
                <a:close/>
                <a:lnTo>
                  <a:pt x="970882" y="352155"/>
                </a:lnTo>
                <a:close/>
                <a:lnTo>
                  <a:pt x="973935" y="349653"/>
                </a:lnTo>
                <a:close/>
                <a:lnTo>
                  <a:pt x="976988" y="347159"/>
                </a:lnTo>
                <a:close/>
                <a:lnTo>
                  <a:pt x="980041" y="344675"/>
                </a:lnTo>
                <a:close/>
                <a:lnTo>
                  <a:pt x="983094" y="342200"/>
                </a:lnTo>
                <a:close/>
                <a:lnTo>
                  <a:pt x="986148" y="339734"/>
                </a:lnTo>
                <a:close/>
                <a:lnTo>
                  <a:pt x="989201" y="337276"/>
                </a:lnTo>
                <a:close/>
                <a:lnTo>
                  <a:pt x="992254" y="334828"/>
                </a:lnTo>
                <a:close/>
                <a:lnTo>
                  <a:pt x="995307" y="332388"/>
                </a:lnTo>
                <a:close/>
                <a:lnTo>
                  <a:pt x="998360" y="329958"/>
                </a:lnTo>
                <a:close/>
                <a:lnTo>
                  <a:pt x="1001413" y="327536"/>
                </a:lnTo>
                <a:close/>
                <a:lnTo>
                  <a:pt x="1004466" y="325123"/>
                </a:lnTo>
                <a:close/>
                <a:lnTo>
                  <a:pt x="1007519" y="322719"/>
                </a:lnTo>
                <a:close/>
                <a:lnTo>
                  <a:pt x="1010572" y="320325"/>
                </a:lnTo>
                <a:close/>
                <a:lnTo>
                  <a:pt x="1013625" y="317939"/>
                </a:lnTo>
                <a:close/>
                <a:lnTo>
                  <a:pt x="1016678" y="315561"/>
                </a:lnTo>
                <a:close/>
                <a:lnTo>
                  <a:pt x="1019732" y="313193"/>
                </a:lnTo>
                <a:close/>
                <a:lnTo>
                  <a:pt x="1022785" y="310834"/>
                </a:lnTo>
                <a:close/>
                <a:lnTo>
                  <a:pt x="1025838" y="308484"/>
                </a:lnTo>
                <a:close/>
                <a:lnTo>
                  <a:pt x="1028891" y="306142"/>
                </a:lnTo>
                <a:close/>
                <a:lnTo>
                  <a:pt x="1031944" y="303810"/>
                </a:lnTo>
                <a:close/>
                <a:lnTo>
                  <a:pt x="1034997" y="301486"/>
                </a:lnTo>
                <a:close/>
                <a:lnTo>
                  <a:pt x="1038050" y="299171"/>
                </a:lnTo>
                <a:close/>
                <a:lnTo>
                  <a:pt x="1041103" y="296866"/>
                </a:lnTo>
                <a:close/>
                <a:lnTo>
                  <a:pt x="1044156" y="294569"/>
                </a:lnTo>
                <a:close/>
                <a:lnTo>
                  <a:pt x="1047209" y="292281"/>
                </a:lnTo>
                <a:close/>
                <a:lnTo>
                  <a:pt x="1050262" y="290002"/>
                </a:lnTo>
                <a:close/>
                <a:lnTo>
                  <a:pt x="1053316" y="287732"/>
                </a:lnTo>
                <a:close/>
                <a:lnTo>
                  <a:pt x="1056369" y="285471"/>
                </a:lnTo>
                <a:close/>
                <a:lnTo>
                  <a:pt x="1059422" y="283219"/>
                </a:lnTo>
                <a:close/>
                <a:lnTo>
                  <a:pt x="1062475" y="280975"/>
                </a:lnTo>
                <a:close/>
                <a:lnTo>
                  <a:pt x="1065528" y="278741"/>
                </a:lnTo>
                <a:close/>
                <a:lnTo>
                  <a:pt x="1068581" y="276515"/>
                </a:lnTo>
                <a:close/>
                <a:lnTo>
                  <a:pt x="1071634" y="274299"/>
                </a:lnTo>
                <a:close/>
                <a:lnTo>
                  <a:pt x="1074687" y="272091"/>
                </a:lnTo>
                <a:close/>
                <a:lnTo>
                  <a:pt x="1077740" y="269893"/>
                </a:lnTo>
                <a:close/>
                <a:lnTo>
                  <a:pt x="1080793" y="267703"/>
                </a:lnTo>
                <a:close/>
                <a:lnTo>
                  <a:pt x="1083846" y="265522"/>
                </a:lnTo>
                <a:close/>
                <a:lnTo>
                  <a:pt x="1086899" y="263350"/>
                </a:lnTo>
                <a:close/>
                <a:lnTo>
                  <a:pt x="1089953" y="261187"/>
                </a:lnTo>
                <a:close/>
                <a:lnTo>
                  <a:pt x="1093006" y="259033"/>
                </a:lnTo>
                <a:close/>
                <a:lnTo>
                  <a:pt x="1096059" y="256888"/>
                </a:lnTo>
                <a:close/>
                <a:lnTo>
                  <a:pt x="1099112" y="254751"/>
                </a:lnTo>
                <a:close/>
                <a:lnTo>
                  <a:pt x="1102165" y="252624"/>
                </a:lnTo>
                <a:close/>
                <a:lnTo>
                  <a:pt x="1105218" y="250506"/>
                </a:lnTo>
                <a:close/>
                <a:lnTo>
                  <a:pt x="1108271" y="248396"/>
                </a:lnTo>
                <a:close/>
                <a:lnTo>
                  <a:pt x="1111324" y="246295"/>
                </a:lnTo>
                <a:close/>
                <a:lnTo>
                  <a:pt x="1114377" y="244204"/>
                </a:lnTo>
                <a:close/>
                <a:lnTo>
                  <a:pt x="1117430" y="242121"/>
                </a:lnTo>
                <a:close/>
                <a:lnTo>
                  <a:pt x="1120483" y="240047"/>
                </a:lnTo>
                <a:close/>
                <a:lnTo>
                  <a:pt x="1123537" y="237982"/>
                </a:lnTo>
                <a:close/>
                <a:lnTo>
                  <a:pt x="1126590" y="235926"/>
                </a:lnTo>
                <a:close/>
                <a:lnTo>
                  <a:pt x="1129643" y="233879"/>
                </a:lnTo>
                <a:close/>
                <a:lnTo>
                  <a:pt x="1132696" y="231841"/>
                </a:lnTo>
                <a:close/>
                <a:lnTo>
                  <a:pt x="1135749" y="229812"/>
                </a:lnTo>
                <a:close/>
                <a:lnTo>
                  <a:pt x="1138802" y="227791"/>
                </a:lnTo>
                <a:close/>
                <a:lnTo>
                  <a:pt x="1141855" y="225780"/>
                </a:lnTo>
                <a:close/>
                <a:lnTo>
                  <a:pt x="1144908" y="223778"/>
                </a:lnTo>
                <a:close/>
                <a:lnTo>
                  <a:pt x="1147961" y="221784"/>
                </a:lnTo>
                <a:close/>
                <a:lnTo>
                  <a:pt x="1151014" y="219799"/>
                </a:lnTo>
                <a:close/>
                <a:lnTo>
                  <a:pt x="1154067" y="217824"/>
                </a:lnTo>
                <a:close/>
                <a:lnTo>
                  <a:pt x="1157121" y="215857"/>
                </a:lnTo>
                <a:close/>
                <a:lnTo>
                  <a:pt x="1160174" y="213899"/>
                </a:lnTo>
                <a:close/>
                <a:lnTo>
                  <a:pt x="1163227" y="211950"/>
                </a:lnTo>
                <a:close/>
                <a:lnTo>
                  <a:pt x="1166280" y="210010"/>
                </a:lnTo>
                <a:close/>
                <a:lnTo>
                  <a:pt x="1169333" y="208079"/>
                </a:lnTo>
                <a:close/>
                <a:lnTo>
                  <a:pt x="1172386" y="206157"/>
                </a:lnTo>
                <a:close/>
                <a:lnTo>
                  <a:pt x="1175439" y="204243"/>
                </a:lnTo>
                <a:close/>
                <a:lnTo>
                  <a:pt x="1178492" y="202339"/>
                </a:lnTo>
                <a:close/>
                <a:lnTo>
                  <a:pt x="1181545" y="200444"/>
                </a:lnTo>
                <a:close/>
                <a:lnTo>
                  <a:pt x="1184598" y="198557"/>
                </a:lnTo>
                <a:close/>
                <a:lnTo>
                  <a:pt x="1187651" y="196680"/>
                </a:lnTo>
                <a:close/>
                <a:lnTo>
                  <a:pt x="1190705" y="194811"/>
                </a:lnTo>
                <a:close/>
                <a:lnTo>
                  <a:pt x="1193758" y="192951"/>
                </a:lnTo>
                <a:close/>
                <a:lnTo>
                  <a:pt x="1196811" y="191100"/>
                </a:lnTo>
                <a:close/>
                <a:lnTo>
                  <a:pt x="1199864" y="189258"/>
                </a:lnTo>
                <a:close/>
                <a:lnTo>
                  <a:pt x="1202917" y="187425"/>
                </a:lnTo>
                <a:close/>
                <a:lnTo>
                  <a:pt x="1205970" y="185601"/>
                </a:lnTo>
                <a:close/>
                <a:lnTo>
                  <a:pt x="1209023" y="183786"/>
                </a:lnTo>
                <a:close/>
                <a:lnTo>
                  <a:pt x="1212076" y="181980"/>
                </a:lnTo>
                <a:close/>
                <a:lnTo>
                  <a:pt x="1215129" y="180183"/>
                </a:lnTo>
                <a:close/>
                <a:lnTo>
                  <a:pt x="1218182" y="178394"/>
                </a:lnTo>
                <a:close/>
                <a:lnTo>
                  <a:pt x="1221235" y="176615"/>
                </a:lnTo>
                <a:close/>
                <a:lnTo>
                  <a:pt x="1224288" y="174844"/>
                </a:lnTo>
                <a:close/>
                <a:lnTo>
                  <a:pt x="1227342" y="173082"/>
                </a:lnTo>
                <a:close/>
                <a:lnTo>
                  <a:pt x="1230395" y="171330"/>
                </a:lnTo>
                <a:close/>
                <a:lnTo>
                  <a:pt x="1233448" y="169586"/>
                </a:lnTo>
                <a:close/>
                <a:lnTo>
                  <a:pt x="1236501" y="167851"/>
                </a:lnTo>
                <a:close/>
                <a:lnTo>
                  <a:pt x="1239554" y="166125"/>
                </a:lnTo>
                <a:close/>
                <a:lnTo>
                  <a:pt x="1242607" y="164408"/>
                </a:lnTo>
                <a:close/>
                <a:lnTo>
                  <a:pt x="1245660" y="162700"/>
                </a:lnTo>
                <a:close/>
                <a:lnTo>
                  <a:pt x="1248713" y="161001"/>
                </a:lnTo>
                <a:close/>
                <a:lnTo>
                  <a:pt x="1251766" y="159310"/>
                </a:lnTo>
                <a:close/>
                <a:lnTo>
                  <a:pt x="1254819" y="157629"/>
                </a:lnTo>
                <a:close/>
                <a:lnTo>
                  <a:pt x="1257872" y="155957"/>
                </a:lnTo>
                <a:close/>
                <a:lnTo>
                  <a:pt x="1260926" y="154293"/>
                </a:lnTo>
                <a:close/>
                <a:lnTo>
                  <a:pt x="1263979" y="152638"/>
                </a:lnTo>
                <a:close/>
                <a:lnTo>
                  <a:pt x="1267032" y="150993"/>
                </a:lnTo>
                <a:close/>
                <a:lnTo>
                  <a:pt x="1270085" y="149356"/>
                </a:lnTo>
                <a:close/>
                <a:lnTo>
                  <a:pt x="1273138" y="147728"/>
                </a:lnTo>
                <a:close/>
                <a:lnTo>
                  <a:pt x="1276191" y="146109"/>
                </a:lnTo>
                <a:close/>
                <a:lnTo>
                  <a:pt x="1279244" y="144499"/>
                </a:lnTo>
                <a:close/>
                <a:lnTo>
                  <a:pt x="1282297" y="142898"/>
                </a:lnTo>
                <a:close/>
                <a:lnTo>
                  <a:pt x="1285350" y="141306"/>
                </a:lnTo>
                <a:close/>
                <a:lnTo>
                  <a:pt x="1288403" y="139723"/>
                </a:lnTo>
                <a:close/>
                <a:lnTo>
                  <a:pt x="1291456" y="138148"/>
                </a:lnTo>
                <a:close/>
                <a:lnTo>
                  <a:pt x="1294510" y="136583"/>
                </a:lnTo>
                <a:close/>
                <a:lnTo>
                  <a:pt x="1297563" y="135027"/>
                </a:lnTo>
                <a:close/>
                <a:lnTo>
                  <a:pt x="1300616" y="133479"/>
                </a:lnTo>
                <a:close/>
                <a:lnTo>
                  <a:pt x="1303669" y="131940"/>
                </a:lnTo>
                <a:close/>
                <a:lnTo>
                  <a:pt x="1306722" y="130411"/>
                </a:lnTo>
                <a:close/>
                <a:lnTo>
                  <a:pt x="1309775" y="128890"/>
                </a:lnTo>
                <a:close/>
                <a:lnTo>
                  <a:pt x="1312828" y="127378"/>
                </a:lnTo>
                <a:close/>
                <a:lnTo>
                  <a:pt x="1315881" y="125875"/>
                </a:lnTo>
                <a:close/>
                <a:lnTo>
                  <a:pt x="1318934" y="124381"/>
                </a:lnTo>
                <a:close/>
                <a:lnTo>
                  <a:pt x="1321987" y="122896"/>
                </a:lnTo>
                <a:close/>
                <a:lnTo>
                  <a:pt x="1325040" y="121420"/>
                </a:lnTo>
                <a:close/>
                <a:lnTo>
                  <a:pt x="1328093" y="119952"/>
                </a:lnTo>
                <a:close/>
                <a:lnTo>
                  <a:pt x="1331147" y="118494"/>
                </a:lnTo>
                <a:close/>
                <a:lnTo>
                  <a:pt x="1334200" y="117044"/>
                </a:lnTo>
                <a:close/>
                <a:lnTo>
                  <a:pt x="1337253" y="115604"/>
                </a:lnTo>
                <a:close/>
                <a:lnTo>
                  <a:pt x="1340306" y="114172"/>
                </a:lnTo>
                <a:close/>
                <a:lnTo>
                  <a:pt x="1343359" y="112750"/>
                </a:lnTo>
                <a:close/>
                <a:lnTo>
                  <a:pt x="1346412" y="111336"/>
                </a:lnTo>
                <a:close/>
                <a:lnTo>
                  <a:pt x="1349465" y="109931"/>
                </a:lnTo>
                <a:close/>
                <a:lnTo>
                  <a:pt x="1352518" y="108535"/>
                </a:lnTo>
                <a:close/>
                <a:lnTo>
                  <a:pt x="1355571" y="107148"/>
                </a:lnTo>
                <a:close/>
                <a:lnTo>
                  <a:pt x="1358624" y="105770"/>
                </a:lnTo>
                <a:close/>
                <a:lnTo>
                  <a:pt x="1361677" y="104401"/>
                </a:lnTo>
                <a:close/>
                <a:lnTo>
                  <a:pt x="1364731" y="103040"/>
                </a:lnTo>
                <a:close/>
                <a:lnTo>
                  <a:pt x="1367784" y="101689"/>
                </a:lnTo>
                <a:close/>
                <a:lnTo>
                  <a:pt x="1370837" y="100347"/>
                </a:lnTo>
                <a:close/>
                <a:lnTo>
                  <a:pt x="1373890" y="99013"/>
                </a:lnTo>
                <a:close/>
                <a:lnTo>
                  <a:pt x="1376943" y="97689"/>
                </a:lnTo>
                <a:close/>
                <a:lnTo>
                  <a:pt x="1379996" y="96373"/>
                </a:lnTo>
                <a:close/>
                <a:lnTo>
                  <a:pt x="1383049" y="95066"/>
                </a:lnTo>
                <a:close/>
                <a:lnTo>
                  <a:pt x="1386102" y="93768"/>
                </a:lnTo>
                <a:close/>
                <a:lnTo>
                  <a:pt x="1389155" y="92480"/>
                </a:lnTo>
                <a:close/>
                <a:lnTo>
                  <a:pt x="1392208" y="91200"/>
                </a:lnTo>
                <a:close/>
                <a:lnTo>
                  <a:pt x="1395261" y="89928"/>
                </a:lnTo>
                <a:close/>
                <a:lnTo>
                  <a:pt x="1398315" y="88666"/>
                </a:lnTo>
                <a:close/>
                <a:lnTo>
                  <a:pt x="1401368" y="87413"/>
                </a:lnTo>
                <a:close/>
                <a:lnTo>
                  <a:pt x="1404421" y="86169"/>
                </a:lnTo>
                <a:close/>
                <a:lnTo>
                  <a:pt x="1407474" y="84933"/>
                </a:lnTo>
                <a:close/>
                <a:lnTo>
                  <a:pt x="1410527" y="83707"/>
                </a:lnTo>
                <a:close/>
                <a:lnTo>
                  <a:pt x="1413580" y="82489"/>
                </a:lnTo>
                <a:close/>
                <a:lnTo>
                  <a:pt x="1416633" y="81281"/>
                </a:lnTo>
                <a:close/>
                <a:lnTo>
                  <a:pt x="1419686" y="80081"/>
                </a:lnTo>
                <a:close/>
                <a:lnTo>
                  <a:pt x="1422739" y="78890"/>
                </a:lnTo>
                <a:close/>
                <a:lnTo>
                  <a:pt x="1425792" y="77708"/>
                </a:lnTo>
                <a:close/>
                <a:lnTo>
                  <a:pt x="1428845" y="76536"/>
                </a:lnTo>
                <a:close/>
                <a:lnTo>
                  <a:pt x="1431898" y="75372"/>
                </a:lnTo>
                <a:close/>
                <a:lnTo>
                  <a:pt x="1434952" y="74216"/>
                </a:lnTo>
                <a:close/>
                <a:lnTo>
                  <a:pt x="1438005" y="73070"/>
                </a:lnTo>
                <a:close/>
                <a:lnTo>
                  <a:pt x="1441058" y="71933"/>
                </a:lnTo>
                <a:close/>
                <a:lnTo>
                  <a:pt x="1444111" y="70805"/>
                </a:lnTo>
                <a:close/>
                <a:lnTo>
                  <a:pt x="1447164" y="69685"/>
                </a:lnTo>
                <a:close/>
                <a:lnTo>
                  <a:pt x="1450217" y="68575"/>
                </a:lnTo>
                <a:close/>
                <a:lnTo>
                  <a:pt x="1453270" y="67473"/>
                </a:lnTo>
                <a:close/>
                <a:lnTo>
                  <a:pt x="1456323" y="66380"/>
                </a:lnTo>
                <a:close/>
                <a:lnTo>
                  <a:pt x="1459376" y="65297"/>
                </a:lnTo>
                <a:close/>
                <a:lnTo>
                  <a:pt x="1462429" y="64222"/>
                </a:lnTo>
                <a:close/>
                <a:lnTo>
                  <a:pt x="1465482" y="63156"/>
                </a:lnTo>
                <a:close/>
                <a:lnTo>
                  <a:pt x="1468536" y="62099"/>
                </a:lnTo>
                <a:close/>
                <a:lnTo>
                  <a:pt x="1471589" y="61051"/>
                </a:lnTo>
                <a:close/>
                <a:lnTo>
                  <a:pt x="1474642" y="60012"/>
                </a:lnTo>
                <a:close/>
                <a:lnTo>
                  <a:pt x="1477695" y="58982"/>
                </a:lnTo>
                <a:close/>
                <a:lnTo>
                  <a:pt x="1480748" y="57960"/>
                </a:lnTo>
                <a:close/>
                <a:lnTo>
                  <a:pt x="1483801" y="56948"/>
                </a:lnTo>
                <a:close/>
                <a:lnTo>
                  <a:pt x="1486854" y="55944"/>
                </a:lnTo>
                <a:close/>
                <a:lnTo>
                  <a:pt x="1489907" y="54950"/>
                </a:lnTo>
                <a:close/>
                <a:lnTo>
                  <a:pt x="1492960" y="53964"/>
                </a:lnTo>
                <a:close/>
                <a:lnTo>
                  <a:pt x="1496013" y="52988"/>
                </a:lnTo>
                <a:close/>
                <a:lnTo>
                  <a:pt x="1499066" y="52020"/>
                </a:lnTo>
                <a:close/>
                <a:lnTo>
                  <a:pt x="1502120" y="51061"/>
                </a:lnTo>
                <a:close/>
                <a:lnTo>
                  <a:pt x="1505173" y="50111"/>
                </a:lnTo>
                <a:close/>
                <a:lnTo>
                  <a:pt x="1508226" y="49170"/>
                </a:lnTo>
                <a:close/>
                <a:lnTo>
                  <a:pt x="1511279" y="48238"/>
                </a:lnTo>
                <a:close/>
                <a:lnTo>
                  <a:pt x="1514332" y="47315"/>
                </a:lnTo>
                <a:close/>
                <a:lnTo>
                  <a:pt x="1517385" y="46400"/>
                </a:lnTo>
                <a:close/>
                <a:lnTo>
                  <a:pt x="1520438" y="45495"/>
                </a:lnTo>
                <a:close/>
                <a:lnTo>
                  <a:pt x="1523491" y="44599"/>
                </a:lnTo>
                <a:close/>
                <a:lnTo>
                  <a:pt x="1526544" y="43711"/>
                </a:lnTo>
                <a:close/>
                <a:lnTo>
                  <a:pt x="1529597" y="42832"/>
                </a:lnTo>
                <a:close/>
                <a:lnTo>
                  <a:pt x="1532650" y="41963"/>
                </a:lnTo>
                <a:close/>
                <a:lnTo>
                  <a:pt x="1535704" y="41102"/>
                </a:lnTo>
                <a:close/>
                <a:lnTo>
                  <a:pt x="1538757" y="40250"/>
                </a:lnTo>
                <a:close/>
                <a:lnTo>
                  <a:pt x="1541810" y="39407"/>
                </a:lnTo>
                <a:close/>
                <a:lnTo>
                  <a:pt x="1544863" y="38573"/>
                </a:lnTo>
                <a:close/>
                <a:lnTo>
                  <a:pt x="1547916" y="37748"/>
                </a:lnTo>
                <a:close/>
                <a:lnTo>
                  <a:pt x="1550969" y="36932"/>
                </a:lnTo>
                <a:close/>
                <a:lnTo>
                  <a:pt x="1554022" y="36125"/>
                </a:lnTo>
                <a:close/>
                <a:lnTo>
                  <a:pt x="1557075" y="35327"/>
                </a:lnTo>
                <a:close/>
                <a:lnTo>
                  <a:pt x="1560128" y="34537"/>
                </a:lnTo>
                <a:close/>
                <a:lnTo>
                  <a:pt x="1563181" y="33757"/>
                </a:lnTo>
                <a:close/>
                <a:lnTo>
                  <a:pt x="1566234" y="32985"/>
                </a:lnTo>
                <a:close/>
                <a:lnTo>
                  <a:pt x="1569287" y="32222"/>
                </a:lnTo>
                <a:close/>
                <a:lnTo>
                  <a:pt x="1572341" y="31469"/>
                </a:lnTo>
                <a:close/>
                <a:lnTo>
                  <a:pt x="1575394" y="30724"/>
                </a:lnTo>
                <a:close/>
                <a:lnTo>
                  <a:pt x="1578447" y="29988"/>
                </a:lnTo>
                <a:close/>
                <a:lnTo>
                  <a:pt x="1581500" y="29261"/>
                </a:lnTo>
                <a:close/>
                <a:lnTo>
                  <a:pt x="1584553" y="28543"/>
                </a:lnTo>
                <a:close/>
                <a:lnTo>
                  <a:pt x="1587606" y="27834"/>
                </a:lnTo>
                <a:close/>
                <a:lnTo>
                  <a:pt x="1590659" y="27134"/>
                </a:lnTo>
                <a:close/>
                <a:lnTo>
                  <a:pt x="1593712" y="26442"/>
                </a:lnTo>
                <a:close/>
                <a:lnTo>
                  <a:pt x="1596765" y="25760"/>
                </a:lnTo>
                <a:close/>
                <a:lnTo>
                  <a:pt x="1599818" y="25087"/>
                </a:lnTo>
                <a:close/>
                <a:lnTo>
                  <a:pt x="1602871" y="24422"/>
                </a:lnTo>
                <a:close/>
                <a:lnTo>
                  <a:pt x="1605925" y="23767"/>
                </a:lnTo>
                <a:close/>
                <a:lnTo>
                  <a:pt x="1608978" y="23120"/>
                </a:lnTo>
                <a:close/>
                <a:lnTo>
                  <a:pt x="1612031" y="22482"/>
                </a:lnTo>
                <a:close/>
                <a:lnTo>
                  <a:pt x="1615084" y="21853"/>
                </a:lnTo>
                <a:close/>
                <a:lnTo>
                  <a:pt x="1618137" y="21233"/>
                </a:lnTo>
                <a:close/>
                <a:lnTo>
                  <a:pt x="1621190" y="20622"/>
                </a:lnTo>
                <a:close/>
                <a:lnTo>
                  <a:pt x="1624243" y="20020"/>
                </a:lnTo>
                <a:close/>
                <a:lnTo>
                  <a:pt x="1627296" y="19427"/>
                </a:lnTo>
                <a:close/>
                <a:lnTo>
                  <a:pt x="1630349" y="18843"/>
                </a:lnTo>
                <a:close/>
                <a:lnTo>
                  <a:pt x="1633402" y="18268"/>
                </a:lnTo>
                <a:close/>
                <a:lnTo>
                  <a:pt x="1636455" y="17701"/>
                </a:lnTo>
                <a:close/>
                <a:lnTo>
                  <a:pt x="1639509" y="17144"/>
                </a:lnTo>
                <a:close/>
                <a:lnTo>
                  <a:pt x="1642562" y="16595"/>
                </a:lnTo>
                <a:close/>
                <a:lnTo>
                  <a:pt x="1645615" y="16055"/>
                </a:lnTo>
                <a:close/>
                <a:lnTo>
                  <a:pt x="1648668" y="15525"/>
                </a:lnTo>
                <a:close/>
                <a:lnTo>
                  <a:pt x="1651721" y="15003"/>
                </a:lnTo>
                <a:close/>
                <a:lnTo>
                  <a:pt x="1654774" y="14490"/>
                </a:lnTo>
                <a:close/>
                <a:lnTo>
                  <a:pt x="1657827" y="13986"/>
                </a:lnTo>
                <a:close/>
                <a:lnTo>
                  <a:pt x="1660880" y="13491"/>
                </a:lnTo>
                <a:close/>
                <a:lnTo>
                  <a:pt x="1663933" y="13005"/>
                </a:lnTo>
                <a:close/>
                <a:lnTo>
                  <a:pt x="1666986" y="12528"/>
                </a:lnTo>
                <a:close/>
                <a:lnTo>
                  <a:pt x="1670039" y="12059"/>
                </a:lnTo>
                <a:close/>
                <a:lnTo>
                  <a:pt x="1673092" y="11600"/>
                </a:lnTo>
                <a:close/>
                <a:lnTo>
                  <a:pt x="1676146" y="11150"/>
                </a:lnTo>
                <a:close/>
                <a:lnTo>
                  <a:pt x="1679199" y="10708"/>
                </a:lnTo>
                <a:close/>
                <a:lnTo>
                  <a:pt x="1682252" y="10276"/>
                </a:lnTo>
                <a:close/>
                <a:lnTo>
                  <a:pt x="1685305" y="9852"/>
                </a:lnTo>
                <a:close/>
                <a:lnTo>
                  <a:pt x="1688358" y="9437"/>
                </a:lnTo>
                <a:close/>
                <a:lnTo>
                  <a:pt x="1691411" y="9031"/>
                </a:lnTo>
                <a:close/>
                <a:lnTo>
                  <a:pt x="1694464" y="8634"/>
                </a:lnTo>
                <a:close/>
                <a:lnTo>
                  <a:pt x="1697517" y="8246"/>
                </a:lnTo>
                <a:close/>
                <a:lnTo>
                  <a:pt x="1700570" y="7867"/>
                </a:lnTo>
                <a:close/>
                <a:lnTo>
                  <a:pt x="1703623" y="7497"/>
                </a:lnTo>
                <a:close/>
                <a:lnTo>
                  <a:pt x="1706676" y="7136"/>
                </a:lnTo>
                <a:close/>
                <a:lnTo>
                  <a:pt x="1709730" y="6783"/>
                </a:lnTo>
                <a:close/>
                <a:lnTo>
                  <a:pt x="1712783" y="6440"/>
                </a:lnTo>
                <a:close/>
                <a:lnTo>
                  <a:pt x="1715836" y="6106"/>
                </a:lnTo>
                <a:close/>
                <a:lnTo>
                  <a:pt x="1718889" y="5780"/>
                </a:lnTo>
                <a:close/>
                <a:lnTo>
                  <a:pt x="1721942" y="5463"/>
                </a:lnTo>
                <a:close/>
                <a:lnTo>
                  <a:pt x="1724995" y="5156"/>
                </a:lnTo>
                <a:close/>
                <a:lnTo>
                  <a:pt x="1728048" y="4857"/>
                </a:lnTo>
                <a:close/>
                <a:lnTo>
                  <a:pt x="1731101" y="4567"/>
                </a:lnTo>
                <a:close/>
                <a:lnTo>
                  <a:pt x="1734154" y="4286"/>
                </a:lnTo>
                <a:close/>
                <a:lnTo>
                  <a:pt x="1737207" y="4014"/>
                </a:lnTo>
                <a:close/>
                <a:lnTo>
                  <a:pt x="1740260" y="3751"/>
                </a:lnTo>
                <a:close/>
                <a:lnTo>
                  <a:pt x="1743314" y="3497"/>
                </a:lnTo>
                <a:close/>
                <a:lnTo>
                  <a:pt x="1746367" y="3251"/>
                </a:lnTo>
                <a:close/>
                <a:lnTo>
                  <a:pt x="1749420" y="3015"/>
                </a:lnTo>
                <a:close/>
                <a:lnTo>
                  <a:pt x="1752473" y="2787"/>
                </a:lnTo>
                <a:close/>
                <a:lnTo>
                  <a:pt x="1755526" y="2569"/>
                </a:lnTo>
                <a:close/>
                <a:lnTo>
                  <a:pt x="1758579" y="2359"/>
                </a:lnTo>
                <a:close/>
                <a:lnTo>
                  <a:pt x="1761632" y="2159"/>
                </a:lnTo>
                <a:close/>
                <a:lnTo>
                  <a:pt x="1764685" y="1967"/>
                </a:lnTo>
                <a:close/>
                <a:lnTo>
                  <a:pt x="1767738" y="1784"/>
                </a:lnTo>
                <a:close/>
                <a:lnTo>
                  <a:pt x="1770791" y="1610"/>
                </a:lnTo>
                <a:close/>
                <a:lnTo>
                  <a:pt x="1773844" y="1445"/>
                </a:lnTo>
                <a:close/>
                <a:lnTo>
                  <a:pt x="1776897" y="1289"/>
                </a:lnTo>
                <a:close/>
                <a:lnTo>
                  <a:pt x="1779951" y="1142"/>
                </a:lnTo>
                <a:close/>
                <a:lnTo>
                  <a:pt x="1783004" y="1003"/>
                </a:lnTo>
                <a:close/>
                <a:lnTo>
                  <a:pt x="1786057" y="874"/>
                </a:lnTo>
                <a:close/>
                <a:lnTo>
                  <a:pt x="1789110" y="754"/>
                </a:lnTo>
                <a:close/>
                <a:lnTo>
                  <a:pt x="1792163" y="642"/>
                </a:lnTo>
                <a:close/>
                <a:lnTo>
                  <a:pt x="1795216" y="540"/>
                </a:lnTo>
                <a:close/>
                <a:lnTo>
                  <a:pt x="1798269" y="446"/>
                </a:lnTo>
                <a:close/>
                <a:lnTo>
                  <a:pt x="1801322" y="361"/>
                </a:lnTo>
                <a:close/>
                <a:lnTo>
                  <a:pt x="1804375" y="285"/>
                </a:lnTo>
                <a:close/>
                <a:lnTo>
                  <a:pt x="1807428" y="219"/>
                </a:lnTo>
                <a:close/>
                <a:lnTo>
                  <a:pt x="1810481" y="161"/>
                </a:lnTo>
                <a:close/>
                <a:lnTo>
                  <a:pt x="1813535" y="111"/>
                </a:lnTo>
                <a:close/>
                <a:lnTo>
                  <a:pt x="1816588" y="71"/>
                </a:lnTo>
                <a:close/>
                <a:lnTo>
                  <a:pt x="1819641" y="40"/>
                </a:lnTo>
                <a:close/>
                <a:lnTo>
                  <a:pt x="1822694" y="18"/>
                </a:lnTo>
                <a:close/>
                <a:lnTo>
                  <a:pt x="1825747" y="4"/>
                </a:lnTo>
                <a:close/>
                <a:lnTo>
                  <a:pt x="18288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6400800" y="742950"/>
            <a:ext cx="1143000" cy="914400"/>
          </a:xfrm>
          <a:custGeom>
            <a:avLst/>
            <a:gdLst/>
            <a:ahLst/>
            <a:cxnLst/>
            <a:rect l="l" t="t" r="r" b="b"/>
            <a:pathLst>
              <a:path w="1143000" h="914400">
                <a:moveTo>
                  <a:pt x="0" y="914400"/>
                </a:moveTo>
                <a:lnTo>
                  <a:pt x="2670" y="913727"/>
                </a:lnTo>
                <a:close/>
                <a:lnTo>
                  <a:pt x="5338" y="913051"/>
                </a:lnTo>
                <a:close/>
                <a:lnTo>
                  <a:pt x="8003" y="912372"/>
                </a:lnTo>
                <a:close/>
                <a:lnTo>
                  <a:pt x="10665" y="911690"/>
                </a:lnTo>
                <a:close/>
                <a:lnTo>
                  <a:pt x="13325" y="911006"/>
                </a:lnTo>
                <a:close/>
                <a:lnTo>
                  <a:pt x="15983" y="910319"/>
                </a:lnTo>
                <a:close/>
                <a:lnTo>
                  <a:pt x="18638" y="909628"/>
                </a:lnTo>
                <a:close/>
                <a:lnTo>
                  <a:pt x="21290" y="908935"/>
                </a:lnTo>
                <a:close/>
                <a:lnTo>
                  <a:pt x="23940" y="908239"/>
                </a:lnTo>
                <a:close/>
                <a:lnTo>
                  <a:pt x="26587" y="907540"/>
                </a:lnTo>
                <a:close/>
                <a:lnTo>
                  <a:pt x="29232" y="906839"/>
                </a:lnTo>
                <a:close/>
                <a:lnTo>
                  <a:pt x="31874" y="906134"/>
                </a:lnTo>
                <a:close/>
                <a:lnTo>
                  <a:pt x="34514" y="905427"/>
                </a:lnTo>
                <a:close/>
                <a:lnTo>
                  <a:pt x="37151" y="904717"/>
                </a:lnTo>
                <a:close/>
                <a:lnTo>
                  <a:pt x="39785" y="904004"/>
                </a:lnTo>
                <a:close/>
                <a:lnTo>
                  <a:pt x="42417" y="903288"/>
                </a:lnTo>
                <a:close/>
                <a:lnTo>
                  <a:pt x="45046" y="902569"/>
                </a:lnTo>
                <a:close/>
                <a:lnTo>
                  <a:pt x="47673" y="901847"/>
                </a:lnTo>
                <a:close/>
                <a:lnTo>
                  <a:pt x="50298" y="901123"/>
                </a:lnTo>
                <a:close/>
                <a:lnTo>
                  <a:pt x="52919" y="900396"/>
                </a:lnTo>
                <a:close/>
                <a:lnTo>
                  <a:pt x="55539" y="899665"/>
                </a:lnTo>
                <a:close/>
                <a:lnTo>
                  <a:pt x="58155" y="898932"/>
                </a:lnTo>
                <a:close/>
                <a:lnTo>
                  <a:pt x="60769" y="898196"/>
                </a:lnTo>
                <a:close/>
                <a:lnTo>
                  <a:pt x="63381" y="897458"/>
                </a:lnTo>
                <a:close/>
                <a:lnTo>
                  <a:pt x="65990" y="896716"/>
                </a:lnTo>
                <a:close/>
                <a:lnTo>
                  <a:pt x="68596" y="895972"/>
                </a:lnTo>
                <a:close/>
                <a:lnTo>
                  <a:pt x="71200" y="895224"/>
                </a:lnTo>
                <a:close/>
                <a:lnTo>
                  <a:pt x="73802" y="894474"/>
                </a:lnTo>
                <a:close/>
                <a:lnTo>
                  <a:pt x="76400" y="893721"/>
                </a:lnTo>
                <a:close/>
                <a:lnTo>
                  <a:pt x="78997" y="892965"/>
                </a:lnTo>
                <a:close/>
                <a:lnTo>
                  <a:pt x="81590" y="892206"/>
                </a:lnTo>
                <a:close/>
                <a:lnTo>
                  <a:pt x="84182" y="891445"/>
                </a:lnTo>
                <a:close/>
                <a:lnTo>
                  <a:pt x="86770" y="890680"/>
                </a:lnTo>
                <a:close/>
                <a:lnTo>
                  <a:pt x="89356" y="889913"/>
                </a:lnTo>
                <a:close/>
                <a:lnTo>
                  <a:pt x="91940" y="889143"/>
                </a:lnTo>
                <a:close/>
                <a:lnTo>
                  <a:pt x="94521" y="888370"/>
                </a:lnTo>
                <a:close/>
                <a:lnTo>
                  <a:pt x="97099" y="887594"/>
                </a:lnTo>
                <a:close/>
                <a:lnTo>
                  <a:pt x="99675" y="886815"/>
                </a:lnTo>
                <a:close/>
                <a:lnTo>
                  <a:pt x="102249" y="886034"/>
                </a:lnTo>
                <a:close/>
                <a:lnTo>
                  <a:pt x="104819" y="885249"/>
                </a:lnTo>
                <a:close/>
                <a:lnTo>
                  <a:pt x="107388" y="884462"/>
                </a:lnTo>
                <a:close/>
                <a:lnTo>
                  <a:pt x="109953" y="883672"/>
                </a:lnTo>
                <a:close/>
                <a:lnTo>
                  <a:pt x="112516" y="882879"/>
                </a:lnTo>
                <a:close/>
                <a:lnTo>
                  <a:pt x="115077" y="882083"/>
                </a:lnTo>
                <a:close/>
                <a:lnTo>
                  <a:pt x="117635" y="881284"/>
                </a:lnTo>
                <a:close/>
                <a:lnTo>
                  <a:pt x="120191" y="880483"/>
                </a:lnTo>
                <a:close/>
                <a:lnTo>
                  <a:pt x="122743" y="879678"/>
                </a:lnTo>
                <a:close/>
                <a:lnTo>
                  <a:pt x="125294" y="878871"/>
                </a:lnTo>
                <a:close/>
                <a:lnTo>
                  <a:pt x="127842" y="878061"/>
                </a:lnTo>
                <a:close/>
                <a:lnTo>
                  <a:pt x="130387" y="877248"/>
                </a:lnTo>
                <a:close/>
                <a:lnTo>
                  <a:pt x="132930" y="876432"/>
                </a:lnTo>
                <a:close/>
                <a:lnTo>
                  <a:pt x="135470" y="875614"/>
                </a:lnTo>
                <a:close/>
                <a:lnTo>
                  <a:pt x="138008" y="874792"/>
                </a:lnTo>
                <a:close/>
                <a:lnTo>
                  <a:pt x="140543" y="873968"/>
                </a:lnTo>
                <a:close/>
                <a:lnTo>
                  <a:pt x="143075" y="873140"/>
                </a:lnTo>
                <a:close/>
                <a:lnTo>
                  <a:pt x="145605" y="872310"/>
                </a:lnTo>
                <a:close/>
                <a:lnTo>
                  <a:pt x="148133" y="871477"/>
                </a:lnTo>
                <a:close/>
                <a:lnTo>
                  <a:pt x="150658" y="870642"/>
                </a:lnTo>
                <a:close/>
                <a:lnTo>
                  <a:pt x="153180" y="869803"/>
                </a:lnTo>
                <a:close/>
                <a:lnTo>
                  <a:pt x="155700" y="868961"/>
                </a:lnTo>
                <a:close/>
                <a:lnTo>
                  <a:pt x="158217" y="868117"/>
                </a:lnTo>
                <a:close/>
                <a:lnTo>
                  <a:pt x="160732" y="867270"/>
                </a:lnTo>
                <a:close/>
                <a:lnTo>
                  <a:pt x="163244" y="866420"/>
                </a:lnTo>
                <a:close/>
                <a:lnTo>
                  <a:pt x="165754" y="865567"/>
                </a:lnTo>
                <a:close/>
                <a:lnTo>
                  <a:pt x="168261" y="864711"/>
                </a:lnTo>
                <a:close/>
                <a:lnTo>
                  <a:pt x="170765" y="863852"/>
                </a:lnTo>
                <a:close/>
                <a:lnTo>
                  <a:pt x="173267" y="862991"/>
                </a:lnTo>
                <a:close/>
                <a:lnTo>
                  <a:pt x="175767" y="862127"/>
                </a:lnTo>
                <a:close/>
                <a:lnTo>
                  <a:pt x="178264" y="861259"/>
                </a:lnTo>
                <a:close/>
                <a:lnTo>
                  <a:pt x="180758" y="860389"/>
                </a:lnTo>
                <a:close/>
                <a:lnTo>
                  <a:pt x="183250" y="859516"/>
                </a:lnTo>
                <a:close/>
                <a:lnTo>
                  <a:pt x="185739" y="858641"/>
                </a:lnTo>
                <a:close/>
                <a:lnTo>
                  <a:pt x="188226" y="857762"/>
                </a:lnTo>
                <a:close/>
                <a:lnTo>
                  <a:pt x="190710" y="856881"/>
                </a:lnTo>
                <a:close/>
                <a:lnTo>
                  <a:pt x="193191" y="855996"/>
                </a:lnTo>
                <a:close/>
                <a:lnTo>
                  <a:pt x="195670" y="855109"/>
                </a:lnTo>
                <a:close/>
                <a:lnTo>
                  <a:pt x="198147" y="854219"/>
                </a:lnTo>
                <a:close/>
                <a:lnTo>
                  <a:pt x="200621" y="853326"/>
                </a:lnTo>
                <a:close/>
                <a:lnTo>
                  <a:pt x="203092" y="852430"/>
                </a:lnTo>
                <a:close/>
                <a:lnTo>
                  <a:pt x="205561" y="851532"/>
                </a:lnTo>
                <a:close/>
                <a:lnTo>
                  <a:pt x="208027" y="850630"/>
                </a:lnTo>
                <a:close/>
                <a:lnTo>
                  <a:pt x="210491" y="849726"/>
                </a:lnTo>
                <a:close/>
                <a:lnTo>
                  <a:pt x="212952" y="848819"/>
                </a:lnTo>
                <a:close/>
                <a:lnTo>
                  <a:pt x="215411" y="847909"/>
                </a:lnTo>
                <a:close/>
                <a:lnTo>
                  <a:pt x="217867" y="846996"/>
                </a:lnTo>
                <a:close/>
                <a:lnTo>
                  <a:pt x="220321" y="846080"/>
                </a:lnTo>
                <a:close/>
                <a:lnTo>
                  <a:pt x="222772" y="845162"/>
                </a:lnTo>
                <a:close/>
                <a:lnTo>
                  <a:pt x="225220" y="844240"/>
                </a:lnTo>
                <a:close/>
                <a:lnTo>
                  <a:pt x="227666" y="843316"/>
                </a:lnTo>
                <a:close/>
                <a:lnTo>
                  <a:pt x="230109" y="842389"/>
                </a:lnTo>
                <a:close/>
                <a:lnTo>
                  <a:pt x="232550" y="841459"/>
                </a:lnTo>
                <a:close/>
                <a:lnTo>
                  <a:pt x="234988" y="840526"/>
                </a:lnTo>
                <a:close/>
                <a:lnTo>
                  <a:pt x="237424" y="839590"/>
                </a:lnTo>
                <a:close/>
                <a:lnTo>
                  <a:pt x="239857" y="838652"/>
                </a:lnTo>
                <a:close/>
                <a:lnTo>
                  <a:pt x="242288" y="837710"/>
                </a:lnTo>
                <a:close/>
                <a:lnTo>
                  <a:pt x="244716" y="836766"/>
                </a:lnTo>
                <a:close/>
                <a:lnTo>
                  <a:pt x="247142" y="835819"/>
                </a:lnTo>
                <a:close/>
                <a:lnTo>
                  <a:pt x="249564" y="834869"/>
                </a:lnTo>
                <a:close/>
                <a:lnTo>
                  <a:pt x="251985" y="833916"/>
                </a:lnTo>
                <a:close/>
                <a:lnTo>
                  <a:pt x="254403" y="832961"/>
                </a:lnTo>
                <a:close/>
                <a:lnTo>
                  <a:pt x="256818" y="832002"/>
                </a:lnTo>
                <a:close/>
                <a:lnTo>
                  <a:pt x="259231" y="831041"/>
                </a:lnTo>
                <a:close/>
                <a:lnTo>
                  <a:pt x="261641" y="830076"/>
                </a:lnTo>
                <a:close/>
                <a:lnTo>
                  <a:pt x="264049" y="829109"/>
                </a:lnTo>
                <a:close/>
                <a:lnTo>
                  <a:pt x="266454" y="828139"/>
                </a:lnTo>
                <a:close/>
                <a:lnTo>
                  <a:pt x="268857" y="827166"/>
                </a:lnTo>
                <a:close/>
                <a:lnTo>
                  <a:pt x="271257" y="826191"/>
                </a:lnTo>
                <a:close/>
                <a:lnTo>
                  <a:pt x="273654" y="825212"/>
                </a:lnTo>
                <a:close/>
                <a:lnTo>
                  <a:pt x="276049" y="824231"/>
                </a:lnTo>
                <a:close/>
                <a:lnTo>
                  <a:pt x="278441" y="823247"/>
                </a:lnTo>
                <a:close/>
                <a:lnTo>
                  <a:pt x="280831" y="822260"/>
                </a:lnTo>
                <a:close/>
                <a:lnTo>
                  <a:pt x="283219" y="821270"/>
                </a:lnTo>
                <a:close/>
                <a:lnTo>
                  <a:pt x="285603" y="820277"/>
                </a:lnTo>
                <a:close/>
                <a:lnTo>
                  <a:pt x="287986" y="819281"/>
                </a:lnTo>
                <a:close/>
                <a:lnTo>
                  <a:pt x="290365" y="818283"/>
                </a:lnTo>
                <a:close/>
                <a:lnTo>
                  <a:pt x="292742" y="817281"/>
                </a:lnTo>
                <a:close/>
                <a:lnTo>
                  <a:pt x="295117" y="816277"/>
                </a:lnTo>
                <a:close/>
                <a:lnTo>
                  <a:pt x="297489" y="815270"/>
                </a:lnTo>
                <a:close/>
                <a:lnTo>
                  <a:pt x="299858" y="814260"/>
                </a:lnTo>
                <a:close/>
                <a:lnTo>
                  <a:pt x="302225" y="813247"/>
                </a:lnTo>
                <a:close/>
                <a:lnTo>
                  <a:pt x="304590" y="812232"/>
                </a:lnTo>
                <a:close/>
                <a:lnTo>
                  <a:pt x="306951" y="811213"/>
                </a:lnTo>
                <a:close/>
                <a:lnTo>
                  <a:pt x="309311" y="810192"/>
                </a:lnTo>
                <a:close/>
                <a:lnTo>
                  <a:pt x="311667" y="809168"/>
                </a:lnTo>
                <a:close/>
                <a:lnTo>
                  <a:pt x="314021" y="808141"/>
                </a:lnTo>
                <a:close/>
                <a:lnTo>
                  <a:pt x="316373" y="807111"/>
                </a:lnTo>
                <a:close/>
                <a:lnTo>
                  <a:pt x="318722" y="806078"/>
                </a:lnTo>
                <a:close/>
                <a:lnTo>
                  <a:pt x="321069" y="805043"/>
                </a:lnTo>
                <a:close/>
                <a:lnTo>
                  <a:pt x="323413" y="804004"/>
                </a:lnTo>
                <a:close/>
                <a:lnTo>
                  <a:pt x="325754" y="802963"/>
                </a:lnTo>
                <a:close/>
                <a:lnTo>
                  <a:pt x="328093" y="801919"/>
                </a:lnTo>
                <a:close/>
                <a:lnTo>
                  <a:pt x="330429" y="800872"/>
                </a:lnTo>
                <a:close/>
                <a:lnTo>
                  <a:pt x="332763" y="799822"/>
                </a:lnTo>
                <a:close/>
                <a:lnTo>
                  <a:pt x="335094" y="798769"/>
                </a:lnTo>
                <a:close/>
                <a:lnTo>
                  <a:pt x="337423" y="797713"/>
                </a:lnTo>
                <a:close/>
                <a:lnTo>
                  <a:pt x="339749" y="796655"/>
                </a:lnTo>
                <a:close/>
                <a:lnTo>
                  <a:pt x="342073" y="795594"/>
                </a:lnTo>
                <a:close/>
                <a:lnTo>
                  <a:pt x="344394" y="794530"/>
                </a:lnTo>
                <a:close/>
                <a:lnTo>
                  <a:pt x="346712" y="793463"/>
                </a:lnTo>
                <a:close/>
                <a:lnTo>
                  <a:pt x="349028" y="792393"/>
                </a:lnTo>
                <a:close/>
                <a:lnTo>
                  <a:pt x="351342" y="791320"/>
                </a:lnTo>
                <a:close/>
                <a:lnTo>
                  <a:pt x="353652" y="790244"/>
                </a:lnTo>
                <a:close/>
                <a:lnTo>
                  <a:pt x="355961" y="789166"/>
                </a:lnTo>
                <a:close/>
                <a:lnTo>
                  <a:pt x="358266" y="788085"/>
                </a:lnTo>
                <a:close/>
                <a:lnTo>
                  <a:pt x="360570" y="787001"/>
                </a:lnTo>
                <a:close/>
                <a:lnTo>
                  <a:pt x="362870" y="785914"/>
                </a:lnTo>
                <a:close/>
                <a:lnTo>
                  <a:pt x="365168" y="784824"/>
                </a:lnTo>
                <a:close/>
                <a:lnTo>
                  <a:pt x="367464" y="783731"/>
                </a:lnTo>
                <a:close/>
                <a:lnTo>
                  <a:pt x="369757" y="782636"/>
                </a:lnTo>
                <a:close/>
                <a:lnTo>
                  <a:pt x="372047" y="781537"/>
                </a:lnTo>
                <a:close/>
                <a:lnTo>
                  <a:pt x="374335" y="780436"/>
                </a:lnTo>
                <a:close/>
                <a:lnTo>
                  <a:pt x="376621" y="779332"/>
                </a:lnTo>
                <a:close/>
                <a:lnTo>
                  <a:pt x="378903" y="778225"/>
                </a:lnTo>
                <a:close/>
                <a:lnTo>
                  <a:pt x="381184" y="777115"/>
                </a:lnTo>
                <a:close/>
                <a:lnTo>
                  <a:pt x="383461" y="776002"/>
                </a:lnTo>
                <a:close/>
                <a:lnTo>
                  <a:pt x="385737" y="774887"/>
                </a:lnTo>
                <a:close/>
                <a:lnTo>
                  <a:pt x="388009" y="773768"/>
                </a:lnTo>
                <a:close/>
                <a:lnTo>
                  <a:pt x="390279" y="772647"/>
                </a:lnTo>
                <a:close/>
                <a:lnTo>
                  <a:pt x="392547" y="771523"/>
                </a:lnTo>
                <a:close/>
                <a:lnTo>
                  <a:pt x="394812" y="770396"/>
                </a:lnTo>
                <a:close/>
                <a:lnTo>
                  <a:pt x="397074" y="769266"/>
                </a:lnTo>
                <a:close/>
                <a:lnTo>
                  <a:pt x="399334" y="768134"/>
                </a:lnTo>
                <a:close/>
                <a:lnTo>
                  <a:pt x="401591" y="766998"/>
                </a:lnTo>
                <a:close/>
                <a:lnTo>
                  <a:pt x="403846" y="765860"/>
                </a:lnTo>
                <a:close/>
                <a:lnTo>
                  <a:pt x="406098" y="764719"/>
                </a:lnTo>
                <a:close/>
                <a:lnTo>
                  <a:pt x="408348" y="763575"/>
                </a:lnTo>
                <a:close/>
                <a:lnTo>
                  <a:pt x="410595" y="762428"/>
                </a:lnTo>
                <a:close/>
                <a:lnTo>
                  <a:pt x="412840" y="761278"/>
                </a:lnTo>
                <a:close/>
                <a:lnTo>
                  <a:pt x="415082" y="760125"/>
                </a:lnTo>
                <a:close/>
                <a:lnTo>
                  <a:pt x="417321" y="758970"/>
                </a:lnTo>
                <a:close/>
                <a:lnTo>
                  <a:pt x="419558" y="757811"/>
                </a:lnTo>
                <a:close/>
                <a:lnTo>
                  <a:pt x="421793" y="756650"/>
                </a:lnTo>
                <a:close/>
                <a:lnTo>
                  <a:pt x="424024" y="755486"/>
                </a:lnTo>
                <a:close/>
                <a:lnTo>
                  <a:pt x="426254" y="754319"/>
                </a:lnTo>
                <a:close/>
                <a:lnTo>
                  <a:pt x="428480" y="753150"/>
                </a:lnTo>
                <a:close/>
                <a:lnTo>
                  <a:pt x="430705" y="751977"/>
                </a:lnTo>
                <a:close/>
                <a:lnTo>
                  <a:pt x="432926" y="750801"/>
                </a:lnTo>
                <a:close/>
                <a:lnTo>
                  <a:pt x="435145" y="749623"/>
                </a:lnTo>
                <a:close/>
                <a:lnTo>
                  <a:pt x="437362" y="748442"/>
                </a:lnTo>
                <a:close/>
                <a:lnTo>
                  <a:pt x="439576" y="747258"/>
                </a:lnTo>
                <a:close/>
                <a:lnTo>
                  <a:pt x="441787" y="746071"/>
                </a:lnTo>
                <a:close/>
                <a:lnTo>
                  <a:pt x="443996" y="744881"/>
                </a:lnTo>
                <a:close/>
                <a:lnTo>
                  <a:pt x="446203" y="743689"/>
                </a:lnTo>
                <a:close/>
                <a:lnTo>
                  <a:pt x="448406" y="742493"/>
                </a:lnTo>
                <a:close/>
                <a:lnTo>
                  <a:pt x="450608" y="741295"/>
                </a:lnTo>
                <a:close/>
                <a:lnTo>
                  <a:pt x="452806" y="740094"/>
                </a:lnTo>
                <a:close/>
                <a:lnTo>
                  <a:pt x="455003" y="738890"/>
                </a:lnTo>
                <a:close/>
                <a:lnTo>
                  <a:pt x="457196" y="737683"/>
                </a:lnTo>
                <a:close/>
                <a:lnTo>
                  <a:pt x="459387" y="736473"/>
                </a:lnTo>
                <a:close/>
                <a:lnTo>
                  <a:pt x="461576" y="735261"/>
                </a:lnTo>
                <a:close/>
                <a:lnTo>
                  <a:pt x="463762" y="734045"/>
                </a:lnTo>
                <a:close/>
                <a:lnTo>
                  <a:pt x="465945" y="732827"/>
                </a:lnTo>
                <a:close/>
                <a:lnTo>
                  <a:pt x="468126" y="731606"/>
                </a:lnTo>
                <a:close/>
                <a:lnTo>
                  <a:pt x="470304" y="730382"/>
                </a:lnTo>
                <a:close/>
                <a:lnTo>
                  <a:pt x="472480" y="729155"/>
                </a:lnTo>
                <a:close/>
                <a:lnTo>
                  <a:pt x="474653" y="727925"/>
                </a:lnTo>
                <a:close/>
                <a:lnTo>
                  <a:pt x="476824" y="726693"/>
                </a:lnTo>
                <a:close/>
                <a:lnTo>
                  <a:pt x="478992" y="725457"/>
                </a:lnTo>
                <a:close/>
                <a:lnTo>
                  <a:pt x="481158" y="724219"/>
                </a:lnTo>
                <a:close/>
                <a:lnTo>
                  <a:pt x="483321" y="722978"/>
                </a:lnTo>
                <a:close/>
                <a:lnTo>
                  <a:pt x="485481" y="721734"/>
                </a:lnTo>
                <a:close/>
                <a:lnTo>
                  <a:pt x="487639" y="720487"/>
                </a:lnTo>
                <a:close/>
                <a:lnTo>
                  <a:pt x="489795" y="719238"/>
                </a:lnTo>
                <a:close/>
                <a:lnTo>
                  <a:pt x="491947" y="717985"/>
                </a:lnTo>
                <a:close/>
                <a:lnTo>
                  <a:pt x="494098" y="716730"/>
                </a:lnTo>
                <a:close/>
                <a:lnTo>
                  <a:pt x="496245" y="715471"/>
                </a:lnTo>
                <a:close/>
                <a:lnTo>
                  <a:pt x="498391" y="714210"/>
                </a:lnTo>
                <a:close/>
                <a:lnTo>
                  <a:pt x="500533" y="712946"/>
                </a:lnTo>
                <a:close/>
                <a:lnTo>
                  <a:pt x="502673" y="711680"/>
                </a:lnTo>
                <a:close/>
                <a:lnTo>
                  <a:pt x="504811" y="710410"/>
                </a:lnTo>
                <a:close/>
                <a:lnTo>
                  <a:pt x="506946" y="709137"/>
                </a:lnTo>
                <a:close/>
                <a:lnTo>
                  <a:pt x="509078" y="707862"/>
                </a:lnTo>
                <a:close/>
                <a:lnTo>
                  <a:pt x="511208" y="706584"/>
                </a:lnTo>
                <a:close/>
                <a:lnTo>
                  <a:pt x="513336" y="705303"/>
                </a:lnTo>
                <a:close/>
                <a:lnTo>
                  <a:pt x="515460" y="704019"/>
                </a:lnTo>
                <a:close/>
                <a:lnTo>
                  <a:pt x="517583" y="702732"/>
                </a:lnTo>
                <a:close/>
                <a:lnTo>
                  <a:pt x="519702" y="701442"/>
                </a:lnTo>
                <a:close/>
                <a:lnTo>
                  <a:pt x="521819" y="700150"/>
                </a:lnTo>
                <a:close/>
                <a:lnTo>
                  <a:pt x="523934" y="698855"/>
                </a:lnTo>
                <a:close/>
                <a:lnTo>
                  <a:pt x="526046" y="697556"/>
                </a:lnTo>
                <a:close/>
                <a:lnTo>
                  <a:pt x="528156" y="696255"/>
                </a:lnTo>
                <a:close/>
                <a:lnTo>
                  <a:pt x="530263" y="694951"/>
                </a:lnTo>
                <a:close/>
                <a:lnTo>
                  <a:pt x="532367" y="693645"/>
                </a:lnTo>
                <a:close/>
                <a:lnTo>
                  <a:pt x="534469" y="692335"/>
                </a:lnTo>
                <a:close/>
                <a:lnTo>
                  <a:pt x="536568" y="691022"/>
                </a:lnTo>
                <a:close/>
                <a:lnTo>
                  <a:pt x="538665" y="689707"/>
                </a:lnTo>
                <a:close/>
                <a:lnTo>
                  <a:pt x="540759" y="688389"/>
                </a:lnTo>
                <a:close/>
                <a:lnTo>
                  <a:pt x="542851" y="687068"/>
                </a:lnTo>
                <a:close/>
                <a:lnTo>
                  <a:pt x="544940" y="685744"/>
                </a:lnTo>
                <a:close/>
                <a:lnTo>
                  <a:pt x="547027" y="684417"/>
                </a:lnTo>
                <a:close/>
                <a:lnTo>
                  <a:pt x="549111" y="683088"/>
                </a:lnTo>
                <a:close/>
                <a:lnTo>
                  <a:pt x="551192" y="681755"/>
                </a:lnTo>
                <a:close/>
                <a:lnTo>
                  <a:pt x="553271" y="680420"/>
                </a:lnTo>
                <a:close/>
                <a:lnTo>
                  <a:pt x="555347" y="679082"/>
                </a:lnTo>
                <a:close/>
                <a:lnTo>
                  <a:pt x="557421" y="677741"/>
                </a:lnTo>
                <a:close/>
                <a:lnTo>
                  <a:pt x="559492" y="676397"/>
                </a:lnTo>
                <a:close/>
                <a:lnTo>
                  <a:pt x="561561" y="675050"/>
                </a:lnTo>
                <a:close/>
                <a:lnTo>
                  <a:pt x="563627" y="673701"/>
                </a:lnTo>
                <a:close/>
                <a:lnTo>
                  <a:pt x="565691" y="672348"/>
                </a:lnTo>
                <a:close/>
                <a:lnTo>
                  <a:pt x="567752" y="670993"/>
                </a:lnTo>
                <a:close/>
                <a:lnTo>
                  <a:pt x="569811" y="669635"/>
                </a:lnTo>
                <a:close/>
                <a:lnTo>
                  <a:pt x="571867" y="668274"/>
                </a:lnTo>
                <a:close/>
                <a:lnTo>
                  <a:pt x="573920" y="666910"/>
                </a:lnTo>
                <a:close/>
                <a:lnTo>
                  <a:pt x="575971" y="665543"/>
                </a:lnTo>
                <a:close/>
                <a:lnTo>
                  <a:pt x="578019" y="664174"/>
                </a:lnTo>
                <a:close/>
                <a:lnTo>
                  <a:pt x="580065" y="662801"/>
                </a:lnTo>
                <a:close/>
                <a:lnTo>
                  <a:pt x="582108" y="661426"/>
                </a:lnTo>
                <a:close/>
                <a:lnTo>
                  <a:pt x="584149" y="660048"/>
                </a:lnTo>
                <a:close/>
                <a:lnTo>
                  <a:pt x="586187" y="658667"/>
                </a:lnTo>
                <a:close/>
                <a:lnTo>
                  <a:pt x="588223" y="657283"/>
                </a:lnTo>
                <a:close/>
                <a:lnTo>
                  <a:pt x="590256" y="655896"/>
                </a:lnTo>
                <a:close/>
                <a:lnTo>
                  <a:pt x="592286" y="654507"/>
                </a:lnTo>
                <a:close/>
                <a:lnTo>
                  <a:pt x="594314" y="653114"/>
                </a:lnTo>
                <a:close/>
                <a:lnTo>
                  <a:pt x="596340" y="651719"/>
                </a:lnTo>
                <a:close/>
                <a:lnTo>
                  <a:pt x="598363" y="650321"/>
                </a:lnTo>
                <a:close/>
                <a:lnTo>
                  <a:pt x="600383" y="648920"/>
                </a:lnTo>
                <a:close/>
                <a:lnTo>
                  <a:pt x="602401" y="647516"/>
                </a:lnTo>
                <a:close/>
                <a:lnTo>
                  <a:pt x="604416" y="646110"/>
                </a:lnTo>
                <a:close/>
                <a:lnTo>
                  <a:pt x="606429" y="644700"/>
                </a:lnTo>
                <a:close/>
                <a:lnTo>
                  <a:pt x="608439" y="643288"/>
                </a:lnTo>
                <a:close/>
                <a:lnTo>
                  <a:pt x="610446" y="641873"/>
                </a:lnTo>
                <a:close/>
                <a:lnTo>
                  <a:pt x="612451" y="640454"/>
                </a:lnTo>
                <a:close/>
                <a:lnTo>
                  <a:pt x="614454" y="639034"/>
                </a:lnTo>
                <a:close/>
                <a:lnTo>
                  <a:pt x="616454" y="637610"/>
                </a:lnTo>
                <a:close/>
                <a:lnTo>
                  <a:pt x="618451" y="636183"/>
                </a:lnTo>
                <a:close/>
                <a:lnTo>
                  <a:pt x="620446" y="634754"/>
                </a:lnTo>
                <a:close/>
                <a:lnTo>
                  <a:pt x="622438" y="633321"/>
                </a:lnTo>
                <a:close/>
                <a:lnTo>
                  <a:pt x="624428" y="631886"/>
                </a:lnTo>
                <a:close/>
                <a:lnTo>
                  <a:pt x="626415" y="630448"/>
                </a:lnTo>
                <a:close/>
                <a:lnTo>
                  <a:pt x="628400" y="629007"/>
                </a:lnTo>
                <a:close/>
                <a:lnTo>
                  <a:pt x="630382" y="627563"/>
                </a:lnTo>
                <a:close/>
                <a:lnTo>
                  <a:pt x="632361" y="626117"/>
                </a:lnTo>
                <a:close/>
                <a:lnTo>
                  <a:pt x="634338" y="624667"/>
                </a:lnTo>
                <a:close/>
                <a:lnTo>
                  <a:pt x="636313" y="623215"/>
                </a:lnTo>
                <a:close/>
                <a:lnTo>
                  <a:pt x="638285" y="621760"/>
                </a:lnTo>
                <a:close/>
                <a:lnTo>
                  <a:pt x="640254" y="620302"/>
                </a:lnTo>
                <a:close/>
                <a:lnTo>
                  <a:pt x="642221" y="618841"/>
                </a:lnTo>
                <a:close/>
                <a:lnTo>
                  <a:pt x="644185" y="617377"/>
                </a:lnTo>
                <a:close/>
                <a:lnTo>
                  <a:pt x="646147" y="615910"/>
                </a:lnTo>
                <a:close/>
                <a:lnTo>
                  <a:pt x="648106" y="614441"/>
                </a:lnTo>
                <a:close/>
                <a:lnTo>
                  <a:pt x="650063" y="612969"/>
                </a:lnTo>
                <a:close/>
                <a:lnTo>
                  <a:pt x="652017" y="611493"/>
                </a:lnTo>
                <a:close/>
                <a:lnTo>
                  <a:pt x="653968" y="610015"/>
                </a:lnTo>
                <a:close/>
                <a:lnTo>
                  <a:pt x="655917" y="608535"/>
                </a:lnTo>
                <a:close/>
                <a:lnTo>
                  <a:pt x="657863" y="607051"/>
                </a:lnTo>
                <a:close/>
                <a:lnTo>
                  <a:pt x="659807" y="605564"/>
                </a:lnTo>
                <a:close/>
                <a:lnTo>
                  <a:pt x="661749" y="604075"/>
                </a:lnTo>
                <a:close/>
                <a:lnTo>
                  <a:pt x="663687" y="602583"/>
                </a:lnTo>
                <a:close/>
                <a:lnTo>
                  <a:pt x="665624" y="601087"/>
                </a:lnTo>
                <a:close/>
                <a:lnTo>
                  <a:pt x="667557" y="599589"/>
                </a:lnTo>
                <a:close/>
                <a:lnTo>
                  <a:pt x="669488" y="598089"/>
                </a:lnTo>
                <a:close/>
                <a:lnTo>
                  <a:pt x="671417" y="596585"/>
                </a:lnTo>
                <a:close/>
                <a:lnTo>
                  <a:pt x="673343" y="595078"/>
                </a:lnTo>
                <a:close/>
                <a:lnTo>
                  <a:pt x="675266" y="593569"/>
                </a:lnTo>
                <a:close/>
                <a:lnTo>
                  <a:pt x="677187" y="592057"/>
                </a:lnTo>
                <a:close/>
                <a:lnTo>
                  <a:pt x="679106" y="590541"/>
                </a:lnTo>
                <a:close/>
                <a:lnTo>
                  <a:pt x="681022" y="589023"/>
                </a:lnTo>
                <a:close/>
                <a:lnTo>
                  <a:pt x="682935" y="587503"/>
                </a:lnTo>
                <a:close/>
                <a:lnTo>
                  <a:pt x="684846" y="585979"/>
                </a:lnTo>
                <a:close/>
                <a:lnTo>
                  <a:pt x="686754" y="584452"/>
                </a:lnTo>
                <a:close/>
                <a:lnTo>
                  <a:pt x="688659" y="582923"/>
                </a:lnTo>
                <a:close/>
                <a:lnTo>
                  <a:pt x="690562" y="581391"/>
                </a:lnTo>
                <a:close/>
                <a:lnTo>
                  <a:pt x="692463" y="579856"/>
                </a:lnTo>
                <a:close/>
                <a:lnTo>
                  <a:pt x="694361" y="578318"/>
                </a:lnTo>
                <a:close/>
                <a:lnTo>
                  <a:pt x="696256" y="576777"/>
                </a:lnTo>
                <a:close/>
                <a:lnTo>
                  <a:pt x="698149" y="575233"/>
                </a:lnTo>
                <a:close/>
                <a:lnTo>
                  <a:pt x="700040" y="573687"/>
                </a:lnTo>
                <a:close/>
                <a:lnTo>
                  <a:pt x="701927" y="572137"/>
                </a:lnTo>
                <a:close/>
                <a:lnTo>
                  <a:pt x="703813" y="570585"/>
                </a:lnTo>
                <a:close/>
                <a:lnTo>
                  <a:pt x="705695" y="569030"/>
                </a:lnTo>
                <a:close/>
                <a:lnTo>
                  <a:pt x="707576" y="567472"/>
                </a:lnTo>
                <a:close/>
                <a:lnTo>
                  <a:pt x="709453" y="565911"/>
                </a:lnTo>
                <a:close/>
                <a:lnTo>
                  <a:pt x="711328" y="564348"/>
                </a:lnTo>
                <a:close/>
                <a:lnTo>
                  <a:pt x="713201" y="562781"/>
                </a:lnTo>
                <a:close/>
                <a:lnTo>
                  <a:pt x="715071" y="561212"/>
                </a:lnTo>
                <a:close/>
                <a:lnTo>
                  <a:pt x="716938" y="559639"/>
                </a:lnTo>
                <a:close/>
                <a:lnTo>
                  <a:pt x="718803" y="558064"/>
                </a:lnTo>
                <a:close/>
                <a:lnTo>
                  <a:pt x="720665" y="556486"/>
                </a:lnTo>
                <a:close/>
                <a:lnTo>
                  <a:pt x="722525" y="554906"/>
                </a:lnTo>
                <a:close/>
                <a:lnTo>
                  <a:pt x="724382" y="553322"/>
                </a:lnTo>
                <a:close/>
                <a:lnTo>
                  <a:pt x="726237" y="551736"/>
                </a:lnTo>
                <a:close/>
                <a:lnTo>
                  <a:pt x="728089" y="550146"/>
                </a:lnTo>
                <a:close/>
                <a:lnTo>
                  <a:pt x="729939" y="548554"/>
                </a:lnTo>
                <a:close/>
                <a:lnTo>
                  <a:pt x="731786" y="546959"/>
                </a:lnTo>
                <a:close/>
                <a:lnTo>
                  <a:pt x="733630" y="545361"/>
                </a:lnTo>
                <a:close/>
                <a:lnTo>
                  <a:pt x="735472" y="543760"/>
                </a:lnTo>
                <a:close/>
                <a:lnTo>
                  <a:pt x="737311" y="542157"/>
                </a:lnTo>
                <a:close/>
                <a:lnTo>
                  <a:pt x="739148" y="540550"/>
                </a:lnTo>
                <a:close/>
                <a:lnTo>
                  <a:pt x="740982" y="538941"/>
                </a:lnTo>
                <a:close/>
                <a:lnTo>
                  <a:pt x="742814" y="537329"/>
                </a:lnTo>
                <a:close/>
                <a:lnTo>
                  <a:pt x="744643" y="535714"/>
                </a:lnTo>
                <a:close/>
                <a:lnTo>
                  <a:pt x="746470" y="534096"/>
                </a:lnTo>
                <a:close/>
                <a:lnTo>
                  <a:pt x="748294" y="532475"/>
                </a:lnTo>
                <a:close/>
                <a:lnTo>
                  <a:pt x="750116" y="530852"/>
                </a:lnTo>
                <a:close/>
                <a:lnTo>
                  <a:pt x="751935" y="529225"/>
                </a:lnTo>
                <a:close/>
                <a:lnTo>
                  <a:pt x="753751" y="527596"/>
                </a:lnTo>
                <a:close/>
                <a:lnTo>
                  <a:pt x="755565" y="525964"/>
                </a:lnTo>
                <a:close/>
                <a:lnTo>
                  <a:pt x="757376" y="524329"/>
                </a:lnTo>
                <a:close/>
                <a:lnTo>
                  <a:pt x="759185" y="522691"/>
                </a:lnTo>
                <a:close/>
                <a:lnTo>
                  <a:pt x="760991" y="521050"/>
                </a:lnTo>
                <a:close/>
                <a:lnTo>
                  <a:pt x="762795" y="519406"/>
                </a:lnTo>
                <a:close/>
                <a:lnTo>
                  <a:pt x="764596" y="517760"/>
                </a:lnTo>
                <a:close/>
                <a:lnTo>
                  <a:pt x="766395" y="516111"/>
                </a:lnTo>
                <a:close/>
                <a:lnTo>
                  <a:pt x="768191" y="514459"/>
                </a:lnTo>
                <a:close/>
                <a:lnTo>
                  <a:pt x="769984" y="512804"/>
                </a:lnTo>
                <a:close/>
                <a:lnTo>
                  <a:pt x="771775" y="511146"/>
                </a:lnTo>
                <a:close/>
                <a:lnTo>
                  <a:pt x="773564" y="509485"/>
                </a:lnTo>
                <a:close/>
                <a:lnTo>
                  <a:pt x="775349" y="507822"/>
                </a:lnTo>
                <a:close/>
                <a:lnTo>
                  <a:pt x="777133" y="506155"/>
                </a:lnTo>
                <a:close/>
                <a:lnTo>
                  <a:pt x="778913" y="504486"/>
                </a:lnTo>
                <a:close/>
                <a:lnTo>
                  <a:pt x="780692" y="502814"/>
                </a:lnTo>
                <a:close/>
                <a:lnTo>
                  <a:pt x="782467" y="501139"/>
                </a:lnTo>
                <a:close/>
                <a:lnTo>
                  <a:pt x="784240" y="499461"/>
                </a:lnTo>
                <a:close/>
                <a:lnTo>
                  <a:pt x="786011" y="497780"/>
                </a:lnTo>
                <a:close/>
                <a:lnTo>
                  <a:pt x="787779" y="496097"/>
                </a:lnTo>
                <a:close/>
                <a:lnTo>
                  <a:pt x="789544" y="494410"/>
                </a:lnTo>
                <a:close/>
                <a:lnTo>
                  <a:pt x="791307" y="492721"/>
                </a:lnTo>
                <a:close/>
                <a:lnTo>
                  <a:pt x="793068" y="491029"/>
                </a:lnTo>
                <a:close/>
                <a:lnTo>
                  <a:pt x="794826" y="489334"/>
                </a:lnTo>
                <a:close/>
                <a:lnTo>
                  <a:pt x="796581" y="487636"/>
                </a:lnTo>
                <a:close/>
                <a:lnTo>
                  <a:pt x="798334" y="485936"/>
                </a:lnTo>
                <a:close/>
                <a:lnTo>
                  <a:pt x="800084" y="484232"/>
                </a:lnTo>
                <a:close/>
                <a:lnTo>
                  <a:pt x="801831" y="482526"/>
                </a:lnTo>
                <a:close/>
                <a:lnTo>
                  <a:pt x="803576" y="480817"/>
                </a:lnTo>
                <a:close/>
                <a:lnTo>
                  <a:pt x="805319" y="479105"/>
                </a:lnTo>
                <a:close/>
                <a:lnTo>
                  <a:pt x="807059" y="477390"/>
                </a:lnTo>
                <a:close/>
                <a:lnTo>
                  <a:pt x="808796" y="475672"/>
                </a:lnTo>
                <a:close/>
                <a:lnTo>
                  <a:pt x="810531" y="473951"/>
                </a:lnTo>
                <a:close/>
                <a:lnTo>
                  <a:pt x="812264" y="472228"/>
                </a:lnTo>
                <a:close/>
                <a:lnTo>
                  <a:pt x="813993" y="470501"/>
                </a:lnTo>
                <a:close/>
                <a:lnTo>
                  <a:pt x="815721" y="468772"/>
                </a:lnTo>
                <a:close/>
                <a:lnTo>
                  <a:pt x="817445" y="467040"/>
                </a:lnTo>
                <a:close/>
                <a:lnTo>
                  <a:pt x="819167" y="465305"/>
                </a:lnTo>
                <a:close/>
                <a:lnTo>
                  <a:pt x="820887" y="463567"/>
                </a:lnTo>
                <a:close/>
                <a:lnTo>
                  <a:pt x="822604" y="461827"/>
                </a:lnTo>
                <a:close/>
                <a:lnTo>
                  <a:pt x="824319" y="460083"/>
                </a:lnTo>
                <a:close/>
                <a:lnTo>
                  <a:pt x="826031" y="458337"/>
                </a:lnTo>
                <a:close/>
                <a:lnTo>
                  <a:pt x="827740" y="456588"/>
                </a:lnTo>
                <a:close/>
                <a:lnTo>
                  <a:pt x="829447" y="454836"/>
                </a:lnTo>
                <a:close/>
                <a:lnTo>
                  <a:pt x="831151" y="453081"/>
                </a:lnTo>
                <a:close/>
                <a:lnTo>
                  <a:pt x="832853" y="451323"/>
                </a:lnTo>
                <a:close/>
                <a:lnTo>
                  <a:pt x="834552" y="449563"/>
                </a:lnTo>
                <a:close/>
                <a:lnTo>
                  <a:pt x="836249" y="447799"/>
                </a:lnTo>
                <a:close/>
                <a:lnTo>
                  <a:pt x="837943" y="446033"/>
                </a:lnTo>
                <a:close/>
                <a:lnTo>
                  <a:pt x="839634" y="444264"/>
                </a:lnTo>
                <a:close/>
                <a:lnTo>
                  <a:pt x="841323" y="442492"/>
                </a:lnTo>
                <a:close/>
                <a:lnTo>
                  <a:pt x="843010" y="440717"/>
                </a:lnTo>
                <a:close/>
                <a:lnTo>
                  <a:pt x="844694" y="438939"/>
                </a:lnTo>
                <a:close/>
                <a:lnTo>
                  <a:pt x="846375" y="437158"/>
                </a:lnTo>
                <a:close/>
                <a:lnTo>
                  <a:pt x="848054" y="435375"/>
                </a:lnTo>
                <a:close/>
                <a:lnTo>
                  <a:pt x="849730" y="433589"/>
                </a:lnTo>
                <a:close/>
                <a:lnTo>
                  <a:pt x="851404" y="431800"/>
                </a:lnTo>
                <a:close/>
                <a:lnTo>
                  <a:pt x="853075" y="430008"/>
                </a:lnTo>
                <a:close/>
                <a:lnTo>
                  <a:pt x="854744" y="428213"/>
                </a:lnTo>
                <a:close/>
                <a:lnTo>
                  <a:pt x="856410" y="426415"/>
                </a:lnTo>
                <a:close/>
                <a:lnTo>
                  <a:pt x="858073" y="424614"/>
                </a:lnTo>
                <a:close/>
                <a:lnTo>
                  <a:pt x="859734" y="422811"/>
                </a:lnTo>
                <a:close/>
                <a:lnTo>
                  <a:pt x="861393" y="421005"/>
                </a:lnTo>
                <a:close/>
                <a:lnTo>
                  <a:pt x="863049" y="419196"/>
                </a:lnTo>
                <a:close/>
                <a:lnTo>
                  <a:pt x="864702" y="417384"/>
                </a:lnTo>
                <a:close/>
                <a:lnTo>
                  <a:pt x="866353" y="415569"/>
                </a:lnTo>
                <a:close/>
                <a:lnTo>
                  <a:pt x="868001" y="413751"/>
                </a:lnTo>
                <a:close/>
                <a:lnTo>
                  <a:pt x="869647" y="411931"/>
                </a:lnTo>
                <a:close/>
                <a:lnTo>
                  <a:pt x="871290" y="410107"/>
                </a:lnTo>
                <a:close/>
                <a:lnTo>
                  <a:pt x="872930" y="408281"/>
                </a:lnTo>
                <a:close/>
                <a:lnTo>
                  <a:pt x="874568" y="406452"/>
                </a:lnTo>
                <a:close/>
                <a:lnTo>
                  <a:pt x="876204" y="404620"/>
                </a:lnTo>
                <a:close/>
                <a:lnTo>
                  <a:pt x="877837" y="402785"/>
                </a:lnTo>
                <a:close/>
                <a:lnTo>
                  <a:pt x="879467" y="400947"/>
                </a:lnTo>
                <a:close/>
                <a:lnTo>
                  <a:pt x="881095" y="399107"/>
                </a:lnTo>
                <a:close/>
                <a:lnTo>
                  <a:pt x="882720" y="397264"/>
                </a:lnTo>
                <a:close/>
                <a:lnTo>
                  <a:pt x="884343" y="395417"/>
                </a:lnTo>
                <a:close/>
                <a:lnTo>
                  <a:pt x="885963" y="393568"/>
                </a:lnTo>
                <a:close/>
                <a:lnTo>
                  <a:pt x="887581" y="391716"/>
                </a:lnTo>
                <a:close/>
                <a:lnTo>
                  <a:pt x="889196" y="389862"/>
                </a:lnTo>
                <a:close/>
                <a:lnTo>
                  <a:pt x="890809" y="388004"/>
                </a:lnTo>
                <a:close/>
                <a:lnTo>
                  <a:pt x="892419" y="386143"/>
                </a:lnTo>
                <a:close/>
                <a:lnTo>
                  <a:pt x="894026" y="384280"/>
                </a:lnTo>
                <a:close/>
                <a:lnTo>
                  <a:pt x="895631" y="382414"/>
                </a:lnTo>
                <a:close/>
                <a:lnTo>
                  <a:pt x="897233" y="380545"/>
                </a:lnTo>
                <a:close/>
                <a:lnTo>
                  <a:pt x="898833" y="378673"/>
                </a:lnTo>
                <a:close/>
                <a:lnTo>
                  <a:pt x="900430" y="376798"/>
                </a:lnTo>
                <a:close/>
                <a:lnTo>
                  <a:pt x="902025" y="374920"/>
                </a:lnTo>
                <a:close/>
                <a:lnTo>
                  <a:pt x="903617" y="373040"/>
                </a:lnTo>
                <a:close/>
                <a:lnTo>
                  <a:pt x="905207" y="371157"/>
                </a:lnTo>
                <a:close/>
                <a:lnTo>
                  <a:pt x="906794" y="369270"/>
                </a:lnTo>
                <a:close/>
                <a:lnTo>
                  <a:pt x="908379" y="367381"/>
                </a:lnTo>
                <a:close/>
                <a:lnTo>
                  <a:pt x="909961" y="365490"/>
                </a:lnTo>
                <a:close/>
                <a:lnTo>
                  <a:pt x="911540" y="363595"/>
                </a:lnTo>
                <a:close/>
                <a:lnTo>
                  <a:pt x="913117" y="361697"/>
                </a:lnTo>
                <a:close/>
                <a:lnTo>
                  <a:pt x="914691" y="359797"/>
                </a:lnTo>
                <a:close/>
                <a:lnTo>
                  <a:pt x="916263" y="357893"/>
                </a:lnTo>
                <a:close/>
                <a:lnTo>
                  <a:pt x="917832" y="355987"/>
                </a:lnTo>
                <a:close/>
                <a:lnTo>
                  <a:pt x="919399" y="354078"/>
                </a:lnTo>
                <a:close/>
                <a:lnTo>
                  <a:pt x="920963" y="352166"/>
                </a:lnTo>
                <a:close/>
                <a:lnTo>
                  <a:pt x="922525" y="350252"/>
                </a:lnTo>
                <a:close/>
                <a:lnTo>
                  <a:pt x="924084" y="348334"/>
                </a:lnTo>
                <a:close/>
                <a:lnTo>
                  <a:pt x="925640" y="346414"/>
                </a:lnTo>
                <a:close/>
                <a:lnTo>
                  <a:pt x="927194" y="344490"/>
                </a:lnTo>
                <a:close/>
                <a:lnTo>
                  <a:pt x="928745" y="342564"/>
                </a:lnTo>
                <a:close/>
                <a:lnTo>
                  <a:pt x="930294" y="340635"/>
                </a:lnTo>
                <a:close/>
                <a:lnTo>
                  <a:pt x="931841" y="338703"/>
                </a:lnTo>
                <a:close/>
                <a:lnTo>
                  <a:pt x="933384" y="336769"/>
                </a:lnTo>
                <a:close/>
                <a:lnTo>
                  <a:pt x="934926" y="334831"/>
                </a:lnTo>
                <a:close/>
                <a:lnTo>
                  <a:pt x="936464" y="332891"/>
                </a:lnTo>
                <a:close/>
                <a:lnTo>
                  <a:pt x="938000" y="330947"/>
                </a:lnTo>
                <a:close/>
                <a:lnTo>
                  <a:pt x="939534" y="329001"/>
                </a:lnTo>
                <a:close/>
                <a:lnTo>
                  <a:pt x="941065" y="327052"/>
                </a:lnTo>
                <a:close/>
                <a:lnTo>
                  <a:pt x="942593" y="325100"/>
                </a:lnTo>
                <a:close/>
                <a:lnTo>
                  <a:pt x="944119" y="323146"/>
                </a:lnTo>
                <a:close/>
                <a:lnTo>
                  <a:pt x="945643" y="321188"/>
                </a:lnTo>
                <a:close/>
                <a:lnTo>
                  <a:pt x="947163" y="319228"/>
                </a:lnTo>
                <a:close/>
                <a:lnTo>
                  <a:pt x="948682" y="317265"/>
                </a:lnTo>
                <a:close/>
                <a:lnTo>
                  <a:pt x="950197" y="315298"/>
                </a:lnTo>
                <a:close/>
                <a:lnTo>
                  <a:pt x="951710" y="313329"/>
                </a:lnTo>
                <a:close/>
                <a:lnTo>
                  <a:pt x="953221" y="311358"/>
                </a:lnTo>
                <a:close/>
                <a:lnTo>
                  <a:pt x="954729" y="309383"/>
                </a:lnTo>
                <a:close/>
                <a:lnTo>
                  <a:pt x="956235" y="307405"/>
                </a:lnTo>
                <a:close/>
                <a:lnTo>
                  <a:pt x="957738" y="305425"/>
                </a:lnTo>
                <a:close/>
                <a:lnTo>
                  <a:pt x="959238" y="303442"/>
                </a:lnTo>
                <a:close/>
                <a:lnTo>
                  <a:pt x="960736" y="301456"/>
                </a:lnTo>
                <a:close/>
                <a:lnTo>
                  <a:pt x="962231" y="299467"/>
                </a:lnTo>
                <a:close/>
                <a:lnTo>
                  <a:pt x="963724" y="297475"/>
                </a:lnTo>
                <a:close/>
                <a:lnTo>
                  <a:pt x="965214" y="295480"/>
                </a:lnTo>
                <a:close/>
                <a:lnTo>
                  <a:pt x="966702" y="293483"/>
                </a:lnTo>
                <a:close/>
                <a:lnTo>
                  <a:pt x="968187" y="291482"/>
                </a:lnTo>
                <a:close/>
                <a:lnTo>
                  <a:pt x="969670" y="289479"/>
                </a:lnTo>
                <a:close/>
                <a:lnTo>
                  <a:pt x="971150" y="287473"/>
                </a:lnTo>
                <a:close/>
                <a:lnTo>
                  <a:pt x="972627" y="285464"/>
                </a:lnTo>
                <a:close/>
                <a:lnTo>
                  <a:pt x="974102" y="283453"/>
                </a:lnTo>
                <a:close/>
                <a:lnTo>
                  <a:pt x="975575" y="281438"/>
                </a:lnTo>
                <a:close/>
                <a:lnTo>
                  <a:pt x="977044" y="279420"/>
                </a:lnTo>
                <a:close/>
                <a:lnTo>
                  <a:pt x="978512" y="277400"/>
                </a:lnTo>
                <a:close/>
                <a:lnTo>
                  <a:pt x="979976" y="275377"/>
                </a:lnTo>
                <a:close/>
                <a:lnTo>
                  <a:pt x="981439" y="273351"/>
                </a:lnTo>
                <a:close/>
                <a:lnTo>
                  <a:pt x="982898" y="271322"/>
                </a:lnTo>
                <a:close/>
                <a:lnTo>
                  <a:pt x="984355" y="269290"/>
                </a:lnTo>
                <a:close/>
                <a:lnTo>
                  <a:pt x="985810" y="267256"/>
                </a:lnTo>
                <a:close/>
                <a:lnTo>
                  <a:pt x="987262" y="265218"/>
                </a:lnTo>
                <a:close/>
                <a:lnTo>
                  <a:pt x="988711" y="263178"/>
                </a:lnTo>
                <a:close/>
                <a:lnTo>
                  <a:pt x="990158" y="261135"/>
                </a:lnTo>
                <a:close/>
                <a:lnTo>
                  <a:pt x="991603" y="259089"/>
                </a:lnTo>
                <a:close/>
                <a:lnTo>
                  <a:pt x="993044" y="257040"/>
                </a:lnTo>
                <a:close/>
                <a:lnTo>
                  <a:pt x="994484" y="254988"/>
                </a:lnTo>
                <a:close/>
                <a:lnTo>
                  <a:pt x="995920" y="252933"/>
                </a:lnTo>
                <a:close/>
                <a:lnTo>
                  <a:pt x="997355" y="250876"/>
                </a:lnTo>
                <a:close/>
                <a:lnTo>
                  <a:pt x="998786" y="248816"/>
                </a:lnTo>
                <a:close/>
                <a:lnTo>
                  <a:pt x="1000215" y="246752"/>
                </a:lnTo>
                <a:close/>
                <a:lnTo>
                  <a:pt x="1001642" y="244686"/>
                </a:lnTo>
                <a:close/>
                <a:lnTo>
                  <a:pt x="1003066" y="242618"/>
                </a:lnTo>
                <a:close/>
                <a:lnTo>
                  <a:pt x="1004487" y="240546"/>
                </a:lnTo>
                <a:close/>
                <a:lnTo>
                  <a:pt x="1005906" y="238471"/>
                </a:lnTo>
                <a:close/>
                <a:lnTo>
                  <a:pt x="1007322" y="236394"/>
                </a:lnTo>
                <a:close/>
                <a:lnTo>
                  <a:pt x="1008736" y="234314"/>
                </a:lnTo>
                <a:close/>
                <a:lnTo>
                  <a:pt x="1010147" y="232230"/>
                </a:lnTo>
                <a:close/>
                <a:lnTo>
                  <a:pt x="1011556" y="230144"/>
                </a:lnTo>
                <a:close/>
                <a:lnTo>
                  <a:pt x="1012962" y="228056"/>
                </a:lnTo>
                <a:close/>
                <a:lnTo>
                  <a:pt x="1014366" y="225964"/>
                </a:lnTo>
                <a:close/>
                <a:lnTo>
                  <a:pt x="1015767" y="223869"/>
                </a:lnTo>
                <a:close/>
                <a:lnTo>
                  <a:pt x="1017165" y="221772"/>
                </a:lnTo>
                <a:close/>
                <a:lnTo>
                  <a:pt x="1018561" y="219672"/>
                </a:lnTo>
                <a:close/>
                <a:lnTo>
                  <a:pt x="1019955" y="217569"/>
                </a:lnTo>
                <a:close/>
                <a:lnTo>
                  <a:pt x="1021345" y="215463"/>
                </a:lnTo>
                <a:close/>
                <a:lnTo>
                  <a:pt x="1022734" y="213354"/>
                </a:lnTo>
                <a:close/>
                <a:lnTo>
                  <a:pt x="1024119" y="211242"/>
                </a:lnTo>
                <a:close/>
                <a:lnTo>
                  <a:pt x="1025503" y="209128"/>
                </a:lnTo>
                <a:close/>
                <a:lnTo>
                  <a:pt x="1026883" y="207010"/>
                </a:lnTo>
                <a:close/>
                <a:lnTo>
                  <a:pt x="1028261" y="204890"/>
                </a:lnTo>
                <a:close/>
                <a:lnTo>
                  <a:pt x="1029637" y="202767"/>
                </a:lnTo>
                <a:close/>
                <a:lnTo>
                  <a:pt x="1031010" y="200641"/>
                </a:lnTo>
                <a:close/>
                <a:lnTo>
                  <a:pt x="1032380" y="198512"/>
                </a:lnTo>
                <a:close/>
                <a:lnTo>
                  <a:pt x="1033748" y="196380"/>
                </a:lnTo>
                <a:close/>
                <a:lnTo>
                  <a:pt x="1035114" y="194246"/>
                </a:lnTo>
                <a:close/>
                <a:lnTo>
                  <a:pt x="1036476" y="192109"/>
                </a:lnTo>
                <a:close/>
                <a:lnTo>
                  <a:pt x="1037837" y="189968"/>
                </a:lnTo>
                <a:close/>
                <a:lnTo>
                  <a:pt x="1039194" y="187825"/>
                </a:lnTo>
                <a:close/>
                <a:lnTo>
                  <a:pt x="1040550" y="185679"/>
                </a:lnTo>
                <a:close/>
                <a:lnTo>
                  <a:pt x="1041902" y="183531"/>
                </a:lnTo>
                <a:close/>
                <a:lnTo>
                  <a:pt x="1043252" y="181379"/>
                </a:lnTo>
                <a:close/>
                <a:lnTo>
                  <a:pt x="1044600" y="179224"/>
                </a:lnTo>
                <a:close/>
                <a:lnTo>
                  <a:pt x="1045945" y="177067"/>
                </a:lnTo>
                <a:close/>
                <a:lnTo>
                  <a:pt x="1047287" y="174907"/>
                </a:lnTo>
                <a:close/>
                <a:lnTo>
                  <a:pt x="1048627" y="172744"/>
                </a:lnTo>
                <a:close/>
                <a:lnTo>
                  <a:pt x="1049964" y="170578"/>
                </a:lnTo>
                <a:close/>
                <a:lnTo>
                  <a:pt x="1051299" y="168409"/>
                </a:lnTo>
                <a:close/>
                <a:lnTo>
                  <a:pt x="1052631" y="166238"/>
                </a:lnTo>
                <a:close/>
                <a:lnTo>
                  <a:pt x="1053961" y="164063"/>
                </a:lnTo>
                <a:close/>
                <a:lnTo>
                  <a:pt x="1055288" y="161886"/>
                </a:lnTo>
                <a:close/>
                <a:lnTo>
                  <a:pt x="1056613" y="159706"/>
                </a:lnTo>
                <a:close/>
                <a:lnTo>
                  <a:pt x="1057935" y="157523"/>
                </a:lnTo>
                <a:close/>
                <a:lnTo>
                  <a:pt x="1059254" y="155337"/>
                </a:lnTo>
                <a:close/>
                <a:lnTo>
                  <a:pt x="1060571" y="153148"/>
                </a:lnTo>
                <a:close/>
                <a:lnTo>
                  <a:pt x="1061885" y="150956"/>
                </a:lnTo>
                <a:close/>
                <a:lnTo>
                  <a:pt x="1063197" y="148762"/>
                </a:lnTo>
                <a:close/>
                <a:lnTo>
                  <a:pt x="1064507" y="146565"/>
                </a:lnTo>
                <a:close/>
                <a:lnTo>
                  <a:pt x="1065813" y="144364"/>
                </a:lnTo>
                <a:close/>
                <a:lnTo>
                  <a:pt x="1067117" y="142161"/>
                </a:lnTo>
                <a:close/>
                <a:lnTo>
                  <a:pt x="1068419" y="139956"/>
                </a:lnTo>
                <a:close/>
                <a:lnTo>
                  <a:pt x="1069718" y="137747"/>
                </a:lnTo>
                <a:close/>
                <a:lnTo>
                  <a:pt x="1071015" y="135535"/>
                </a:lnTo>
                <a:close/>
                <a:lnTo>
                  <a:pt x="1072309" y="133321"/>
                </a:lnTo>
                <a:close/>
                <a:lnTo>
                  <a:pt x="1073600" y="131103"/>
                </a:lnTo>
                <a:close/>
                <a:lnTo>
                  <a:pt x="1074889" y="128883"/>
                </a:lnTo>
                <a:close/>
                <a:lnTo>
                  <a:pt x="1076175" y="126660"/>
                </a:lnTo>
                <a:close/>
                <a:lnTo>
                  <a:pt x="1077459" y="124435"/>
                </a:lnTo>
                <a:close/>
                <a:lnTo>
                  <a:pt x="1078741" y="122206"/>
                </a:lnTo>
                <a:close/>
                <a:lnTo>
                  <a:pt x="1080019" y="119974"/>
                </a:lnTo>
                <a:close/>
                <a:lnTo>
                  <a:pt x="1081295" y="117740"/>
                </a:lnTo>
                <a:close/>
                <a:lnTo>
                  <a:pt x="1082569" y="115503"/>
                </a:lnTo>
                <a:close/>
                <a:lnTo>
                  <a:pt x="1083840" y="113262"/>
                </a:lnTo>
                <a:close/>
                <a:lnTo>
                  <a:pt x="1085109" y="111019"/>
                </a:lnTo>
                <a:close/>
                <a:lnTo>
                  <a:pt x="1086375" y="108774"/>
                </a:lnTo>
                <a:close/>
                <a:lnTo>
                  <a:pt x="1087638" y="106525"/>
                </a:lnTo>
                <a:close/>
                <a:lnTo>
                  <a:pt x="1088899" y="104273"/>
                </a:lnTo>
                <a:close/>
                <a:lnTo>
                  <a:pt x="1090157" y="102019"/>
                </a:lnTo>
                <a:close/>
                <a:lnTo>
                  <a:pt x="1091413" y="99762"/>
                </a:lnTo>
                <a:close/>
                <a:lnTo>
                  <a:pt x="1092666" y="97502"/>
                </a:lnTo>
                <a:close/>
                <a:lnTo>
                  <a:pt x="1093917" y="95239"/>
                </a:lnTo>
                <a:close/>
                <a:lnTo>
                  <a:pt x="1095165" y="92973"/>
                </a:lnTo>
                <a:close/>
                <a:lnTo>
                  <a:pt x="1096410" y="90704"/>
                </a:lnTo>
                <a:close/>
                <a:lnTo>
                  <a:pt x="1097653" y="88433"/>
                </a:lnTo>
                <a:close/>
                <a:lnTo>
                  <a:pt x="1098894" y="86158"/>
                </a:lnTo>
                <a:close/>
                <a:lnTo>
                  <a:pt x="1100132" y="83881"/>
                </a:lnTo>
                <a:close/>
                <a:lnTo>
                  <a:pt x="1101367" y="81601"/>
                </a:lnTo>
                <a:close/>
                <a:lnTo>
                  <a:pt x="1102600" y="79318"/>
                </a:lnTo>
                <a:close/>
                <a:lnTo>
                  <a:pt x="1103830" y="77032"/>
                </a:lnTo>
                <a:close/>
                <a:lnTo>
                  <a:pt x="1105058" y="74744"/>
                </a:lnTo>
                <a:close/>
                <a:lnTo>
                  <a:pt x="1106283" y="72452"/>
                </a:lnTo>
                <a:close/>
                <a:lnTo>
                  <a:pt x="1107506" y="70158"/>
                </a:lnTo>
                <a:close/>
                <a:lnTo>
                  <a:pt x="1108726" y="67861"/>
                </a:lnTo>
                <a:close/>
                <a:lnTo>
                  <a:pt x="1109944" y="65561"/>
                </a:lnTo>
                <a:close/>
                <a:lnTo>
                  <a:pt x="1111159" y="63258"/>
                </a:lnTo>
                <a:close/>
                <a:lnTo>
                  <a:pt x="1112371" y="60952"/>
                </a:lnTo>
                <a:close/>
                <a:lnTo>
                  <a:pt x="1113581" y="58643"/>
                </a:lnTo>
                <a:close/>
                <a:lnTo>
                  <a:pt x="1114788" y="56332"/>
                </a:lnTo>
                <a:close/>
                <a:lnTo>
                  <a:pt x="1115993" y="54017"/>
                </a:lnTo>
                <a:close/>
                <a:lnTo>
                  <a:pt x="1117195" y="51700"/>
                </a:lnTo>
                <a:close/>
                <a:lnTo>
                  <a:pt x="1118395" y="49380"/>
                </a:lnTo>
                <a:close/>
                <a:lnTo>
                  <a:pt x="1119592" y="47057"/>
                </a:lnTo>
                <a:close/>
                <a:lnTo>
                  <a:pt x="1120787" y="44732"/>
                </a:lnTo>
                <a:close/>
                <a:lnTo>
                  <a:pt x="1121979" y="42403"/>
                </a:lnTo>
                <a:close/>
                <a:lnTo>
                  <a:pt x="1123168" y="40072"/>
                </a:lnTo>
                <a:close/>
                <a:lnTo>
                  <a:pt x="1124355" y="37737"/>
                </a:lnTo>
                <a:close/>
                <a:lnTo>
                  <a:pt x="1125540" y="35400"/>
                </a:lnTo>
                <a:close/>
                <a:lnTo>
                  <a:pt x="1126722" y="33060"/>
                </a:lnTo>
                <a:close/>
                <a:lnTo>
                  <a:pt x="1127901" y="30717"/>
                </a:lnTo>
                <a:close/>
                <a:lnTo>
                  <a:pt x="1129078" y="28371"/>
                </a:lnTo>
                <a:close/>
                <a:lnTo>
                  <a:pt x="1130252" y="26023"/>
                </a:lnTo>
                <a:close/>
                <a:lnTo>
                  <a:pt x="1131423" y="23671"/>
                </a:lnTo>
                <a:close/>
                <a:lnTo>
                  <a:pt x="1132593" y="21317"/>
                </a:lnTo>
                <a:close/>
                <a:lnTo>
                  <a:pt x="1133759" y="18960"/>
                </a:lnTo>
                <a:close/>
                <a:lnTo>
                  <a:pt x="1134923" y="16600"/>
                </a:lnTo>
                <a:close/>
                <a:lnTo>
                  <a:pt x="1136085" y="14237"/>
                </a:lnTo>
                <a:close/>
                <a:lnTo>
                  <a:pt x="1137244" y="11871"/>
                </a:lnTo>
                <a:close/>
                <a:lnTo>
                  <a:pt x="1138400" y="9503"/>
                </a:lnTo>
                <a:close/>
                <a:lnTo>
                  <a:pt x="1139554" y="7131"/>
                </a:lnTo>
                <a:close/>
                <a:lnTo>
                  <a:pt x="1140705" y="4757"/>
                </a:lnTo>
                <a:close/>
                <a:lnTo>
                  <a:pt x="1141854" y="2380"/>
                </a:lnTo>
                <a:close/>
                <a:lnTo>
                  <a:pt x="11430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400800.0" y="285750.0"/>
            <a:ext cx="0.0" cy="22860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1900" y="1968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11900" y="15684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5257800.0" y="509778.0"/>
            <a:ext cx="457200.0" cy="402336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858000.0" y="1072134.0"/>
            <a:ext cx="457200.0" cy="438912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75400" y="-4889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