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41148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-628650.0"/>
            <a:ext cx="0.0" cy="36576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800600" y="286207"/>
            <a:ext cx="1600200" cy="1033449"/>
          </a:xfrm>
          <a:custGeom>
            <a:avLst/>
            <a:gdLst/>
            <a:ahLst/>
            <a:cxnLst/>
            <a:rect l="l" t="t" r="r" b="b"/>
            <a:pathLst>
              <a:path w="1600200" h="1033449">
                <a:moveTo>
                  <a:pt x="0" y="1033449"/>
                </a:moveTo>
                <a:lnTo>
                  <a:pt x="2671" y="1031027"/>
                </a:lnTo>
                <a:close/>
                <a:lnTo>
                  <a:pt x="5343" y="1028612"/>
                </a:lnTo>
                <a:close/>
                <a:lnTo>
                  <a:pt x="8014" y="1026203"/>
                </a:lnTo>
                <a:close/>
                <a:lnTo>
                  <a:pt x="10686" y="1023800"/>
                </a:lnTo>
                <a:close/>
                <a:lnTo>
                  <a:pt x="13357" y="1021404"/>
                </a:lnTo>
                <a:close/>
                <a:lnTo>
                  <a:pt x="16029" y="1019014"/>
                </a:lnTo>
                <a:close/>
                <a:lnTo>
                  <a:pt x="18700" y="1016630"/>
                </a:lnTo>
                <a:close/>
                <a:lnTo>
                  <a:pt x="21372" y="1014253"/>
                </a:lnTo>
                <a:close/>
                <a:lnTo>
                  <a:pt x="24043" y="1011882"/>
                </a:lnTo>
                <a:close/>
                <a:lnTo>
                  <a:pt x="26715" y="1009517"/>
                </a:lnTo>
                <a:close/>
                <a:lnTo>
                  <a:pt x="29386" y="1007158"/>
                </a:lnTo>
                <a:close/>
                <a:lnTo>
                  <a:pt x="32057" y="1004805"/>
                </a:lnTo>
                <a:close/>
                <a:lnTo>
                  <a:pt x="34729" y="1002458"/>
                </a:lnTo>
                <a:close/>
                <a:lnTo>
                  <a:pt x="37400" y="1000117"/>
                </a:lnTo>
                <a:close/>
                <a:lnTo>
                  <a:pt x="40072" y="997782"/>
                </a:lnTo>
                <a:close/>
                <a:lnTo>
                  <a:pt x="42743" y="995452"/>
                </a:lnTo>
                <a:close/>
                <a:lnTo>
                  <a:pt x="45415" y="993129"/>
                </a:lnTo>
                <a:close/>
                <a:lnTo>
                  <a:pt x="48086" y="990811"/>
                </a:lnTo>
                <a:close/>
                <a:lnTo>
                  <a:pt x="50758" y="988498"/>
                </a:lnTo>
                <a:close/>
                <a:lnTo>
                  <a:pt x="53429" y="986192"/>
                </a:lnTo>
                <a:close/>
                <a:lnTo>
                  <a:pt x="56101" y="983890"/>
                </a:lnTo>
                <a:close/>
                <a:lnTo>
                  <a:pt x="58772" y="981595"/>
                </a:lnTo>
                <a:close/>
                <a:lnTo>
                  <a:pt x="61443" y="979304"/>
                </a:lnTo>
                <a:close/>
                <a:lnTo>
                  <a:pt x="64115" y="977019"/>
                </a:lnTo>
                <a:close/>
                <a:lnTo>
                  <a:pt x="66786" y="974739"/>
                </a:lnTo>
                <a:close/>
                <a:lnTo>
                  <a:pt x="69458" y="972465"/>
                </a:lnTo>
                <a:close/>
                <a:lnTo>
                  <a:pt x="72129" y="970196"/>
                </a:lnTo>
                <a:close/>
                <a:lnTo>
                  <a:pt x="74801" y="967932"/>
                </a:lnTo>
                <a:close/>
                <a:lnTo>
                  <a:pt x="77472" y="965673"/>
                </a:lnTo>
                <a:close/>
                <a:lnTo>
                  <a:pt x="80144" y="963419"/>
                </a:lnTo>
                <a:close/>
                <a:lnTo>
                  <a:pt x="82815" y="961170"/>
                </a:lnTo>
                <a:close/>
                <a:lnTo>
                  <a:pt x="85486" y="958925"/>
                </a:lnTo>
                <a:close/>
                <a:lnTo>
                  <a:pt x="88158" y="956686"/>
                </a:lnTo>
                <a:close/>
                <a:lnTo>
                  <a:pt x="90829" y="954452"/>
                </a:lnTo>
                <a:close/>
                <a:lnTo>
                  <a:pt x="93501" y="952222"/>
                </a:lnTo>
                <a:close/>
                <a:lnTo>
                  <a:pt x="96172" y="949997"/>
                </a:lnTo>
                <a:close/>
                <a:lnTo>
                  <a:pt x="98844" y="947777"/>
                </a:lnTo>
                <a:close/>
                <a:lnTo>
                  <a:pt x="101515" y="945562"/>
                </a:lnTo>
                <a:close/>
                <a:lnTo>
                  <a:pt x="104187" y="943351"/>
                </a:lnTo>
                <a:close/>
                <a:lnTo>
                  <a:pt x="106858" y="941145"/>
                </a:lnTo>
                <a:close/>
                <a:lnTo>
                  <a:pt x="109530" y="938943"/>
                </a:lnTo>
                <a:close/>
                <a:lnTo>
                  <a:pt x="112201" y="936746"/>
                </a:lnTo>
                <a:close/>
                <a:lnTo>
                  <a:pt x="114872" y="934554"/>
                </a:lnTo>
                <a:close/>
                <a:lnTo>
                  <a:pt x="117544" y="932366"/>
                </a:lnTo>
                <a:close/>
                <a:lnTo>
                  <a:pt x="120215" y="930182"/>
                </a:lnTo>
                <a:close/>
                <a:lnTo>
                  <a:pt x="122887" y="928003"/>
                </a:lnTo>
                <a:close/>
                <a:lnTo>
                  <a:pt x="125558" y="925828"/>
                </a:lnTo>
                <a:close/>
                <a:lnTo>
                  <a:pt x="128230" y="923657"/>
                </a:lnTo>
                <a:close/>
                <a:lnTo>
                  <a:pt x="130901" y="921491"/>
                </a:lnTo>
                <a:close/>
                <a:lnTo>
                  <a:pt x="133573" y="919329"/>
                </a:lnTo>
                <a:close/>
                <a:lnTo>
                  <a:pt x="136244" y="917171"/>
                </a:lnTo>
                <a:close/>
                <a:lnTo>
                  <a:pt x="138916" y="915017"/>
                </a:lnTo>
                <a:close/>
                <a:lnTo>
                  <a:pt x="141587" y="912867"/>
                </a:lnTo>
                <a:close/>
                <a:lnTo>
                  <a:pt x="144258" y="910722"/>
                </a:lnTo>
                <a:close/>
                <a:lnTo>
                  <a:pt x="146930" y="908581"/>
                </a:lnTo>
                <a:close/>
                <a:lnTo>
                  <a:pt x="149601" y="906443"/>
                </a:lnTo>
                <a:close/>
                <a:lnTo>
                  <a:pt x="152273" y="904310"/>
                </a:lnTo>
                <a:close/>
                <a:lnTo>
                  <a:pt x="154944" y="902181"/>
                </a:lnTo>
                <a:close/>
                <a:lnTo>
                  <a:pt x="157616" y="900055"/>
                </a:lnTo>
                <a:close/>
                <a:lnTo>
                  <a:pt x="160287" y="897934"/>
                </a:lnTo>
                <a:close/>
                <a:lnTo>
                  <a:pt x="162959" y="895816"/>
                </a:lnTo>
                <a:close/>
                <a:lnTo>
                  <a:pt x="165630" y="893703"/>
                </a:lnTo>
                <a:close/>
                <a:lnTo>
                  <a:pt x="168302" y="891593"/>
                </a:lnTo>
                <a:close/>
                <a:lnTo>
                  <a:pt x="170973" y="889487"/>
                </a:lnTo>
                <a:close/>
                <a:lnTo>
                  <a:pt x="173644" y="887385"/>
                </a:lnTo>
                <a:close/>
                <a:lnTo>
                  <a:pt x="176316" y="885286"/>
                </a:lnTo>
                <a:close/>
                <a:lnTo>
                  <a:pt x="178987" y="883192"/>
                </a:lnTo>
                <a:close/>
                <a:lnTo>
                  <a:pt x="181659" y="881101"/>
                </a:lnTo>
                <a:close/>
                <a:lnTo>
                  <a:pt x="184330" y="879013"/>
                </a:lnTo>
                <a:close/>
                <a:lnTo>
                  <a:pt x="187002" y="876930"/>
                </a:lnTo>
                <a:close/>
                <a:lnTo>
                  <a:pt x="189673" y="874850"/>
                </a:lnTo>
                <a:close/>
                <a:lnTo>
                  <a:pt x="192345" y="872773"/>
                </a:lnTo>
                <a:close/>
                <a:lnTo>
                  <a:pt x="195016" y="870700"/>
                </a:lnTo>
                <a:close/>
                <a:lnTo>
                  <a:pt x="197687" y="868631"/>
                </a:lnTo>
                <a:close/>
                <a:lnTo>
                  <a:pt x="200359" y="866565"/>
                </a:lnTo>
                <a:close/>
                <a:lnTo>
                  <a:pt x="203030" y="864502"/>
                </a:lnTo>
                <a:close/>
                <a:lnTo>
                  <a:pt x="205702" y="862443"/>
                </a:lnTo>
                <a:close/>
                <a:lnTo>
                  <a:pt x="208373" y="860387"/>
                </a:lnTo>
                <a:close/>
                <a:lnTo>
                  <a:pt x="211045" y="858335"/>
                </a:lnTo>
                <a:close/>
                <a:lnTo>
                  <a:pt x="213716" y="856286"/>
                </a:lnTo>
                <a:close/>
                <a:lnTo>
                  <a:pt x="216388" y="854241"/>
                </a:lnTo>
                <a:close/>
                <a:lnTo>
                  <a:pt x="219059" y="852198"/>
                </a:lnTo>
                <a:close/>
                <a:lnTo>
                  <a:pt x="221731" y="850159"/>
                </a:lnTo>
                <a:close/>
                <a:lnTo>
                  <a:pt x="224402" y="848124"/>
                </a:lnTo>
                <a:close/>
                <a:lnTo>
                  <a:pt x="227073" y="846091"/>
                </a:lnTo>
                <a:close/>
                <a:lnTo>
                  <a:pt x="229745" y="844062"/>
                </a:lnTo>
                <a:close/>
                <a:lnTo>
                  <a:pt x="232416" y="842036"/>
                </a:lnTo>
                <a:close/>
                <a:lnTo>
                  <a:pt x="235088" y="840013"/>
                </a:lnTo>
                <a:close/>
                <a:lnTo>
                  <a:pt x="237759" y="837994"/>
                </a:lnTo>
                <a:close/>
                <a:lnTo>
                  <a:pt x="240431" y="835977"/>
                </a:lnTo>
                <a:close/>
                <a:lnTo>
                  <a:pt x="243102" y="833964"/>
                </a:lnTo>
                <a:close/>
                <a:lnTo>
                  <a:pt x="245774" y="831954"/>
                </a:lnTo>
                <a:close/>
                <a:lnTo>
                  <a:pt x="248445" y="829947"/>
                </a:lnTo>
                <a:close/>
                <a:lnTo>
                  <a:pt x="251117" y="827943"/>
                </a:lnTo>
                <a:close/>
                <a:lnTo>
                  <a:pt x="253788" y="825942"/>
                </a:lnTo>
                <a:close/>
                <a:lnTo>
                  <a:pt x="256459" y="823944"/>
                </a:lnTo>
                <a:close/>
                <a:lnTo>
                  <a:pt x="259131" y="821949"/>
                </a:lnTo>
                <a:close/>
                <a:lnTo>
                  <a:pt x="261802" y="819957"/>
                </a:lnTo>
                <a:close/>
                <a:lnTo>
                  <a:pt x="264474" y="817967"/>
                </a:lnTo>
                <a:close/>
                <a:lnTo>
                  <a:pt x="267145" y="815981"/>
                </a:lnTo>
                <a:close/>
                <a:lnTo>
                  <a:pt x="269817" y="813998"/>
                </a:lnTo>
                <a:close/>
                <a:lnTo>
                  <a:pt x="272488" y="812018"/>
                </a:lnTo>
                <a:close/>
                <a:lnTo>
                  <a:pt x="275160" y="810041"/>
                </a:lnTo>
                <a:close/>
                <a:lnTo>
                  <a:pt x="277831" y="808066"/>
                </a:lnTo>
                <a:close/>
                <a:lnTo>
                  <a:pt x="280503" y="806094"/>
                </a:lnTo>
                <a:close/>
                <a:lnTo>
                  <a:pt x="283174" y="804125"/>
                </a:lnTo>
                <a:close/>
                <a:lnTo>
                  <a:pt x="285845" y="802159"/>
                </a:lnTo>
                <a:close/>
                <a:lnTo>
                  <a:pt x="288517" y="800196"/>
                </a:lnTo>
                <a:close/>
                <a:lnTo>
                  <a:pt x="291188" y="798236"/>
                </a:lnTo>
                <a:close/>
                <a:lnTo>
                  <a:pt x="293860" y="796278"/>
                </a:lnTo>
                <a:close/>
                <a:lnTo>
                  <a:pt x="296531" y="794323"/>
                </a:lnTo>
                <a:close/>
                <a:lnTo>
                  <a:pt x="299203" y="792370"/>
                </a:lnTo>
                <a:close/>
                <a:lnTo>
                  <a:pt x="301874" y="790421"/>
                </a:lnTo>
                <a:close/>
                <a:lnTo>
                  <a:pt x="304546" y="788474"/>
                </a:lnTo>
                <a:close/>
                <a:lnTo>
                  <a:pt x="307217" y="786530"/>
                </a:lnTo>
                <a:close/>
                <a:lnTo>
                  <a:pt x="309888" y="784588"/>
                </a:lnTo>
                <a:close/>
                <a:lnTo>
                  <a:pt x="312560" y="782649"/>
                </a:lnTo>
                <a:close/>
                <a:lnTo>
                  <a:pt x="315231" y="780713"/>
                </a:lnTo>
                <a:close/>
                <a:lnTo>
                  <a:pt x="317903" y="778779"/>
                </a:lnTo>
                <a:close/>
                <a:lnTo>
                  <a:pt x="320574" y="776848"/>
                </a:lnTo>
                <a:close/>
                <a:lnTo>
                  <a:pt x="323246" y="774920"/>
                </a:lnTo>
                <a:close/>
                <a:lnTo>
                  <a:pt x="325917" y="772994"/>
                </a:lnTo>
                <a:close/>
                <a:lnTo>
                  <a:pt x="328589" y="771070"/>
                </a:lnTo>
                <a:close/>
                <a:lnTo>
                  <a:pt x="331260" y="769149"/>
                </a:lnTo>
                <a:close/>
                <a:lnTo>
                  <a:pt x="333932" y="767231"/>
                </a:lnTo>
                <a:close/>
                <a:lnTo>
                  <a:pt x="336603" y="765315"/>
                </a:lnTo>
                <a:close/>
                <a:lnTo>
                  <a:pt x="339274" y="763402"/>
                </a:lnTo>
                <a:close/>
                <a:lnTo>
                  <a:pt x="341946" y="761491"/>
                </a:lnTo>
                <a:close/>
                <a:lnTo>
                  <a:pt x="344617" y="759583"/>
                </a:lnTo>
                <a:close/>
                <a:lnTo>
                  <a:pt x="347289" y="757677"/>
                </a:lnTo>
                <a:close/>
                <a:lnTo>
                  <a:pt x="349960" y="755773"/>
                </a:lnTo>
                <a:close/>
                <a:lnTo>
                  <a:pt x="352632" y="753872"/>
                </a:lnTo>
                <a:close/>
                <a:lnTo>
                  <a:pt x="355303" y="751974"/>
                </a:lnTo>
                <a:close/>
                <a:lnTo>
                  <a:pt x="357975" y="750078"/>
                </a:lnTo>
                <a:close/>
                <a:lnTo>
                  <a:pt x="360646" y="748184"/>
                </a:lnTo>
                <a:close/>
                <a:lnTo>
                  <a:pt x="363318" y="746292"/>
                </a:lnTo>
                <a:close/>
                <a:lnTo>
                  <a:pt x="365989" y="744403"/>
                </a:lnTo>
                <a:close/>
                <a:lnTo>
                  <a:pt x="368660" y="742517"/>
                </a:lnTo>
                <a:close/>
                <a:lnTo>
                  <a:pt x="371332" y="740632"/>
                </a:lnTo>
                <a:close/>
                <a:lnTo>
                  <a:pt x="374003" y="738750"/>
                </a:lnTo>
                <a:close/>
                <a:lnTo>
                  <a:pt x="376675" y="736870"/>
                </a:lnTo>
                <a:close/>
                <a:lnTo>
                  <a:pt x="379346" y="734993"/>
                </a:lnTo>
                <a:close/>
                <a:lnTo>
                  <a:pt x="382018" y="733118"/>
                </a:lnTo>
                <a:close/>
                <a:lnTo>
                  <a:pt x="384689" y="731245"/>
                </a:lnTo>
                <a:close/>
                <a:lnTo>
                  <a:pt x="387361" y="729374"/>
                </a:lnTo>
                <a:close/>
                <a:lnTo>
                  <a:pt x="390032" y="727506"/>
                </a:lnTo>
                <a:close/>
                <a:lnTo>
                  <a:pt x="392704" y="725639"/>
                </a:lnTo>
                <a:close/>
                <a:lnTo>
                  <a:pt x="395375" y="723775"/>
                </a:lnTo>
                <a:close/>
                <a:lnTo>
                  <a:pt x="398046" y="721914"/>
                </a:lnTo>
                <a:close/>
                <a:lnTo>
                  <a:pt x="400718" y="720054"/>
                </a:lnTo>
                <a:close/>
                <a:lnTo>
                  <a:pt x="403389" y="718197"/>
                </a:lnTo>
                <a:close/>
                <a:lnTo>
                  <a:pt x="406061" y="716342"/>
                </a:lnTo>
                <a:close/>
                <a:lnTo>
                  <a:pt x="408732" y="714488"/>
                </a:lnTo>
                <a:close/>
                <a:lnTo>
                  <a:pt x="411404" y="712638"/>
                </a:lnTo>
                <a:close/>
                <a:lnTo>
                  <a:pt x="414075" y="710789"/>
                </a:lnTo>
                <a:close/>
                <a:lnTo>
                  <a:pt x="416747" y="708942"/>
                </a:lnTo>
                <a:close/>
                <a:lnTo>
                  <a:pt x="419418" y="707098"/>
                </a:lnTo>
                <a:close/>
                <a:lnTo>
                  <a:pt x="422089" y="705255"/>
                </a:lnTo>
                <a:close/>
                <a:lnTo>
                  <a:pt x="424761" y="703415"/>
                </a:lnTo>
                <a:close/>
                <a:lnTo>
                  <a:pt x="427432" y="701576"/>
                </a:lnTo>
                <a:close/>
                <a:lnTo>
                  <a:pt x="430104" y="699740"/>
                </a:lnTo>
                <a:close/>
                <a:lnTo>
                  <a:pt x="432775" y="697906"/>
                </a:lnTo>
                <a:close/>
                <a:lnTo>
                  <a:pt x="435447" y="696074"/>
                </a:lnTo>
                <a:close/>
                <a:lnTo>
                  <a:pt x="438118" y="694244"/>
                </a:lnTo>
                <a:close/>
                <a:lnTo>
                  <a:pt x="440790" y="692416"/>
                </a:lnTo>
                <a:close/>
                <a:lnTo>
                  <a:pt x="443461" y="690590"/>
                </a:lnTo>
                <a:close/>
                <a:lnTo>
                  <a:pt x="446133" y="688766"/>
                </a:lnTo>
                <a:close/>
                <a:lnTo>
                  <a:pt x="448804" y="686944"/>
                </a:lnTo>
                <a:close/>
                <a:lnTo>
                  <a:pt x="451475" y="685124"/>
                </a:lnTo>
                <a:close/>
                <a:lnTo>
                  <a:pt x="454147" y="683306"/>
                </a:lnTo>
                <a:close/>
                <a:lnTo>
                  <a:pt x="456818" y="681490"/>
                </a:lnTo>
                <a:close/>
                <a:lnTo>
                  <a:pt x="459490" y="679676"/>
                </a:lnTo>
                <a:close/>
                <a:lnTo>
                  <a:pt x="462161" y="677863"/>
                </a:lnTo>
                <a:close/>
                <a:lnTo>
                  <a:pt x="464833" y="676053"/>
                </a:lnTo>
                <a:close/>
                <a:lnTo>
                  <a:pt x="467504" y="674245"/>
                </a:lnTo>
                <a:close/>
                <a:lnTo>
                  <a:pt x="470176" y="672438"/>
                </a:lnTo>
                <a:close/>
                <a:lnTo>
                  <a:pt x="472847" y="670634"/>
                </a:lnTo>
                <a:close/>
                <a:lnTo>
                  <a:pt x="475519" y="668831"/>
                </a:lnTo>
                <a:close/>
                <a:lnTo>
                  <a:pt x="478190" y="667031"/>
                </a:lnTo>
                <a:close/>
                <a:lnTo>
                  <a:pt x="480861" y="665232"/>
                </a:lnTo>
                <a:close/>
                <a:lnTo>
                  <a:pt x="483533" y="663435"/>
                </a:lnTo>
                <a:close/>
                <a:lnTo>
                  <a:pt x="486204" y="661640"/>
                </a:lnTo>
                <a:close/>
                <a:lnTo>
                  <a:pt x="488876" y="659846"/>
                </a:lnTo>
                <a:close/>
                <a:lnTo>
                  <a:pt x="491547" y="658055"/>
                </a:lnTo>
                <a:close/>
                <a:lnTo>
                  <a:pt x="494219" y="656265"/>
                </a:lnTo>
                <a:close/>
                <a:lnTo>
                  <a:pt x="496890" y="654477"/>
                </a:lnTo>
                <a:close/>
                <a:lnTo>
                  <a:pt x="499562" y="652691"/>
                </a:lnTo>
                <a:close/>
                <a:lnTo>
                  <a:pt x="502233" y="650907"/>
                </a:lnTo>
                <a:close/>
                <a:lnTo>
                  <a:pt x="504905" y="649125"/>
                </a:lnTo>
                <a:close/>
                <a:lnTo>
                  <a:pt x="507576" y="647344"/>
                </a:lnTo>
                <a:close/>
                <a:lnTo>
                  <a:pt x="510247" y="645566"/>
                </a:lnTo>
                <a:close/>
                <a:lnTo>
                  <a:pt x="512919" y="643789"/>
                </a:lnTo>
                <a:close/>
                <a:lnTo>
                  <a:pt x="515590" y="642013"/>
                </a:lnTo>
                <a:close/>
                <a:lnTo>
                  <a:pt x="518262" y="640240"/>
                </a:lnTo>
                <a:close/>
                <a:lnTo>
                  <a:pt x="520933" y="638468"/>
                </a:lnTo>
                <a:close/>
                <a:lnTo>
                  <a:pt x="523605" y="636698"/>
                </a:lnTo>
                <a:close/>
                <a:lnTo>
                  <a:pt x="526276" y="634930"/>
                </a:lnTo>
                <a:close/>
                <a:lnTo>
                  <a:pt x="528948" y="633163"/>
                </a:lnTo>
                <a:close/>
                <a:lnTo>
                  <a:pt x="531619" y="631398"/>
                </a:lnTo>
                <a:close/>
                <a:lnTo>
                  <a:pt x="534290" y="629635"/>
                </a:lnTo>
                <a:close/>
                <a:lnTo>
                  <a:pt x="536962" y="627874"/>
                </a:lnTo>
                <a:close/>
                <a:lnTo>
                  <a:pt x="539633" y="626114"/>
                </a:lnTo>
                <a:close/>
                <a:lnTo>
                  <a:pt x="542305" y="624356"/>
                </a:lnTo>
                <a:close/>
                <a:lnTo>
                  <a:pt x="544976" y="622599"/>
                </a:lnTo>
                <a:close/>
                <a:lnTo>
                  <a:pt x="547648" y="620845"/>
                </a:lnTo>
                <a:close/>
                <a:lnTo>
                  <a:pt x="550319" y="619091"/>
                </a:lnTo>
                <a:close/>
                <a:lnTo>
                  <a:pt x="552991" y="617340"/>
                </a:lnTo>
                <a:close/>
                <a:lnTo>
                  <a:pt x="555662" y="615590"/>
                </a:lnTo>
                <a:close/>
                <a:lnTo>
                  <a:pt x="558334" y="613842"/>
                </a:lnTo>
                <a:close/>
                <a:lnTo>
                  <a:pt x="561005" y="612096"/>
                </a:lnTo>
                <a:close/>
                <a:lnTo>
                  <a:pt x="563676" y="610351"/>
                </a:lnTo>
                <a:close/>
                <a:lnTo>
                  <a:pt x="566348" y="608607"/>
                </a:lnTo>
                <a:close/>
                <a:lnTo>
                  <a:pt x="569019" y="606866"/>
                </a:lnTo>
                <a:close/>
                <a:lnTo>
                  <a:pt x="571691" y="605126"/>
                </a:lnTo>
                <a:close/>
                <a:lnTo>
                  <a:pt x="574362" y="603387"/>
                </a:lnTo>
                <a:close/>
                <a:lnTo>
                  <a:pt x="577034" y="601651"/>
                </a:lnTo>
                <a:close/>
                <a:lnTo>
                  <a:pt x="579705" y="599915"/>
                </a:lnTo>
                <a:close/>
                <a:lnTo>
                  <a:pt x="582377" y="598182"/>
                </a:lnTo>
                <a:close/>
                <a:lnTo>
                  <a:pt x="585048" y="596450"/>
                </a:lnTo>
                <a:close/>
                <a:lnTo>
                  <a:pt x="587720" y="594719"/>
                </a:lnTo>
                <a:close/>
                <a:lnTo>
                  <a:pt x="590391" y="592990"/>
                </a:lnTo>
                <a:close/>
                <a:lnTo>
                  <a:pt x="593062" y="591263"/>
                </a:lnTo>
                <a:close/>
                <a:lnTo>
                  <a:pt x="595734" y="589537"/>
                </a:lnTo>
                <a:close/>
                <a:lnTo>
                  <a:pt x="598405" y="587813"/>
                </a:lnTo>
                <a:close/>
                <a:lnTo>
                  <a:pt x="601077" y="586090"/>
                </a:lnTo>
                <a:close/>
                <a:lnTo>
                  <a:pt x="603748" y="584369"/>
                </a:lnTo>
                <a:close/>
                <a:lnTo>
                  <a:pt x="606420" y="582649"/>
                </a:lnTo>
                <a:close/>
                <a:lnTo>
                  <a:pt x="609091" y="580931"/>
                </a:lnTo>
                <a:close/>
                <a:lnTo>
                  <a:pt x="611763" y="579214"/>
                </a:lnTo>
                <a:close/>
                <a:lnTo>
                  <a:pt x="614434" y="577499"/>
                </a:lnTo>
                <a:close/>
                <a:lnTo>
                  <a:pt x="617106" y="575785"/>
                </a:lnTo>
                <a:close/>
                <a:lnTo>
                  <a:pt x="619777" y="574073"/>
                </a:lnTo>
                <a:close/>
                <a:lnTo>
                  <a:pt x="622448" y="572363"/>
                </a:lnTo>
                <a:close/>
                <a:lnTo>
                  <a:pt x="625120" y="570654"/>
                </a:lnTo>
                <a:close/>
                <a:lnTo>
                  <a:pt x="627791" y="568946"/>
                </a:lnTo>
                <a:close/>
                <a:lnTo>
                  <a:pt x="630463" y="567240"/>
                </a:lnTo>
                <a:close/>
                <a:lnTo>
                  <a:pt x="633134" y="565535"/>
                </a:lnTo>
                <a:close/>
                <a:lnTo>
                  <a:pt x="635806" y="563832"/>
                </a:lnTo>
                <a:close/>
                <a:lnTo>
                  <a:pt x="638477" y="562130"/>
                </a:lnTo>
                <a:close/>
                <a:lnTo>
                  <a:pt x="641149" y="560430"/>
                </a:lnTo>
                <a:close/>
                <a:lnTo>
                  <a:pt x="643820" y="558731"/>
                </a:lnTo>
                <a:close/>
                <a:lnTo>
                  <a:pt x="646491" y="557034"/>
                </a:lnTo>
                <a:close/>
                <a:lnTo>
                  <a:pt x="649163" y="555338"/>
                </a:lnTo>
                <a:close/>
                <a:lnTo>
                  <a:pt x="651834" y="553643"/>
                </a:lnTo>
                <a:close/>
                <a:lnTo>
                  <a:pt x="654506" y="551950"/>
                </a:lnTo>
                <a:close/>
                <a:lnTo>
                  <a:pt x="657177" y="550259"/>
                </a:lnTo>
                <a:close/>
                <a:lnTo>
                  <a:pt x="659849" y="548569"/>
                </a:lnTo>
                <a:close/>
                <a:lnTo>
                  <a:pt x="662520" y="546880"/>
                </a:lnTo>
                <a:close/>
                <a:lnTo>
                  <a:pt x="665192" y="545193"/>
                </a:lnTo>
                <a:close/>
                <a:lnTo>
                  <a:pt x="667863" y="543507"/>
                </a:lnTo>
                <a:close/>
                <a:lnTo>
                  <a:pt x="670535" y="541822"/>
                </a:lnTo>
                <a:close/>
                <a:lnTo>
                  <a:pt x="673206" y="540139"/>
                </a:lnTo>
                <a:close/>
                <a:lnTo>
                  <a:pt x="675877" y="538458"/>
                </a:lnTo>
                <a:close/>
                <a:lnTo>
                  <a:pt x="678549" y="536777"/>
                </a:lnTo>
                <a:close/>
                <a:lnTo>
                  <a:pt x="681220" y="535098"/>
                </a:lnTo>
                <a:close/>
                <a:lnTo>
                  <a:pt x="683892" y="533421"/>
                </a:lnTo>
                <a:close/>
                <a:lnTo>
                  <a:pt x="686563" y="531745"/>
                </a:lnTo>
                <a:close/>
                <a:lnTo>
                  <a:pt x="689235" y="530070"/>
                </a:lnTo>
                <a:close/>
                <a:lnTo>
                  <a:pt x="691906" y="528397"/>
                </a:lnTo>
                <a:close/>
                <a:lnTo>
                  <a:pt x="694578" y="526725"/>
                </a:lnTo>
                <a:close/>
                <a:lnTo>
                  <a:pt x="697249" y="525054"/>
                </a:lnTo>
                <a:close/>
                <a:lnTo>
                  <a:pt x="699921" y="523385"/>
                </a:lnTo>
                <a:close/>
                <a:lnTo>
                  <a:pt x="702592" y="521717"/>
                </a:lnTo>
                <a:close/>
                <a:lnTo>
                  <a:pt x="705263" y="520051"/>
                </a:lnTo>
                <a:close/>
                <a:lnTo>
                  <a:pt x="707935" y="518386"/>
                </a:lnTo>
                <a:close/>
                <a:lnTo>
                  <a:pt x="710606" y="516722"/>
                </a:lnTo>
                <a:close/>
                <a:lnTo>
                  <a:pt x="713278" y="515059"/>
                </a:lnTo>
                <a:close/>
                <a:lnTo>
                  <a:pt x="715949" y="513398"/>
                </a:lnTo>
                <a:close/>
                <a:lnTo>
                  <a:pt x="718621" y="511738"/>
                </a:lnTo>
                <a:close/>
                <a:lnTo>
                  <a:pt x="721292" y="510080"/>
                </a:lnTo>
                <a:close/>
                <a:lnTo>
                  <a:pt x="723964" y="508423"/>
                </a:lnTo>
                <a:close/>
                <a:lnTo>
                  <a:pt x="726635" y="506767"/>
                </a:lnTo>
                <a:close/>
                <a:lnTo>
                  <a:pt x="729307" y="505113"/>
                </a:lnTo>
                <a:close/>
                <a:lnTo>
                  <a:pt x="731978" y="503459"/>
                </a:lnTo>
                <a:close/>
                <a:lnTo>
                  <a:pt x="734649" y="501808"/>
                </a:lnTo>
                <a:close/>
                <a:lnTo>
                  <a:pt x="737321" y="500157"/>
                </a:lnTo>
                <a:close/>
                <a:lnTo>
                  <a:pt x="739992" y="498508"/>
                </a:lnTo>
                <a:close/>
                <a:lnTo>
                  <a:pt x="742664" y="496860"/>
                </a:lnTo>
                <a:close/>
                <a:lnTo>
                  <a:pt x="745335" y="495213"/>
                </a:lnTo>
                <a:close/>
                <a:lnTo>
                  <a:pt x="748007" y="493568"/>
                </a:lnTo>
                <a:close/>
                <a:lnTo>
                  <a:pt x="750678" y="491924"/>
                </a:lnTo>
                <a:close/>
                <a:lnTo>
                  <a:pt x="753350" y="490281"/>
                </a:lnTo>
                <a:close/>
                <a:lnTo>
                  <a:pt x="756021" y="488640"/>
                </a:lnTo>
                <a:close/>
                <a:lnTo>
                  <a:pt x="758692" y="487000"/>
                </a:lnTo>
                <a:close/>
                <a:lnTo>
                  <a:pt x="761364" y="485361"/>
                </a:lnTo>
                <a:close/>
                <a:lnTo>
                  <a:pt x="764035" y="483723"/>
                </a:lnTo>
                <a:close/>
                <a:lnTo>
                  <a:pt x="766707" y="482087"/>
                </a:lnTo>
                <a:close/>
                <a:lnTo>
                  <a:pt x="769378" y="480452"/>
                </a:lnTo>
                <a:close/>
                <a:lnTo>
                  <a:pt x="772050" y="478818"/>
                </a:lnTo>
                <a:close/>
                <a:lnTo>
                  <a:pt x="774721" y="477186"/>
                </a:lnTo>
                <a:close/>
                <a:lnTo>
                  <a:pt x="777393" y="475554"/>
                </a:lnTo>
                <a:close/>
                <a:lnTo>
                  <a:pt x="780064" y="473924"/>
                </a:lnTo>
                <a:close/>
                <a:lnTo>
                  <a:pt x="782736" y="472296"/>
                </a:lnTo>
                <a:close/>
                <a:lnTo>
                  <a:pt x="785407" y="470668"/>
                </a:lnTo>
                <a:close/>
                <a:lnTo>
                  <a:pt x="788078" y="469042"/>
                </a:lnTo>
                <a:close/>
                <a:lnTo>
                  <a:pt x="790750" y="467417"/>
                </a:lnTo>
                <a:close/>
                <a:lnTo>
                  <a:pt x="793421" y="465793"/>
                </a:lnTo>
                <a:close/>
                <a:lnTo>
                  <a:pt x="796093" y="464170"/>
                </a:lnTo>
                <a:close/>
                <a:lnTo>
                  <a:pt x="798764" y="462549"/>
                </a:lnTo>
                <a:close/>
                <a:lnTo>
                  <a:pt x="801436" y="460929"/>
                </a:lnTo>
                <a:close/>
                <a:lnTo>
                  <a:pt x="804107" y="459310"/>
                </a:lnTo>
                <a:close/>
                <a:lnTo>
                  <a:pt x="806779" y="457692"/>
                </a:lnTo>
                <a:close/>
                <a:lnTo>
                  <a:pt x="809450" y="456076"/>
                </a:lnTo>
                <a:close/>
                <a:lnTo>
                  <a:pt x="812122" y="454461"/>
                </a:lnTo>
                <a:close/>
                <a:lnTo>
                  <a:pt x="814793" y="452847"/>
                </a:lnTo>
                <a:close/>
                <a:lnTo>
                  <a:pt x="817464" y="451234"/>
                </a:lnTo>
                <a:close/>
                <a:lnTo>
                  <a:pt x="820136" y="449622"/>
                </a:lnTo>
                <a:close/>
                <a:lnTo>
                  <a:pt x="822807" y="448012"/>
                </a:lnTo>
                <a:close/>
                <a:lnTo>
                  <a:pt x="825479" y="446403"/>
                </a:lnTo>
                <a:close/>
                <a:lnTo>
                  <a:pt x="828150" y="444795"/>
                </a:lnTo>
                <a:close/>
                <a:lnTo>
                  <a:pt x="830822" y="443188"/>
                </a:lnTo>
                <a:close/>
                <a:lnTo>
                  <a:pt x="833493" y="441582"/>
                </a:lnTo>
                <a:close/>
                <a:lnTo>
                  <a:pt x="836165" y="439978"/>
                </a:lnTo>
                <a:close/>
                <a:lnTo>
                  <a:pt x="838836" y="438375"/>
                </a:lnTo>
                <a:close/>
                <a:lnTo>
                  <a:pt x="841508" y="436772"/>
                </a:lnTo>
                <a:close/>
                <a:lnTo>
                  <a:pt x="844179" y="435172"/>
                </a:lnTo>
                <a:close/>
                <a:lnTo>
                  <a:pt x="846850" y="433572"/>
                </a:lnTo>
                <a:close/>
                <a:lnTo>
                  <a:pt x="849522" y="431973"/>
                </a:lnTo>
                <a:close/>
                <a:lnTo>
                  <a:pt x="852193" y="430376"/>
                </a:lnTo>
                <a:close/>
                <a:lnTo>
                  <a:pt x="854865" y="428780"/>
                </a:lnTo>
                <a:close/>
                <a:lnTo>
                  <a:pt x="857536" y="427185"/>
                </a:lnTo>
                <a:close/>
                <a:lnTo>
                  <a:pt x="860208" y="425591"/>
                </a:lnTo>
                <a:close/>
                <a:lnTo>
                  <a:pt x="862879" y="423998"/>
                </a:lnTo>
                <a:close/>
                <a:lnTo>
                  <a:pt x="865551" y="422406"/>
                </a:lnTo>
                <a:close/>
                <a:lnTo>
                  <a:pt x="868222" y="420816"/>
                </a:lnTo>
                <a:close/>
                <a:lnTo>
                  <a:pt x="870893" y="419227"/>
                </a:lnTo>
                <a:close/>
                <a:lnTo>
                  <a:pt x="873565" y="417639"/>
                </a:lnTo>
                <a:close/>
                <a:lnTo>
                  <a:pt x="876236" y="416052"/>
                </a:lnTo>
                <a:close/>
                <a:lnTo>
                  <a:pt x="878908" y="414466"/>
                </a:lnTo>
                <a:close/>
                <a:lnTo>
                  <a:pt x="881579" y="412881"/>
                </a:lnTo>
                <a:close/>
                <a:lnTo>
                  <a:pt x="884251" y="411297"/>
                </a:lnTo>
                <a:close/>
                <a:lnTo>
                  <a:pt x="886922" y="409715"/>
                </a:lnTo>
                <a:close/>
                <a:lnTo>
                  <a:pt x="889594" y="408134"/>
                </a:lnTo>
                <a:close/>
                <a:lnTo>
                  <a:pt x="892265" y="406553"/>
                </a:lnTo>
                <a:close/>
                <a:lnTo>
                  <a:pt x="894937" y="404974"/>
                </a:lnTo>
                <a:close/>
                <a:lnTo>
                  <a:pt x="897608" y="403396"/>
                </a:lnTo>
                <a:close/>
                <a:lnTo>
                  <a:pt x="900279" y="401820"/>
                </a:lnTo>
                <a:close/>
                <a:lnTo>
                  <a:pt x="902951" y="400244"/>
                </a:lnTo>
                <a:close/>
                <a:lnTo>
                  <a:pt x="905622" y="398669"/>
                </a:lnTo>
                <a:close/>
                <a:lnTo>
                  <a:pt x="908294" y="397096"/>
                </a:lnTo>
                <a:close/>
                <a:lnTo>
                  <a:pt x="910965" y="395523"/>
                </a:lnTo>
                <a:close/>
                <a:lnTo>
                  <a:pt x="913637" y="393952"/>
                </a:lnTo>
                <a:close/>
                <a:lnTo>
                  <a:pt x="916308" y="392382"/>
                </a:lnTo>
                <a:close/>
                <a:lnTo>
                  <a:pt x="918980" y="390813"/>
                </a:lnTo>
                <a:close/>
                <a:lnTo>
                  <a:pt x="921651" y="389245"/>
                </a:lnTo>
                <a:close/>
                <a:lnTo>
                  <a:pt x="924323" y="387678"/>
                </a:lnTo>
                <a:close/>
                <a:lnTo>
                  <a:pt x="926994" y="386112"/>
                </a:lnTo>
                <a:close/>
                <a:lnTo>
                  <a:pt x="929665" y="384547"/>
                </a:lnTo>
                <a:close/>
                <a:lnTo>
                  <a:pt x="932337" y="382983"/>
                </a:lnTo>
                <a:close/>
                <a:lnTo>
                  <a:pt x="935008" y="381421"/>
                </a:lnTo>
                <a:close/>
                <a:lnTo>
                  <a:pt x="937680" y="379859"/>
                </a:lnTo>
                <a:close/>
                <a:lnTo>
                  <a:pt x="940351" y="378299"/>
                </a:lnTo>
                <a:close/>
                <a:lnTo>
                  <a:pt x="943023" y="376739"/>
                </a:lnTo>
                <a:close/>
                <a:lnTo>
                  <a:pt x="945694" y="375181"/>
                </a:lnTo>
                <a:close/>
                <a:lnTo>
                  <a:pt x="948366" y="373624"/>
                </a:lnTo>
                <a:close/>
                <a:lnTo>
                  <a:pt x="951037" y="372068"/>
                </a:lnTo>
                <a:close/>
                <a:lnTo>
                  <a:pt x="953709" y="370513"/>
                </a:lnTo>
                <a:close/>
                <a:lnTo>
                  <a:pt x="956380" y="368959"/>
                </a:lnTo>
                <a:close/>
                <a:lnTo>
                  <a:pt x="959051" y="367406"/>
                </a:lnTo>
                <a:close/>
                <a:lnTo>
                  <a:pt x="961723" y="365854"/>
                </a:lnTo>
                <a:close/>
                <a:lnTo>
                  <a:pt x="964394" y="364303"/>
                </a:lnTo>
                <a:close/>
                <a:lnTo>
                  <a:pt x="967066" y="362753"/>
                </a:lnTo>
                <a:close/>
                <a:lnTo>
                  <a:pt x="969737" y="361204"/>
                </a:lnTo>
                <a:close/>
                <a:lnTo>
                  <a:pt x="972409" y="359657"/>
                </a:lnTo>
                <a:close/>
                <a:lnTo>
                  <a:pt x="975080" y="358110"/>
                </a:lnTo>
                <a:close/>
                <a:lnTo>
                  <a:pt x="977752" y="356564"/>
                </a:lnTo>
                <a:close/>
                <a:lnTo>
                  <a:pt x="980423" y="355020"/>
                </a:lnTo>
                <a:close/>
                <a:lnTo>
                  <a:pt x="983094" y="353476"/>
                </a:lnTo>
                <a:close/>
                <a:lnTo>
                  <a:pt x="985766" y="351933"/>
                </a:lnTo>
                <a:close/>
                <a:lnTo>
                  <a:pt x="988437" y="350392"/>
                </a:lnTo>
                <a:close/>
                <a:lnTo>
                  <a:pt x="991109" y="348851"/>
                </a:lnTo>
                <a:close/>
                <a:lnTo>
                  <a:pt x="993780" y="347312"/>
                </a:lnTo>
                <a:close/>
                <a:lnTo>
                  <a:pt x="996452" y="345773"/>
                </a:lnTo>
                <a:close/>
                <a:lnTo>
                  <a:pt x="999123" y="344236"/>
                </a:lnTo>
                <a:close/>
                <a:lnTo>
                  <a:pt x="1001795" y="342699"/>
                </a:lnTo>
                <a:close/>
                <a:lnTo>
                  <a:pt x="1004466" y="341164"/>
                </a:lnTo>
                <a:close/>
                <a:lnTo>
                  <a:pt x="1007138" y="339629"/>
                </a:lnTo>
                <a:close/>
                <a:lnTo>
                  <a:pt x="1009809" y="338096"/>
                </a:lnTo>
                <a:close/>
                <a:lnTo>
                  <a:pt x="1012480" y="336564"/>
                </a:lnTo>
                <a:close/>
                <a:lnTo>
                  <a:pt x="1015152" y="335032"/>
                </a:lnTo>
                <a:close/>
                <a:lnTo>
                  <a:pt x="1017823" y="333502"/>
                </a:lnTo>
                <a:close/>
                <a:lnTo>
                  <a:pt x="1020495" y="331972"/>
                </a:lnTo>
                <a:close/>
                <a:lnTo>
                  <a:pt x="1023166" y="330444"/>
                </a:lnTo>
                <a:close/>
                <a:lnTo>
                  <a:pt x="1025838" y="328916"/>
                </a:lnTo>
                <a:close/>
                <a:lnTo>
                  <a:pt x="1028509" y="327390"/>
                </a:lnTo>
                <a:close/>
                <a:lnTo>
                  <a:pt x="1031181" y="325864"/>
                </a:lnTo>
                <a:close/>
                <a:lnTo>
                  <a:pt x="1033852" y="324340"/>
                </a:lnTo>
                <a:close/>
                <a:lnTo>
                  <a:pt x="1036524" y="322816"/>
                </a:lnTo>
                <a:close/>
                <a:lnTo>
                  <a:pt x="1039195" y="321294"/>
                </a:lnTo>
                <a:close/>
                <a:lnTo>
                  <a:pt x="1041866" y="319772"/>
                </a:lnTo>
                <a:close/>
                <a:lnTo>
                  <a:pt x="1044538" y="318252"/>
                </a:lnTo>
                <a:close/>
                <a:lnTo>
                  <a:pt x="1047209" y="316732"/>
                </a:lnTo>
                <a:close/>
                <a:lnTo>
                  <a:pt x="1049881" y="315214"/>
                </a:lnTo>
                <a:close/>
                <a:lnTo>
                  <a:pt x="1052552" y="313696"/>
                </a:lnTo>
                <a:close/>
                <a:lnTo>
                  <a:pt x="1055224" y="312179"/>
                </a:lnTo>
                <a:close/>
                <a:lnTo>
                  <a:pt x="1057895" y="310663"/>
                </a:lnTo>
                <a:close/>
                <a:lnTo>
                  <a:pt x="1060567" y="309149"/>
                </a:lnTo>
                <a:close/>
                <a:lnTo>
                  <a:pt x="1063238" y="307635"/>
                </a:lnTo>
                <a:close/>
                <a:lnTo>
                  <a:pt x="1065910" y="306122"/>
                </a:lnTo>
                <a:close/>
                <a:lnTo>
                  <a:pt x="1068581" y="304610"/>
                </a:lnTo>
                <a:close/>
                <a:lnTo>
                  <a:pt x="1071252" y="303099"/>
                </a:lnTo>
                <a:close/>
                <a:lnTo>
                  <a:pt x="1073924" y="301589"/>
                </a:lnTo>
                <a:close/>
                <a:lnTo>
                  <a:pt x="1076595" y="300080"/>
                </a:lnTo>
                <a:close/>
                <a:lnTo>
                  <a:pt x="1079267" y="298572"/>
                </a:lnTo>
                <a:close/>
                <a:lnTo>
                  <a:pt x="1081938" y="297064"/>
                </a:lnTo>
                <a:close/>
                <a:lnTo>
                  <a:pt x="1084610" y="295558"/>
                </a:lnTo>
                <a:close/>
                <a:lnTo>
                  <a:pt x="1087281" y="294053"/>
                </a:lnTo>
                <a:close/>
                <a:lnTo>
                  <a:pt x="1089953" y="292548"/>
                </a:lnTo>
                <a:close/>
                <a:lnTo>
                  <a:pt x="1092624" y="291045"/>
                </a:lnTo>
                <a:close/>
                <a:lnTo>
                  <a:pt x="1095295" y="289542"/>
                </a:lnTo>
                <a:close/>
                <a:lnTo>
                  <a:pt x="1097967" y="288041"/>
                </a:lnTo>
                <a:close/>
                <a:lnTo>
                  <a:pt x="1100638" y="286540"/>
                </a:lnTo>
                <a:close/>
                <a:lnTo>
                  <a:pt x="1103310" y="285040"/>
                </a:lnTo>
                <a:close/>
                <a:lnTo>
                  <a:pt x="1105981" y="283541"/>
                </a:lnTo>
                <a:close/>
                <a:lnTo>
                  <a:pt x="1108653" y="282043"/>
                </a:lnTo>
                <a:close/>
                <a:lnTo>
                  <a:pt x="1111324" y="280546"/>
                </a:lnTo>
                <a:close/>
                <a:lnTo>
                  <a:pt x="1113996" y="279050"/>
                </a:lnTo>
                <a:close/>
                <a:lnTo>
                  <a:pt x="1116667" y="277555"/>
                </a:lnTo>
                <a:close/>
                <a:lnTo>
                  <a:pt x="1119339" y="276061"/>
                </a:lnTo>
                <a:close/>
                <a:lnTo>
                  <a:pt x="1122010" y="274567"/>
                </a:lnTo>
                <a:close/>
                <a:lnTo>
                  <a:pt x="1124681" y="273075"/>
                </a:lnTo>
                <a:close/>
                <a:lnTo>
                  <a:pt x="1127353" y="271583"/>
                </a:lnTo>
                <a:close/>
                <a:lnTo>
                  <a:pt x="1130024" y="270092"/>
                </a:lnTo>
                <a:close/>
                <a:lnTo>
                  <a:pt x="1132696" y="268602"/>
                </a:lnTo>
                <a:close/>
                <a:lnTo>
                  <a:pt x="1135367" y="267114"/>
                </a:lnTo>
                <a:close/>
                <a:lnTo>
                  <a:pt x="1138039" y="265626"/>
                </a:lnTo>
                <a:close/>
                <a:lnTo>
                  <a:pt x="1140710" y="264138"/>
                </a:lnTo>
                <a:close/>
                <a:lnTo>
                  <a:pt x="1143382" y="262652"/>
                </a:lnTo>
                <a:close/>
                <a:lnTo>
                  <a:pt x="1146053" y="261167"/>
                </a:lnTo>
                <a:close/>
                <a:lnTo>
                  <a:pt x="1148725" y="259682"/>
                </a:lnTo>
                <a:close/>
                <a:lnTo>
                  <a:pt x="1151396" y="258198"/>
                </a:lnTo>
                <a:close/>
                <a:lnTo>
                  <a:pt x="1154067" y="256716"/>
                </a:lnTo>
                <a:close/>
                <a:lnTo>
                  <a:pt x="1156739" y="255234"/>
                </a:lnTo>
                <a:close/>
                <a:lnTo>
                  <a:pt x="1159410" y="253753"/>
                </a:lnTo>
                <a:close/>
                <a:lnTo>
                  <a:pt x="1162082" y="252273"/>
                </a:lnTo>
                <a:close/>
                <a:lnTo>
                  <a:pt x="1164753" y="250793"/>
                </a:lnTo>
                <a:close/>
                <a:lnTo>
                  <a:pt x="1167425" y="249315"/>
                </a:lnTo>
                <a:close/>
                <a:lnTo>
                  <a:pt x="1170096" y="247837"/>
                </a:lnTo>
                <a:close/>
                <a:lnTo>
                  <a:pt x="1172768" y="246361"/>
                </a:lnTo>
                <a:close/>
                <a:lnTo>
                  <a:pt x="1175439" y="244885"/>
                </a:lnTo>
                <a:close/>
                <a:lnTo>
                  <a:pt x="1178111" y="243410"/>
                </a:lnTo>
                <a:close/>
                <a:lnTo>
                  <a:pt x="1180782" y="241936"/>
                </a:lnTo>
                <a:close/>
                <a:lnTo>
                  <a:pt x="1183453" y="240463"/>
                </a:lnTo>
                <a:close/>
                <a:lnTo>
                  <a:pt x="1186125" y="238990"/>
                </a:lnTo>
                <a:close/>
                <a:lnTo>
                  <a:pt x="1188796" y="237519"/>
                </a:lnTo>
                <a:close/>
                <a:lnTo>
                  <a:pt x="1191468" y="236048"/>
                </a:lnTo>
                <a:close/>
                <a:lnTo>
                  <a:pt x="1194139" y="234579"/>
                </a:lnTo>
                <a:close/>
                <a:lnTo>
                  <a:pt x="1196811" y="233110"/>
                </a:lnTo>
                <a:close/>
                <a:lnTo>
                  <a:pt x="1199482" y="231642"/>
                </a:lnTo>
                <a:close/>
                <a:lnTo>
                  <a:pt x="1202154" y="230175"/>
                </a:lnTo>
                <a:close/>
                <a:lnTo>
                  <a:pt x="1204825" y="228709"/>
                </a:lnTo>
                <a:close/>
                <a:lnTo>
                  <a:pt x="1207496" y="227243"/>
                </a:lnTo>
                <a:close/>
                <a:lnTo>
                  <a:pt x="1210168" y="225779"/>
                </a:lnTo>
                <a:close/>
                <a:lnTo>
                  <a:pt x="1212839" y="224315"/>
                </a:lnTo>
                <a:close/>
                <a:lnTo>
                  <a:pt x="1215511" y="222852"/>
                </a:lnTo>
                <a:close/>
                <a:lnTo>
                  <a:pt x="1218182" y="221390"/>
                </a:lnTo>
                <a:close/>
                <a:lnTo>
                  <a:pt x="1220854" y="219929"/>
                </a:lnTo>
                <a:close/>
                <a:lnTo>
                  <a:pt x="1223525" y="218469"/>
                </a:lnTo>
                <a:close/>
                <a:lnTo>
                  <a:pt x="1226197" y="217009"/>
                </a:lnTo>
                <a:close/>
                <a:lnTo>
                  <a:pt x="1228868" y="215551"/>
                </a:lnTo>
                <a:close/>
                <a:lnTo>
                  <a:pt x="1231540" y="214093"/>
                </a:lnTo>
                <a:close/>
                <a:lnTo>
                  <a:pt x="1234211" y="212636"/>
                </a:lnTo>
                <a:close/>
                <a:lnTo>
                  <a:pt x="1236882" y="211180"/>
                </a:lnTo>
                <a:close/>
                <a:lnTo>
                  <a:pt x="1239554" y="209724"/>
                </a:lnTo>
                <a:close/>
                <a:lnTo>
                  <a:pt x="1242225" y="208270"/>
                </a:lnTo>
                <a:close/>
                <a:lnTo>
                  <a:pt x="1244897" y="206816"/>
                </a:lnTo>
                <a:close/>
                <a:lnTo>
                  <a:pt x="1247568" y="205363"/>
                </a:lnTo>
                <a:close/>
                <a:lnTo>
                  <a:pt x="1250240" y="203911"/>
                </a:lnTo>
                <a:close/>
                <a:lnTo>
                  <a:pt x="1252911" y="202460"/>
                </a:lnTo>
                <a:close/>
                <a:lnTo>
                  <a:pt x="1255583" y="201010"/>
                </a:lnTo>
                <a:close/>
                <a:lnTo>
                  <a:pt x="1258254" y="199560"/>
                </a:lnTo>
                <a:close/>
                <a:lnTo>
                  <a:pt x="1260926" y="198111"/>
                </a:lnTo>
                <a:close/>
                <a:lnTo>
                  <a:pt x="1263597" y="196663"/>
                </a:lnTo>
                <a:close/>
                <a:lnTo>
                  <a:pt x="1266268" y="195216"/>
                </a:lnTo>
                <a:close/>
                <a:lnTo>
                  <a:pt x="1268940" y="193770"/>
                </a:lnTo>
                <a:close/>
                <a:lnTo>
                  <a:pt x="1271611" y="192325"/>
                </a:lnTo>
                <a:close/>
                <a:lnTo>
                  <a:pt x="1274283" y="190880"/>
                </a:lnTo>
                <a:close/>
                <a:lnTo>
                  <a:pt x="1276954" y="189436"/>
                </a:lnTo>
                <a:close/>
                <a:lnTo>
                  <a:pt x="1279626" y="187993"/>
                </a:lnTo>
                <a:close/>
                <a:lnTo>
                  <a:pt x="1282297" y="186551"/>
                </a:lnTo>
                <a:close/>
                <a:lnTo>
                  <a:pt x="1284969" y="185109"/>
                </a:lnTo>
                <a:close/>
                <a:lnTo>
                  <a:pt x="1287640" y="183668"/>
                </a:lnTo>
                <a:close/>
                <a:lnTo>
                  <a:pt x="1290312" y="182228"/>
                </a:lnTo>
                <a:close/>
                <a:lnTo>
                  <a:pt x="1292983" y="180789"/>
                </a:lnTo>
                <a:close/>
                <a:lnTo>
                  <a:pt x="1295654" y="179351"/>
                </a:lnTo>
                <a:close/>
                <a:lnTo>
                  <a:pt x="1298326" y="177913"/>
                </a:lnTo>
                <a:close/>
                <a:lnTo>
                  <a:pt x="1300997" y="176477"/>
                </a:lnTo>
                <a:close/>
                <a:lnTo>
                  <a:pt x="1303669" y="175041"/>
                </a:lnTo>
                <a:close/>
                <a:lnTo>
                  <a:pt x="1306340" y="173605"/>
                </a:lnTo>
                <a:close/>
                <a:lnTo>
                  <a:pt x="1309012" y="172171"/>
                </a:lnTo>
                <a:close/>
                <a:lnTo>
                  <a:pt x="1311683" y="170737"/>
                </a:lnTo>
                <a:close/>
                <a:lnTo>
                  <a:pt x="1314355" y="169304"/>
                </a:lnTo>
                <a:close/>
                <a:lnTo>
                  <a:pt x="1317026" y="167871"/>
                </a:lnTo>
                <a:close/>
                <a:lnTo>
                  <a:pt x="1319697" y="166440"/>
                </a:lnTo>
                <a:close/>
                <a:lnTo>
                  <a:pt x="1322369" y="165009"/>
                </a:lnTo>
                <a:close/>
                <a:lnTo>
                  <a:pt x="1325040" y="163579"/>
                </a:lnTo>
                <a:close/>
                <a:lnTo>
                  <a:pt x="1327712" y="162150"/>
                </a:lnTo>
                <a:close/>
                <a:lnTo>
                  <a:pt x="1330383" y="160721"/>
                </a:lnTo>
                <a:close/>
                <a:lnTo>
                  <a:pt x="1333055" y="159294"/>
                </a:lnTo>
                <a:close/>
                <a:lnTo>
                  <a:pt x="1335726" y="157867"/>
                </a:lnTo>
                <a:close/>
                <a:lnTo>
                  <a:pt x="1338398" y="156441"/>
                </a:lnTo>
                <a:close/>
                <a:lnTo>
                  <a:pt x="1341069" y="155015"/>
                </a:lnTo>
                <a:close/>
                <a:lnTo>
                  <a:pt x="1343741" y="153591"/>
                </a:lnTo>
                <a:close/>
                <a:lnTo>
                  <a:pt x="1346412" y="152167"/>
                </a:lnTo>
                <a:close/>
                <a:lnTo>
                  <a:pt x="1349083" y="150745"/>
                </a:lnTo>
                <a:close/>
                <a:lnTo>
                  <a:pt x="1351755" y="149323"/>
                </a:lnTo>
                <a:close/>
                <a:lnTo>
                  <a:pt x="1354426" y="147902"/>
                </a:lnTo>
                <a:close/>
                <a:lnTo>
                  <a:pt x="1357098" y="146481"/>
                </a:lnTo>
                <a:close/>
                <a:lnTo>
                  <a:pt x="1359769" y="145062"/>
                </a:lnTo>
                <a:close/>
                <a:lnTo>
                  <a:pt x="1362441" y="143643"/>
                </a:lnTo>
                <a:close/>
                <a:lnTo>
                  <a:pt x="1365112" y="142225"/>
                </a:lnTo>
                <a:close/>
                <a:lnTo>
                  <a:pt x="1367784" y="140808"/>
                </a:lnTo>
                <a:close/>
                <a:lnTo>
                  <a:pt x="1370455" y="139392"/>
                </a:lnTo>
                <a:close/>
                <a:lnTo>
                  <a:pt x="1373127" y="137976"/>
                </a:lnTo>
                <a:close/>
                <a:lnTo>
                  <a:pt x="1375798" y="136561"/>
                </a:lnTo>
                <a:close/>
                <a:lnTo>
                  <a:pt x="1378469" y="135146"/>
                </a:lnTo>
                <a:close/>
                <a:lnTo>
                  <a:pt x="1381141" y="133732"/>
                </a:lnTo>
                <a:close/>
                <a:lnTo>
                  <a:pt x="1383812" y="132318"/>
                </a:lnTo>
                <a:close/>
                <a:lnTo>
                  <a:pt x="1386484" y="130904"/>
                </a:lnTo>
                <a:close/>
                <a:lnTo>
                  <a:pt x="1389155" y="129492"/>
                </a:lnTo>
                <a:close/>
                <a:lnTo>
                  <a:pt x="1391827" y="128079"/>
                </a:lnTo>
                <a:close/>
                <a:lnTo>
                  <a:pt x="1394498" y="126667"/>
                </a:lnTo>
                <a:close/>
                <a:lnTo>
                  <a:pt x="1397170" y="125255"/>
                </a:lnTo>
                <a:close/>
                <a:lnTo>
                  <a:pt x="1399841" y="123843"/>
                </a:lnTo>
                <a:close/>
                <a:lnTo>
                  <a:pt x="1402513" y="122432"/>
                </a:lnTo>
                <a:close/>
                <a:lnTo>
                  <a:pt x="1405184" y="121022"/>
                </a:lnTo>
                <a:close/>
                <a:lnTo>
                  <a:pt x="1407855" y="119612"/>
                </a:lnTo>
                <a:close/>
                <a:lnTo>
                  <a:pt x="1410527" y="118204"/>
                </a:lnTo>
                <a:close/>
                <a:lnTo>
                  <a:pt x="1413198" y="116796"/>
                </a:lnTo>
                <a:close/>
                <a:lnTo>
                  <a:pt x="1415870" y="115389"/>
                </a:lnTo>
                <a:close/>
                <a:lnTo>
                  <a:pt x="1418541" y="113984"/>
                </a:lnTo>
                <a:close/>
                <a:lnTo>
                  <a:pt x="1421213" y="112581"/>
                </a:lnTo>
                <a:close/>
                <a:lnTo>
                  <a:pt x="1423884" y="111179"/>
                </a:lnTo>
                <a:close/>
                <a:lnTo>
                  <a:pt x="1426556" y="109778"/>
                </a:lnTo>
                <a:close/>
                <a:lnTo>
                  <a:pt x="1429227" y="108380"/>
                </a:lnTo>
                <a:close/>
                <a:lnTo>
                  <a:pt x="1431898" y="106983"/>
                </a:lnTo>
                <a:close/>
                <a:lnTo>
                  <a:pt x="1434570" y="105589"/>
                </a:lnTo>
                <a:close/>
                <a:lnTo>
                  <a:pt x="1437241" y="104196"/>
                </a:lnTo>
                <a:close/>
                <a:lnTo>
                  <a:pt x="1439913" y="102806"/>
                </a:lnTo>
                <a:close/>
                <a:lnTo>
                  <a:pt x="1442584" y="101418"/>
                </a:lnTo>
                <a:close/>
                <a:lnTo>
                  <a:pt x="1445256" y="100030"/>
                </a:lnTo>
                <a:close/>
                <a:lnTo>
                  <a:pt x="1447927" y="98644"/>
                </a:lnTo>
                <a:close/>
                <a:lnTo>
                  <a:pt x="1450599" y="97257"/>
                </a:lnTo>
                <a:close/>
                <a:lnTo>
                  <a:pt x="1453270" y="95870"/>
                </a:lnTo>
                <a:close/>
                <a:lnTo>
                  <a:pt x="1455942" y="94482"/>
                </a:lnTo>
                <a:close/>
                <a:lnTo>
                  <a:pt x="1458613" y="93092"/>
                </a:lnTo>
                <a:close/>
                <a:lnTo>
                  <a:pt x="1461284" y="91701"/>
                </a:lnTo>
                <a:close/>
                <a:lnTo>
                  <a:pt x="1463956" y="90307"/>
                </a:lnTo>
                <a:close/>
                <a:lnTo>
                  <a:pt x="1466627" y="88910"/>
                </a:lnTo>
                <a:close/>
                <a:lnTo>
                  <a:pt x="1469299" y="87510"/>
                </a:lnTo>
                <a:close/>
                <a:lnTo>
                  <a:pt x="1471970" y="86105"/>
                </a:lnTo>
                <a:close/>
                <a:lnTo>
                  <a:pt x="1474642" y="84697"/>
                </a:lnTo>
                <a:close/>
                <a:lnTo>
                  <a:pt x="1477313" y="83283"/>
                </a:lnTo>
                <a:close/>
                <a:lnTo>
                  <a:pt x="1479985" y="81864"/>
                </a:lnTo>
                <a:close/>
                <a:lnTo>
                  <a:pt x="1482656" y="80442"/>
                </a:lnTo>
                <a:close/>
                <a:lnTo>
                  <a:pt x="1485328" y="79018"/>
                </a:lnTo>
                <a:close/>
                <a:lnTo>
                  <a:pt x="1487999" y="77595"/>
                </a:lnTo>
                <a:close/>
                <a:lnTo>
                  <a:pt x="1490670" y="76174"/>
                </a:lnTo>
                <a:close/>
                <a:lnTo>
                  <a:pt x="1493342" y="74757"/>
                </a:lnTo>
                <a:close/>
                <a:lnTo>
                  <a:pt x="1496013" y="73346"/>
                </a:lnTo>
                <a:close/>
                <a:lnTo>
                  <a:pt x="1498685" y="71942"/>
                </a:lnTo>
                <a:close/>
                <a:lnTo>
                  <a:pt x="1501356" y="70549"/>
                </a:lnTo>
                <a:close/>
                <a:lnTo>
                  <a:pt x="1504028" y="69167"/>
                </a:lnTo>
                <a:close/>
                <a:lnTo>
                  <a:pt x="1506699" y="67799"/>
                </a:lnTo>
                <a:close/>
                <a:lnTo>
                  <a:pt x="1509371" y="66446"/>
                </a:lnTo>
                <a:close/>
                <a:lnTo>
                  <a:pt x="1512042" y="65110"/>
                </a:lnTo>
                <a:close/>
                <a:lnTo>
                  <a:pt x="1514714" y="63794"/>
                </a:lnTo>
                <a:close/>
                <a:lnTo>
                  <a:pt x="1517385" y="62498"/>
                </a:lnTo>
                <a:close/>
                <a:lnTo>
                  <a:pt x="1520056" y="61225"/>
                </a:lnTo>
                <a:close/>
                <a:lnTo>
                  <a:pt x="1522728" y="59971"/>
                </a:lnTo>
                <a:close/>
                <a:lnTo>
                  <a:pt x="1525399" y="58727"/>
                </a:lnTo>
                <a:close/>
                <a:lnTo>
                  <a:pt x="1528071" y="57488"/>
                </a:lnTo>
                <a:close/>
                <a:lnTo>
                  <a:pt x="1530742" y="56247"/>
                </a:lnTo>
                <a:close/>
                <a:lnTo>
                  <a:pt x="1533414" y="54995"/>
                </a:lnTo>
                <a:close/>
                <a:lnTo>
                  <a:pt x="1536085" y="53727"/>
                </a:lnTo>
                <a:close/>
                <a:lnTo>
                  <a:pt x="1538757" y="52435"/>
                </a:lnTo>
                <a:close/>
                <a:lnTo>
                  <a:pt x="1541428" y="51112"/>
                </a:lnTo>
                <a:close/>
                <a:lnTo>
                  <a:pt x="1544099" y="49752"/>
                </a:lnTo>
                <a:close/>
                <a:lnTo>
                  <a:pt x="1546771" y="48346"/>
                </a:lnTo>
                <a:close/>
                <a:lnTo>
                  <a:pt x="1549442" y="46889"/>
                </a:lnTo>
                <a:close/>
                <a:lnTo>
                  <a:pt x="1552114" y="45373"/>
                </a:lnTo>
                <a:close/>
                <a:lnTo>
                  <a:pt x="1554785" y="43791"/>
                </a:lnTo>
                <a:close/>
                <a:lnTo>
                  <a:pt x="1557457" y="42136"/>
                </a:lnTo>
                <a:close/>
                <a:lnTo>
                  <a:pt x="1560128" y="40401"/>
                </a:lnTo>
                <a:close/>
                <a:lnTo>
                  <a:pt x="1562800" y="38579"/>
                </a:lnTo>
                <a:close/>
                <a:lnTo>
                  <a:pt x="1565471" y="36663"/>
                </a:lnTo>
                <a:close/>
                <a:lnTo>
                  <a:pt x="1568143" y="34646"/>
                </a:lnTo>
                <a:close/>
                <a:lnTo>
                  <a:pt x="1570814" y="32521"/>
                </a:lnTo>
                <a:close/>
                <a:lnTo>
                  <a:pt x="1573485" y="30280"/>
                </a:lnTo>
                <a:close/>
                <a:lnTo>
                  <a:pt x="1576157" y="27918"/>
                </a:lnTo>
                <a:close/>
                <a:lnTo>
                  <a:pt x="1578828" y="25426"/>
                </a:lnTo>
                <a:close/>
                <a:lnTo>
                  <a:pt x="1581500" y="22799"/>
                </a:lnTo>
                <a:close/>
                <a:lnTo>
                  <a:pt x="1584171" y="20028"/>
                </a:lnTo>
                <a:close/>
                <a:lnTo>
                  <a:pt x="1586843" y="17106"/>
                </a:lnTo>
                <a:close/>
                <a:lnTo>
                  <a:pt x="1589514" y="14028"/>
                </a:lnTo>
                <a:close/>
                <a:lnTo>
                  <a:pt x="1592186" y="10785"/>
                </a:lnTo>
                <a:close/>
                <a:lnTo>
                  <a:pt x="1594857" y="7371"/>
                </a:lnTo>
                <a:close/>
                <a:lnTo>
                  <a:pt x="1597529" y="3778"/>
                </a:lnTo>
                <a:close/>
                <a:lnTo>
                  <a:pt x="16002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6400800" y="285750"/>
            <a:ext cx="1828800" cy="914400"/>
          </a:xfrm>
          <a:custGeom>
            <a:avLst/>
            <a:gdLst/>
            <a:ahLst/>
            <a:cxnLst/>
            <a:rect l="l" t="t" r="r" b="b"/>
            <a:pathLst>
              <a:path w="1828800" h="914400">
                <a:moveTo>
                  <a:pt x="0" y="914400"/>
                </a:moveTo>
                <a:lnTo>
                  <a:pt x="3053" y="914397"/>
                </a:lnTo>
                <a:close/>
                <a:lnTo>
                  <a:pt x="6106" y="914390"/>
                </a:lnTo>
                <a:close/>
                <a:lnTo>
                  <a:pt x="9159" y="914377"/>
                </a:lnTo>
                <a:close/>
                <a:lnTo>
                  <a:pt x="12212" y="914359"/>
                </a:lnTo>
                <a:close/>
                <a:lnTo>
                  <a:pt x="15265" y="914336"/>
                </a:lnTo>
                <a:close/>
                <a:lnTo>
                  <a:pt x="18319" y="914308"/>
                </a:lnTo>
                <a:close/>
                <a:lnTo>
                  <a:pt x="21372" y="914275"/>
                </a:lnTo>
                <a:close/>
                <a:lnTo>
                  <a:pt x="24425" y="914237"/>
                </a:lnTo>
                <a:close/>
                <a:lnTo>
                  <a:pt x="27478" y="914194"/>
                </a:lnTo>
                <a:close/>
                <a:lnTo>
                  <a:pt x="30531" y="914145"/>
                </a:lnTo>
                <a:close/>
                <a:lnTo>
                  <a:pt x="33584" y="914092"/>
                </a:lnTo>
                <a:close/>
                <a:lnTo>
                  <a:pt x="36637" y="914033"/>
                </a:lnTo>
                <a:close/>
                <a:lnTo>
                  <a:pt x="39690" y="913969"/>
                </a:lnTo>
                <a:close/>
                <a:lnTo>
                  <a:pt x="42743" y="913901"/>
                </a:lnTo>
                <a:close/>
                <a:lnTo>
                  <a:pt x="45796" y="913827"/>
                </a:lnTo>
                <a:close/>
                <a:lnTo>
                  <a:pt x="48849" y="913748"/>
                </a:lnTo>
                <a:close/>
                <a:lnTo>
                  <a:pt x="51903" y="913664"/>
                </a:lnTo>
                <a:close/>
                <a:lnTo>
                  <a:pt x="54956" y="913574"/>
                </a:lnTo>
                <a:close/>
                <a:lnTo>
                  <a:pt x="58009" y="913480"/>
                </a:lnTo>
                <a:close/>
                <a:lnTo>
                  <a:pt x="61062" y="913381"/>
                </a:lnTo>
                <a:close/>
                <a:lnTo>
                  <a:pt x="64115" y="913276"/>
                </a:lnTo>
                <a:close/>
                <a:lnTo>
                  <a:pt x="67168" y="913167"/>
                </a:lnTo>
                <a:close/>
                <a:lnTo>
                  <a:pt x="70221" y="913052"/>
                </a:lnTo>
                <a:close/>
                <a:lnTo>
                  <a:pt x="73274" y="912932"/>
                </a:lnTo>
                <a:close/>
                <a:lnTo>
                  <a:pt x="76327" y="912807"/>
                </a:lnTo>
                <a:close/>
                <a:lnTo>
                  <a:pt x="79380" y="912677"/>
                </a:lnTo>
                <a:close/>
                <a:lnTo>
                  <a:pt x="82433" y="912542"/>
                </a:lnTo>
                <a:close/>
                <a:lnTo>
                  <a:pt x="85486" y="912402"/>
                </a:lnTo>
                <a:close/>
                <a:lnTo>
                  <a:pt x="88540" y="912257"/>
                </a:lnTo>
                <a:close/>
                <a:lnTo>
                  <a:pt x="91593" y="912106"/>
                </a:lnTo>
                <a:close/>
                <a:lnTo>
                  <a:pt x="94646" y="911951"/>
                </a:lnTo>
                <a:close/>
                <a:lnTo>
                  <a:pt x="97699" y="911790"/>
                </a:lnTo>
                <a:close/>
                <a:lnTo>
                  <a:pt x="100752" y="911625"/>
                </a:lnTo>
                <a:close/>
                <a:lnTo>
                  <a:pt x="103805" y="911454"/>
                </a:lnTo>
                <a:close/>
                <a:lnTo>
                  <a:pt x="106858" y="911278"/>
                </a:lnTo>
                <a:close/>
                <a:lnTo>
                  <a:pt x="109911" y="911097"/>
                </a:lnTo>
                <a:close/>
                <a:lnTo>
                  <a:pt x="112964" y="910911"/>
                </a:lnTo>
                <a:close/>
                <a:lnTo>
                  <a:pt x="116017" y="910720"/>
                </a:lnTo>
                <a:close/>
                <a:lnTo>
                  <a:pt x="119070" y="910524"/>
                </a:lnTo>
                <a:close/>
                <a:lnTo>
                  <a:pt x="122124" y="910323"/>
                </a:lnTo>
                <a:close/>
                <a:lnTo>
                  <a:pt x="125177" y="910116"/>
                </a:lnTo>
                <a:close/>
                <a:lnTo>
                  <a:pt x="128230" y="909905"/>
                </a:lnTo>
                <a:close/>
                <a:lnTo>
                  <a:pt x="131283" y="909688"/>
                </a:lnTo>
                <a:close/>
                <a:lnTo>
                  <a:pt x="134336" y="909466"/>
                </a:lnTo>
                <a:close/>
                <a:lnTo>
                  <a:pt x="137389" y="909240"/>
                </a:lnTo>
                <a:close/>
                <a:lnTo>
                  <a:pt x="140442" y="909008"/>
                </a:lnTo>
                <a:close/>
                <a:lnTo>
                  <a:pt x="143495" y="908771"/>
                </a:lnTo>
                <a:close/>
                <a:lnTo>
                  <a:pt x="146548" y="908529"/>
                </a:lnTo>
                <a:close/>
                <a:lnTo>
                  <a:pt x="149601" y="908281"/>
                </a:lnTo>
                <a:close/>
                <a:lnTo>
                  <a:pt x="152654" y="908029"/>
                </a:lnTo>
                <a:close/>
                <a:lnTo>
                  <a:pt x="155708" y="907772"/>
                </a:lnTo>
                <a:close/>
                <a:lnTo>
                  <a:pt x="158761" y="907509"/>
                </a:lnTo>
                <a:close/>
                <a:lnTo>
                  <a:pt x="161814" y="907242"/>
                </a:lnTo>
                <a:close/>
                <a:lnTo>
                  <a:pt x="164867" y="906969"/>
                </a:lnTo>
                <a:close/>
                <a:lnTo>
                  <a:pt x="167920" y="906691"/>
                </a:lnTo>
                <a:close/>
                <a:lnTo>
                  <a:pt x="170973" y="906408"/>
                </a:lnTo>
                <a:close/>
                <a:lnTo>
                  <a:pt x="174026" y="906120"/>
                </a:lnTo>
                <a:close/>
                <a:lnTo>
                  <a:pt x="177079" y="905827"/>
                </a:lnTo>
                <a:close/>
                <a:lnTo>
                  <a:pt x="180132" y="905529"/>
                </a:lnTo>
                <a:close/>
                <a:lnTo>
                  <a:pt x="183185" y="905226"/>
                </a:lnTo>
                <a:close/>
                <a:lnTo>
                  <a:pt x="186238" y="904918"/>
                </a:lnTo>
                <a:close/>
                <a:lnTo>
                  <a:pt x="189291" y="904604"/>
                </a:lnTo>
                <a:close/>
                <a:lnTo>
                  <a:pt x="192345" y="904286"/>
                </a:lnTo>
                <a:close/>
                <a:lnTo>
                  <a:pt x="195398" y="903962"/>
                </a:lnTo>
                <a:close/>
                <a:lnTo>
                  <a:pt x="198451" y="903633"/>
                </a:lnTo>
                <a:close/>
                <a:lnTo>
                  <a:pt x="201504" y="903299"/>
                </a:lnTo>
                <a:close/>
                <a:lnTo>
                  <a:pt x="204557" y="902960"/>
                </a:lnTo>
                <a:close/>
                <a:lnTo>
                  <a:pt x="207610" y="902616"/>
                </a:lnTo>
                <a:close/>
                <a:lnTo>
                  <a:pt x="210663" y="902267"/>
                </a:lnTo>
                <a:close/>
                <a:lnTo>
                  <a:pt x="213716" y="901913"/>
                </a:lnTo>
                <a:close/>
                <a:lnTo>
                  <a:pt x="216769" y="901554"/>
                </a:lnTo>
                <a:close/>
                <a:lnTo>
                  <a:pt x="219822" y="901189"/>
                </a:lnTo>
                <a:close/>
                <a:lnTo>
                  <a:pt x="222875" y="900820"/>
                </a:lnTo>
                <a:close/>
                <a:lnTo>
                  <a:pt x="225929" y="900445"/>
                </a:lnTo>
                <a:close/>
                <a:lnTo>
                  <a:pt x="228982" y="900065"/>
                </a:lnTo>
                <a:close/>
                <a:lnTo>
                  <a:pt x="232035" y="899681"/>
                </a:lnTo>
                <a:close/>
                <a:lnTo>
                  <a:pt x="235088" y="899291"/>
                </a:lnTo>
                <a:close/>
                <a:lnTo>
                  <a:pt x="238141" y="898896"/>
                </a:lnTo>
                <a:close/>
                <a:lnTo>
                  <a:pt x="241194" y="898496"/>
                </a:lnTo>
                <a:close/>
                <a:lnTo>
                  <a:pt x="244247" y="898090"/>
                </a:lnTo>
                <a:close/>
                <a:lnTo>
                  <a:pt x="247300" y="897680"/>
                </a:lnTo>
                <a:close/>
                <a:lnTo>
                  <a:pt x="250353" y="897265"/>
                </a:lnTo>
                <a:close/>
                <a:lnTo>
                  <a:pt x="253406" y="896844"/>
                </a:lnTo>
                <a:close/>
                <a:lnTo>
                  <a:pt x="256459" y="896419"/>
                </a:lnTo>
                <a:close/>
                <a:lnTo>
                  <a:pt x="259513" y="895988"/>
                </a:lnTo>
                <a:close/>
                <a:lnTo>
                  <a:pt x="262566" y="895552"/>
                </a:lnTo>
                <a:close/>
                <a:lnTo>
                  <a:pt x="265619" y="895111"/>
                </a:lnTo>
                <a:close/>
                <a:lnTo>
                  <a:pt x="268672" y="894665"/>
                </a:lnTo>
                <a:close/>
                <a:lnTo>
                  <a:pt x="271725" y="894214"/>
                </a:lnTo>
                <a:close/>
                <a:lnTo>
                  <a:pt x="274778" y="893758"/>
                </a:lnTo>
                <a:close/>
                <a:lnTo>
                  <a:pt x="277831" y="893297"/>
                </a:lnTo>
                <a:close/>
                <a:lnTo>
                  <a:pt x="280884" y="892831"/>
                </a:lnTo>
                <a:close/>
                <a:lnTo>
                  <a:pt x="283937" y="892359"/>
                </a:lnTo>
                <a:close/>
                <a:lnTo>
                  <a:pt x="286990" y="891883"/>
                </a:lnTo>
                <a:close/>
                <a:lnTo>
                  <a:pt x="290043" y="891401"/>
                </a:lnTo>
                <a:close/>
                <a:lnTo>
                  <a:pt x="293096" y="890914"/>
                </a:lnTo>
                <a:close/>
                <a:lnTo>
                  <a:pt x="296150" y="890422"/>
                </a:lnTo>
                <a:close/>
                <a:lnTo>
                  <a:pt x="299203" y="889926"/>
                </a:lnTo>
                <a:close/>
                <a:lnTo>
                  <a:pt x="302256" y="889423"/>
                </a:lnTo>
                <a:close/>
                <a:lnTo>
                  <a:pt x="305309" y="888916"/>
                </a:lnTo>
                <a:close/>
                <a:lnTo>
                  <a:pt x="308362" y="888404"/>
                </a:lnTo>
                <a:close/>
                <a:lnTo>
                  <a:pt x="311415" y="887887"/>
                </a:lnTo>
                <a:close/>
                <a:lnTo>
                  <a:pt x="314468" y="887364"/>
                </a:lnTo>
                <a:close/>
                <a:lnTo>
                  <a:pt x="317521" y="886837"/>
                </a:lnTo>
                <a:close/>
                <a:lnTo>
                  <a:pt x="320574" y="886304"/>
                </a:lnTo>
                <a:close/>
                <a:lnTo>
                  <a:pt x="323627" y="885767"/>
                </a:lnTo>
                <a:close/>
                <a:lnTo>
                  <a:pt x="326680" y="885224"/>
                </a:lnTo>
                <a:close/>
                <a:lnTo>
                  <a:pt x="329734" y="884676"/>
                </a:lnTo>
                <a:close/>
                <a:lnTo>
                  <a:pt x="332787" y="884123"/>
                </a:lnTo>
                <a:close/>
                <a:lnTo>
                  <a:pt x="335840" y="883565"/>
                </a:lnTo>
                <a:close/>
                <a:lnTo>
                  <a:pt x="338893" y="883002"/>
                </a:lnTo>
                <a:close/>
                <a:lnTo>
                  <a:pt x="341946" y="882433"/>
                </a:lnTo>
                <a:close/>
                <a:lnTo>
                  <a:pt x="344999" y="881860"/>
                </a:lnTo>
                <a:close/>
                <a:lnTo>
                  <a:pt x="348052" y="881281"/>
                </a:lnTo>
                <a:close/>
                <a:lnTo>
                  <a:pt x="351105" y="880698"/>
                </a:lnTo>
                <a:close/>
                <a:lnTo>
                  <a:pt x="354158" y="880109"/>
                </a:lnTo>
                <a:close/>
                <a:lnTo>
                  <a:pt x="357211" y="879515"/>
                </a:lnTo>
                <a:close/>
                <a:lnTo>
                  <a:pt x="360264" y="878917"/>
                </a:lnTo>
                <a:close/>
                <a:lnTo>
                  <a:pt x="363318" y="878313"/>
                </a:lnTo>
                <a:close/>
                <a:lnTo>
                  <a:pt x="366371" y="877704"/>
                </a:lnTo>
                <a:close/>
                <a:lnTo>
                  <a:pt x="369424" y="877089"/>
                </a:lnTo>
                <a:close/>
                <a:lnTo>
                  <a:pt x="372477" y="876470"/>
                </a:lnTo>
                <a:close/>
                <a:lnTo>
                  <a:pt x="375530" y="875846"/>
                </a:lnTo>
                <a:close/>
                <a:lnTo>
                  <a:pt x="378583" y="875216"/>
                </a:lnTo>
                <a:close/>
                <a:lnTo>
                  <a:pt x="381636" y="874582"/>
                </a:lnTo>
                <a:close/>
                <a:lnTo>
                  <a:pt x="384689" y="873942"/>
                </a:lnTo>
                <a:close/>
                <a:lnTo>
                  <a:pt x="387742" y="873297"/>
                </a:lnTo>
                <a:close/>
                <a:lnTo>
                  <a:pt x="390795" y="872648"/>
                </a:lnTo>
                <a:close/>
                <a:lnTo>
                  <a:pt x="393848" y="871993"/>
                </a:lnTo>
                <a:close/>
                <a:lnTo>
                  <a:pt x="396902" y="871333"/>
                </a:lnTo>
                <a:close/>
                <a:lnTo>
                  <a:pt x="399955" y="870668"/>
                </a:lnTo>
                <a:close/>
                <a:lnTo>
                  <a:pt x="403008" y="869997"/>
                </a:lnTo>
                <a:close/>
                <a:lnTo>
                  <a:pt x="406061" y="869322"/>
                </a:lnTo>
                <a:close/>
                <a:lnTo>
                  <a:pt x="409114" y="868642"/>
                </a:lnTo>
                <a:close/>
                <a:lnTo>
                  <a:pt x="412167" y="867956"/>
                </a:lnTo>
                <a:close/>
                <a:lnTo>
                  <a:pt x="415220" y="867265"/>
                </a:lnTo>
                <a:close/>
                <a:lnTo>
                  <a:pt x="418273" y="866570"/>
                </a:lnTo>
                <a:close/>
                <a:lnTo>
                  <a:pt x="421326" y="865869"/>
                </a:lnTo>
                <a:close/>
                <a:lnTo>
                  <a:pt x="424379" y="865163"/>
                </a:lnTo>
                <a:close/>
                <a:lnTo>
                  <a:pt x="427432" y="864452"/>
                </a:lnTo>
                <a:close/>
                <a:lnTo>
                  <a:pt x="430485" y="863736"/>
                </a:lnTo>
                <a:close/>
                <a:lnTo>
                  <a:pt x="433539" y="863015"/>
                </a:lnTo>
                <a:close/>
                <a:lnTo>
                  <a:pt x="436592" y="862289"/>
                </a:lnTo>
                <a:close/>
                <a:lnTo>
                  <a:pt x="439645" y="861557"/>
                </a:lnTo>
                <a:close/>
                <a:lnTo>
                  <a:pt x="442698" y="860821"/>
                </a:lnTo>
                <a:close/>
                <a:lnTo>
                  <a:pt x="445751" y="860079"/>
                </a:lnTo>
                <a:close/>
                <a:lnTo>
                  <a:pt x="448804" y="859332"/>
                </a:lnTo>
                <a:close/>
                <a:lnTo>
                  <a:pt x="451857" y="858581"/>
                </a:lnTo>
                <a:close/>
                <a:lnTo>
                  <a:pt x="454910" y="857824"/>
                </a:lnTo>
                <a:close/>
                <a:lnTo>
                  <a:pt x="457963" y="857062"/>
                </a:lnTo>
                <a:close/>
                <a:lnTo>
                  <a:pt x="461016" y="856295"/>
                </a:lnTo>
                <a:close/>
                <a:lnTo>
                  <a:pt x="464069" y="855523"/>
                </a:lnTo>
                <a:close/>
                <a:lnTo>
                  <a:pt x="467123" y="854745"/>
                </a:lnTo>
                <a:close/>
                <a:lnTo>
                  <a:pt x="470176" y="853963"/>
                </a:lnTo>
                <a:close/>
                <a:lnTo>
                  <a:pt x="473229" y="853176"/>
                </a:lnTo>
                <a:close/>
                <a:lnTo>
                  <a:pt x="476282" y="852383"/>
                </a:lnTo>
                <a:close/>
                <a:lnTo>
                  <a:pt x="479335" y="851585"/>
                </a:lnTo>
                <a:close/>
                <a:lnTo>
                  <a:pt x="482388" y="850783"/>
                </a:lnTo>
                <a:close/>
                <a:lnTo>
                  <a:pt x="485441" y="849975"/>
                </a:lnTo>
                <a:close/>
                <a:lnTo>
                  <a:pt x="488494" y="849162"/>
                </a:lnTo>
                <a:close/>
                <a:lnTo>
                  <a:pt x="491547" y="848344"/>
                </a:lnTo>
                <a:close/>
                <a:lnTo>
                  <a:pt x="494600" y="847521"/>
                </a:lnTo>
                <a:close/>
                <a:lnTo>
                  <a:pt x="497653" y="846693"/>
                </a:lnTo>
                <a:close/>
                <a:lnTo>
                  <a:pt x="500707" y="845859"/>
                </a:lnTo>
                <a:close/>
                <a:lnTo>
                  <a:pt x="503760" y="845021"/>
                </a:lnTo>
                <a:close/>
                <a:lnTo>
                  <a:pt x="506813" y="844177"/>
                </a:lnTo>
                <a:close/>
                <a:lnTo>
                  <a:pt x="509866" y="843329"/>
                </a:lnTo>
                <a:close/>
                <a:lnTo>
                  <a:pt x="512919" y="842475"/>
                </a:lnTo>
                <a:close/>
                <a:lnTo>
                  <a:pt x="515972" y="841616"/>
                </a:lnTo>
                <a:close/>
                <a:lnTo>
                  <a:pt x="519025" y="840752"/>
                </a:lnTo>
                <a:close/>
                <a:lnTo>
                  <a:pt x="522078" y="839883"/>
                </a:lnTo>
                <a:close/>
                <a:lnTo>
                  <a:pt x="525131" y="839009"/>
                </a:lnTo>
                <a:close/>
                <a:lnTo>
                  <a:pt x="528184" y="838130"/>
                </a:lnTo>
                <a:close/>
                <a:lnTo>
                  <a:pt x="531237" y="837246"/>
                </a:lnTo>
                <a:close/>
                <a:lnTo>
                  <a:pt x="534290" y="836356"/>
                </a:lnTo>
                <a:close/>
                <a:lnTo>
                  <a:pt x="537344" y="835462"/>
                </a:lnTo>
                <a:close/>
                <a:lnTo>
                  <a:pt x="540397" y="834562"/>
                </a:lnTo>
                <a:close/>
                <a:lnTo>
                  <a:pt x="543450" y="833658"/>
                </a:lnTo>
                <a:close/>
                <a:lnTo>
                  <a:pt x="546503" y="832748"/>
                </a:lnTo>
                <a:close/>
                <a:lnTo>
                  <a:pt x="549556" y="831833"/>
                </a:lnTo>
                <a:close/>
                <a:lnTo>
                  <a:pt x="552609" y="830913"/>
                </a:lnTo>
                <a:close/>
                <a:lnTo>
                  <a:pt x="555662" y="829988"/>
                </a:lnTo>
                <a:close/>
                <a:lnTo>
                  <a:pt x="558715" y="829058"/>
                </a:lnTo>
                <a:close/>
                <a:lnTo>
                  <a:pt x="561768" y="828123"/>
                </a:lnTo>
                <a:close/>
                <a:lnTo>
                  <a:pt x="564821" y="827182"/>
                </a:lnTo>
                <a:close/>
                <a:lnTo>
                  <a:pt x="567874" y="826237"/>
                </a:lnTo>
                <a:close/>
                <a:lnTo>
                  <a:pt x="570928" y="825286"/>
                </a:lnTo>
                <a:close/>
                <a:lnTo>
                  <a:pt x="573981" y="824331"/>
                </a:lnTo>
                <a:close/>
                <a:lnTo>
                  <a:pt x="577034" y="823370"/>
                </a:lnTo>
                <a:close/>
                <a:lnTo>
                  <a:pt x="580087" y="822404"/>
                </a:lnTo>
                <a:close/>
                <a:lnTo>
                  <a:pt x="583140" y="821433"/>
                </a:lnTo>
                <a:close/>
                <a:lnTo>
                  <a:pt x="586193" y="820457"/>
                </a:lnTo>
                <a:close/>
                <a:lnTo>
                  <a:pt x="589246" y="819476"/>
                </a:lnTo>
                <a:close/>
                <a:lnTo>
                  <a:pt x="592299" y="818490"/>
                </a:lnTo>
                <a:close/>
                <a:lnTo>
                  <a:pt x="595352" y="817498"/>
                </a:lnTo>
                <a:close/>
                <a:lnTo>
                  <a:pt x="598405" y="816502"/>
                </a:lnTo>
                <a:close/>
                <a:lnTo>
                  <a:pt x="601458" y="815501"/>
                </a:lnTo>
                <a:close/>
                <a:lnTo>
                  <a:pt x="604512" y="814494"/>
                </a:lnTo>
                <a:close/>
                <a:lnTo>
                  <a:pt x="607565" y="813482"/>
                </a:lnTo>
                <a:close/>
                <a:lnTo>
                  <a:pt x="610618" y="812465"/>
                </a:lnTo>
                <a:close/>
                <a:lnTo>
                  <a:pt x="613671" y="811444"/>
                </a:lnTo>
                <a:close/>
                <a:lnTo>
                  <a:pt x="616724" y="810417"/>
                </a:lnTo>
                <a:close/>
                <a:lnTo>
                  <a:pt x="619777" y="809385"/>
                </a:lnTo>
                <a:close/>
                <a:lnTo>
                  <a:pt x="622830" y="808347"/>
                </a:lnTo>
                <a:close/>
                <a:lnTo>
                  <a:pt x="625883" y="807305"/>
                </a:lnTo>
                <a:close/>
                <a:lnTo>
                  <a:pt x="628936" y="806258"/>
                </a:lnTo>
                <a:close/>
                <a:lnTo>
                  <a:pt x="631989" y="805205"/>
                </a:lnTo>
                <a:close/>
                <a:lnTo>
                  <a:pt x="635042" y="804148"/>
                </a:lnTo>
                <a:close/>
                <a:lnTo>
                  <a:pt x="638095" y="803085"/>
                </a:lnTo>
                <a:close/>
                <a:lnTo>
                  <a:pt x="641149" y="802017"/>
                </a:lnTo>
                <a:close/>
                <a:lnTo>
                  <a:pt x="644202" y="800944"/>
                </a:lnTo>
                <a:close/>
                <a:lnTo>
                  <a:pt x="647255" y="799866"/>
                </a:lnTo>
                <a:close/>
                <a:lnTo>
                  <a:pt x="650308" y="798783"/>
                </a:lnTo>
                <a:close/>
                <a:lnTo>
                  <a:pt x="653361" y="797695"/>
                </a:lnTo>
                <a:close/>
                <a:lnTo>
                  <a:pt x="656414" y="796602"/>
                </a:lnTo>
                <a:close/>
                <a:lnTo>
                  <a:pt x="659467" y="795504"/>
                </a:lnTo>
                <a:close/>
                <a:lnTo>
                  <a:pt x="662520" y="794400"/>
                </a:lnTo>
                <a:close/>
                <a:lnTo>
                  <a:pt x="665573" y="793292"/>
                </a:lnTo>
                <a:close/>
                <a:lnTo>
                  <a:pt x="668626" y="792178"/>
                </a:lnTo>
                <a:close/>
                <a:lnTo>
                  <a:pt x="671679" y="791059"/>
                </a:lnTo>
                <a:close/>
                <a:lnTo>
                  <a:pt x="674733" y="789935"/>
                </a:lnTo>
                <a:close/>
                <a:lnTo>
                  <a:pt x="677786" y="788806"/>
                </a:lnTo>
                <a:close/>
                <a:lnTo>
                  <a:pt x="680839" y="787672"/>
                </a:lnTo>
                <a:close/>
                <a:lnTo>
                  <a:pt x="683892" y="786533"/>
                </a:lnTo>
                <a:close/>
                <a:lnTo>
                  <a:pt x="686945" y="785389"/>
                </a:lnTo>
                <a:close/>
                <a:lnTo>
                  <a:pt x="689998" y="784240"/>
                </a:lnTo>
                <a:close/>
                <a:lnTo>
                  <a:pt x="693051" y="783085"/>
                </a:lnTo>
                <a:close/>
                <a:lnTo>
                  <a:pt x="696104" y="781926"/>
                </a:lnTo>
                <a:close/>
                <a:lnTo>
                  <a:pt x="699157" y="780761"/>
                </a:lnTo>
                <a:close/>
                <a:lnTo>
                  <a:pt x="702210" y="779592"/>
                </a:lnTo>
                <a:close/>
                <a:lnTo>
                  <a:pt x="705263" y="778417"/>
                </a:lnTo>
                <a:close/>
                <a:lnTo>
                  <a:pt x="708317" y="777237"/>
                </a:lnTo>
                <a:close/>
                <a:lnTo>
                  <a:pt x="711370" y="776052"/>
                </a:lnTo>
                <a:close/>
                <a:lnTo>
                  <a:pt x="714423" y="774862"/>
                </a:lnTo>
                <a:close/>
                <a:lnTo>
                  <a:pt x="717476" y="773667"/>
                </a:lnTo>
                <a:close/>
                <a:lnTo>
                  <a:pt x="720529" y="772467"/>
                </a:lnTo>
                <a:close/>
                <a:lnTo>
                  <a:pt x="723582" y="771261"/>
                </a:lnTo>
                <a:close/>
                <a:lnTo>
                  <a:pt x="726635" y="770051"/>
                </a:lnTo>
                <a:close/>
                <a:lnTo>
                  <a:pt x="729688" y="768835"/>
                </a:lnTo>
                <a:close/>
                <a:lnTo>
                  <a:pt x="732741" y="767615"/>
                </a:lnTo>
                <a:close/>
                <a:lnTo>
                  <a:pt x="735794" y="766389"/>
                </a:lnTo>
                <a:close/>
                <a:lnTo>
                  <a:pt x="738847" y="765158"/>
                </a:lnTo>
                <a:close/>
                <a:lnTo>
                  <a:pt x="741901" y="763922"/>
                </a:lnTo>
                <a:close/>
                <a:lnTo>
                  <a:pt x="744954" y="762681"/>
                </a:lnTo>
                <a:close/>
                <a:lnTo>
                  <a:pt x="748007" y="761435"/>
                </a:lnTo>
                <a:close/>
                <a:lnTo>
                  <a:pt x="751060" y="760183"/>
                </a:lnTo>
                <a:close/>
                <a:lnTo>
                  <a:pt x="754113" y="758927"/>
                </a:lnTo>
                <a:close/>
                <a:lnTo>
                  <a:pt x="757166" y="757665"/>
                </a:lnTo>
                <a:close/>
                <a:lnTo>
                  <a:pt x="760219" y="756398"/>
                </a:lnTo>
                <a:close/>
                <a:lnTo>
                  <a:pt x="763272" y="755126"/>
                </a:lnTo>
                <a:close/>
                <a:lnTo>
                  <a:pt x="766325" y="753849"/>
                </a:lnTo>
                <a:close/>
                <a:lnTo>
                  <a:pt x="769378" y="752567"/>
                </a:lnTo>
                <a:close/>
                <a:lnTo>
                  <a:pt x="772431" y="751280"/>
                </a:lnTo>
                <a:close/>
                <a:lnTo>
                  <a:pt x="775484" y="749987"/>
                </a:lnTo>
                <a:close/>
                <a:lnTo>
                  <a:pt x="778538" y="748690"/>
                </a:lnTo>
                <a:close/>
                <a:lnTo>
                  <a:pt x="781591" y="747388"/>
                </a:lnTo>
                <a:close/>
                <a:lnTo>
                  <a:pt x="784644" y="746080"/>
                </a:lnTo>
                <a:close/>
                <a:lnTo>
                  <a:pt x="787697" y="744768"/>
                </a:lnTo>
                <a:close/>
                <a:lnTo>
                  <a:pt x="790750" y="743450"/>
                </a:lnTo>
                <a:close/>
                <a:lnTo>
                  <a:pt x="793803" y="742128"/>
                </a:lnTo>
                <a:close/>
                <a:lnTo>
                  <a:pt x="796856" y="740800"/>
                </a:lnTo>
                <a:close/>
                <a:lnTo>
                  <a:pt x="799909" y="739468"/>
                </a:lnTo>
                <a:close/>
                <a:lnTo>
                  <a:pt x="802962" y="738130"/>
                </a:lnTo>
                <a:close/>
                <a:lnTo>
                  <a:pt x="806015" y="736788"/>
                </a:lnTo>
                <a:close/>
                <a:lnTo>
                  <a:pt x="809068" y="735440"/>
                </a:lnTo>
                <a:close/>
                <a:lnTo>
                  <a:pt x="812122" y="734088"/>
                </a:lnTo>
                <a:close/>
                <a:lnTo>
                  <a:pt x="815175" y="732730"/>
                </a:lnTo>
                <a:close/>
                <a:lnTo>
                  <a:pt x="818228" y="731367"/>
                </a:lnTo>
                <a:close/>
                <a:lnTo>
                  <a:pt x="821281" y="730000"/>
                </a:lnTo>
                <a:close/>
                <a:lnTo>
                  <a:pt x="824334" y="728627"/>
                </a:lnTo>
                <a:close/>
                <a:lnTo>
                  <a:pt x="827387" y="727249"/>
                </a:lnTo>
                <a:close/>
                <a:lnTo>
                  <a:pt x="830440" y="725866"/>
                </a:lnTo>
                <a:close/>
                <a:lnTo>
                  <a:pt x="833493" y="724478"/>
                </a:lnTo>
                <a:close/>
                <a:lnTo>
                  <a:pt x="836546" y="723085"/>
                </a:lnTo>
                <a:close/>
                <a:lnTo>
                  <a:pt x="839599" y="721687"/>
                </a:lnTo>
                <a:close/>
                <a:lnTo>
                  <a:pt x="842652" y="720283"/>
                </a:lnTo>
                <a:close/>
                <a:lnTo>
                  <a:pt x="845706" y="718875"/>
                </a:lnTo>
                <a:close/>
                <a:lnTo>
                  <a:pt x="848759" y="717461"/>
                </a:lnTo>
                <a:close/>
                <a:lnTo>
                  <a:pt x="851812" y="716042"/>
                </a:lnTo>
                <a:close/>
                <a:lnTo>
                  <a:pt x="854865" y="714618"/>
                </a:lnTo>
                <a:close/>
                <a:lnTo>
                  <a:pt x="857918" y="713189"/>
                </a:lnTo>
                <a:close/>
                <a:lnTo>
                  <a:pt x="860971" y="711755"/>
                </a:lnTo>
                <a:close/>
                <a:lnTo>
                  <a:pt x="864024" y="710316"/>
                </a:lnTo>
                <a:close/>
                <a:lnTo>
                  <a:pt x="867077" y="708872"/>
                </a:lnTo>
                <a:close/>
                <a:lnTo>
                  <a:pt x="870130" y="707422"/>
                </a:lnTo>
                <a:close/>
                <a:lnTo>
                  <a:pt x="873183" y="705967"/>
                </a:lnTo>
                <a:close/>
                <a:lnTo>
                  <a:pt x="876236" y="704508"/>
                </a:lnTo>
                <a:close/>
                <a:lnTo>
                  <a:pt x="879289" y="703043"/>
                </a:lnTo>
                <a:close/>
                <a:lnTo>
                  <a:pt x="882343" y="701573"/>
                </a:lnTo>
                <a:close/>
                <a:lnTo>
                  <a:pt x="885396" y="700098"/>
                </a:lnTo>
                <a:close/>
                <a:lnTo>
                  <a:pt x="888449" y="698617"/>
                </a:lnTo>
                <a:close/>
                <a:lnTo>
                  <a:pt x="891502" y="697132"/>
                </a:lnTo>
                <a:close/>
                <a:lnTo>
                  <a:pt x="894555" y="695642"/>
                </a:lnTo>
                <a:close/>
                <a:lnTo>
                  <a:pt x="897608" y="694146"/>
                </a:lnTo>
                <a:close/>
                <a:lnTo>
                  <a:pt x="900661" y="692645"/>
                </a:lnTo>
                <a:close/>
                <a:lnTo>
                  <a:pt x="903714" y="691140"/>
                </a:lnTo>
                <a:close/>
                <a:lnTo>
                  <a:pt x="906767" y="689629"/>
                </a:lnTo>
                <a:close/>
                <a:lnTo>
                  <a:pt x="909820" y="688113"/>
                </a:lnTo>
                <a:close/>
                <a:lnTo>
                  <a:pt x="912873" y="686592"/>
                </a:lnTo>
                <a:close/>
                <a:lnTo>
                  <a:pt x="915927" y="685066"/>
                </a:lnTo>
                <a:close/>
                <a:lnTo>
                  <a:pt x="918980" y="683534"/>
                </a:lnTo>
                <a:close/>
                <a:lnTo>
                  <a:pt x="922033" y="681998"/>
                </a:lnTo>
                <a:close/>
                <a:lnTo>
                  <a:pt x="925086" y="680457"/>
                </a:lnTo>
                <a:close/>
                <a:lnTo>
                  <a:pt x="928139" y="678910"/>
                </a:lnTo>
                <a:close/>
                <a:lnTo>
                  <a:pt x="931192" y="677358"/>
                </a:lnTo>
                <a:close/>
                <a:lnTo>
                  <a:pt x="934245" y="675802"/>
                </a:lnTo>
                <a:close/>
                <a:lnTo>
                  <a:pt x="937298" y="674240"/>
                </a:lnTo>
                <a:close/>
                <a:lnTo>
                  <a:pt x="940351" y="672673"/>
                </a:lnTo>
                <a:close/>
                <a:lnTo>
                  <a:pt x="943404" y="671101"/>
                </a:lnTo>
                <a:close/>
                <a:lnTo>
                  <a:pt x="946457" y="669524"/>
                </a:lnTo>
                <a:close/>
                <a:lnTo>
                  <a:pt x="949511" y="667942"/>
                </a:lnTo>
                <a:close/>
                <a:lnTo>
                  <a:pt x="952564" y="666354"/>
                </a:lnTo>
                <a:close/>
                <a:lnTo>
                  <a:pt x="955617" y="664762"/>
                </a:lnTo>
                <a:close/>
                <a:lnTo>
                  <a:pt x="958670" y="663164"/>
                </a:lnTo>
                <a:close/>
                <a:lnTo>
                  <a:pt x="961723" y="661562"/>
                </a:lnTo>
                <a:close/>
                <a:lnTo>
                  <a:pt x="964776" y="659954"/>
                </a:lnTo>
                <a:close/>
                <a:lnTo>
                  <a:pt x="967829" y="658341"/>
                </a:lnTo>
                <a:close/>
                <a:lnTo>
                  <a:pt x="970882" y="656723"/>
                </a:lnTo>
                <a:close/>
                <a:lnTo>
                  <a:pt x="973935" y="655100"/>
                </a:lnTo>
                <a:close/>
                <a:lnTo>
                  <a:pt x="976988" y="653472"/>
                </a:lnTo>
                <a:close/>
                <a:lnTo>
                  <a:pt x="980041" y="651839"/>
                </a:lnTo>
                <a:close/>
                <a:lnTo>
                  <a:pt x="983094" y="650201"/>
                </a:lnTo>
                <a:close/>
                <a:lnTo>
                  <a:pt x="986148" y="648558"/>
                </a:lnTo>
                <a:close/>
                <a:lnTo>
                  <a:pt x="989201" y="646909"/>
                </a:lnTo>
                <a:close/>
                <a:lnTo>
                  <a:pt x="992254" y="645256"/>
                </a:lnTo>
                <a:close/>
                <a:lnTo>
                  <a:pt x="995307" y="643597"/>
                </a:lnTo>
                <a:close/>
                <a:lnTo>
                  <a:pt x="998360" y="641933"/>
                </a:lnTo>
                <a:close/>
                <a:lnTo>
                  <a:pt x="1001413" y="640264"/>
                </a:lnTo>
                <a:close/>
                <a:lnTo>
                  <a:pt x="1004466" y="638590"/>
                </a:lnTo>
                <a:close/>
                <a:lnTo>
                  <a:pt x="1007519" y="636911"/>
                </a:lnTo>
                <a:close/>
                <a:lnTo>
                  <a:pt x="1010572" y="635227"/>
                </a:lnTo>
                <a:close/>
                <a:lnTo>
                  <a:pt x="1013625" y="633538"/>
                </a:lnTo>
                <a:close/>
                <a:lnTo>
                  <a:pt x="1016678" y="631844"/>
                </a:lnTo>
                <a:close/>
                <a:lnTo>
                  <a:pt x="1019732" y="630144"/>
                </a:lnTo>
                <a:close/>
                <a:lnTo>
                  <a:pt x="1022785" y="628440"/>
                </a:lnTo>
                <a:close/>
                <a:lnTo>
                  <a:pt x="1025838" y="626730"/>
                </a:lnTo>
                <a:close/>
                <a:lnTo>
                  <a:pt x="1028891" y="625015"/>
                </a:lnTo>
                <a:close/>
                <a:lnTo>
                  <a:pt x="1031944" y="623295"/>
                </a:lnTo>
                <a:close/>
                <a:lnTo>
                  <a:pt x="1034997" y="621571"/>
                </a:lnTo>
                <a:close/>
                <a:lnTo>
                  <a:pt x="1038050" y="619841"/>
                </a:lnTo>
                <a:close/>
                <a:lnTo>
                  <a:pt x="1041103" y="618105"/>
                </a:lnTo>
                <a:close/>
                <a:lnTo>
                  <a:pt x="1044156" y="616365"/>
                </a:lnTo>
                <a:close/>
                <a:lnTo>
                  <a:pt x="1047209" y="614620"/>
                </a:lnTo>
                <a:close/>
                <a:lnTo>
                  <a:pt x="1050262" y="612870"/>
                </a:lnTo>
                <a:close/>
                <a:lnTo>
                  <a:pt x="1053316" y="611114"/>
                </a:lnTo>
                <a:close/>
                <a:lnTo>
                  <a:pt x="1056369" y="609353"/>
                </a:lnTo>
                <a:close/>
                <a:lnTo>
                  <a:pt x="1059422" y="607588"/>
                </a:lnTo>
                <a:close/>
                <a:lnTo>
                  <a:pt x="1062475" y="605817"/>
                </a:lnTo>
                <a:close/>
                <a:lnTo>
                  <a:pt x="1065528" y="604041"/>
                </a:lnTo>
                <a:close/>
                <a:lnTo>
                  <a:pt x="1068581" y="602260"/>
                </a:lnTo>
                <a:close/>
                <a:lnTo>
                  <a:pt x="1071634" y="600474"/>
                </a:lnTo>
                <a:close/>
                <a:lnTo>
                  <a:pt x="1074687" y="598683"/>
                </a:lnTo>
                <a:close/>
                <a:lnTo>
                  <a:pt x="1077740" y="596887"/>
                </a:lnTo>
                <a:close/>
                <a:lnTo>
                  <a:pt x="1080793" y="595085"/>
                </a:lnTo>
                <a:close/>
                <a:lnTo>
                  <a:pt x="1083846" y="593279"/>
                </a:lnTo>
                <a:close/>
                <a:lnTo>
                  <a:pt x="1086899" y="591467"/>
                </a:lnTo>
                <a:close/>
                <a:lnTo>
                  <a:pt x="1089953" y="589651"/>
                </a:lnTo>
                <a:close/>
                <a:lnTo>
                  <a:pt x="1093006" y="587829"/>
                </a:lnTo>
                <a:close/>
                <a:lnTo>
                  <a:pt x="1096059" y="586002"/>
                </a:lnTo>
                <a:close/>
                <a:lnTo>
                  <a:pt x="1099112" y="584170"/>
                </a:lnTo>
                <a:close/>
                <a:lnTo>
                  <a:pt x="1102165" y="582333"/>
                </a:lnTo>
                <a:close/>
                <a:lnTo>
                  <a:pt x="1105218" y="580491"/>
                </a:lnTo>
                <a:close/>
                <a:lnTo>
                  <a:pt x="1108271" y="578644"/>
                </a:lnTo>
                <a:close/>
                <a:lnTo>
                  <a:pt x="1111324" y="576791"/>
                </a:lnTo>
                <a:close/>
                <a:lnTo>
                  <a:pt x="1114377" y="574934"/>
                </a:lnTo>
                <a:close/>
                <a:lnTo>
                  <a:pt x="1117430" y="573071"/>
                </a:lnTo>
                <a:close/>
                <a:lnTo>
                  <a:pt x="1120483" y="571204"/>
                </a:lnTo>
                <a:close/>
                <a:lnTo>
                  <a:pt x="1123537" y="569331"/>
                </a:lnTo>
                <a:close/>
                <a:lnTo>
                  <a:pt x="1126590" y="567453"/>
                </a:lnTo>
                <a:close/>
                <a:lnTo>
                  <a:pt x="1129643" y="565570"/>
                </a:lnTo>
                <a:close/>
                <a:lnTo>
                  <a:pt x="1132696" y="563682"/>
                </a:lnTo>
                <a:close/>
                <a:lnTo>
                  <a:pt x="1135749" y="561789"/>
                </a:lnTo>
                <a:close/>
                <a:lnTo>
                  <a:pt x="1138802" y="559891"/>
                </a:lnTo>
                <a:close/>
                <a:lnTo>
                  <a:pt x="1141855" y="557988"/>
                </a:lnTo>
                <a:close/>
                <a:lnTo>
                  <a:pt x="1144908" y="556079"/>
                </a:lnTo>
                <a:close/>
                <a:lnTo>
                  <a:pt x="1147961" y="554166"/>
                </a:lnTo>
                <a:close/>
                <a:lnTo>
                  <a:pt x="1151014" y="552247"/>
                </a:lnTo>
                <a:close/>
                <a:lnTo>
                  <a:pt x="1154067" y="550323"/>
                </a:lnTo>
                <a:close/>
                <a:lnTo>
                  <a:pt x="1157121" y="548395"/>
                </a:lnTo>
                <a:close/>
                <a:lnTo>
                  <a:pt x="1160174" y="546461"/>
                </a:lnTo>
                <a:close/>
                <a:lnTo>
                  <a:pt x="1163227" y="544522"/>
                </a:lnTo>
                <a:close/>
                <a:lnTo>
                  <a:pt x="1166280" y="542578"/>
                </a:lnTo>
                <a:close/>
                <a:lnTo>
                  <a:pt x="1169333" y="540629"/>
                </a:lnTo>
                <a:close/>
                <a:lnTo>
                  <a:pt x="1172386" y="538674"/>
                </a:lnTo>
                <a:close/>
                <a:lnTo>
                  <a:pt x="1175439" y="536715"/>
                </a:lnTo>
                <a:close/>
                <a:lnTo>
                  <a:pt x="1178492" y="534751"/>
                </a:lnTo>
                <a:close/>
                <a:lnTo>
                  <a:pt x="1181545" y="532781"/>
                </a:lnTo>
                <a:close/>
                <a:lnTo>
                  <a:pt x="1184598" y="530806"/>
                </a:lnTo>
                <a:close/>
                <a:lnTo>
                  <a:pt x="1187651" y="528827"/>
                </a:lnTo>
                <a:close/>
                <a:lnTo>
                  <a:pt x="1190705" y="526842"/>
                </a:lnTo>
                <a:close/>
                <a:lnTo>
                  <a:pt x="1193758" y="524852"/>
                </a:lnTo>
                <a:close/>
                <a:lnTo>
                  <a:pt x="1196811" y="522857"/>
                </a:lnTo>
                <a:close/>
                <a:lnTo>
                  <a:pt x="1199864" y="520857"/>
                </a:lnTo>
                <a:close/>
                <a:lnTo>
                  <a:pt x="1202917" y="518851"/>
                </a:lnTo>
                <a:close/>
                <a:lnTo>
                  <a:pt x="1205970" y="516841"/>
                </a:lnTo>
                <a:close/>
                <a:lnTo>
                  <a:pt x="1209023" y="514826"/>
                </a:lnTo>
                <a:close/>
                <a:lnTo>
                  <a:pt x="1212076" y="512805"/>
                </a:lnTo>
                <a:close/>
                <a:lnTo>
                  <a:pt x="1215129" y="510779"/>
                </a:lnTo>
                <a:close/>
                <a:lnTo>
                  <a:pt x="1218182" y="508749"/>
                </a:lnTo>
                <a:close/>
                <a:lnTo>
                  <a:pt x="1221235" y="506713"/>
                </a:lnTo>
                <a:close/>
                <a:lnTo>
                  <a:pt x="1224288" y="504672"/>
                </a:lnTo>
                <a:close/>
                <a:lnTo>
                  <a:pt x="1227342" y="502626"/>
                </a:lnTo>
                <a:close/>
                <a:lnTo>
                  <a:pt x="1230395" y="500575"/>
                </a:lnTo>
                <a:close/>
                <a:lnTo>
                  <a:pt x="1233448" y="498519"/>
                </a:lnTo>
                <a:close/>
                <a:lnTo>
                  <a:pt x="1236501" y="496457"/>
                </a:lnTo>
                <a:close/>
                <a:lnTo>
                  <a:pt x="1239554" y="494391"/>
                </a:lnTo>
                <a:close/>
                <a:lnTo>
                  <a:pt x="1242607" y="492320"/>
                </a:lnTo>
                <a:close/>
                <a:lnTo>
                  <a:pt x="1245660" y="490243"/>
                </a:lnTo>
                <a:close/>
                <a:lnTo>
                  <a:pt x="1248713" y="488161"/>
                </a:lnTo>
                <a:close/>
                <a:lnTo>
                  <a:pt x="1251766" y="486074"/>
                </a:lnTo>
                <a:close/>
                <a:lnTo>
                  <a:pt x="1254819" y="483983"/>
                </a:lnTo>
                <a:close/>
                <a:lnTo>
                  <a:pt x="1257872" y="481886"/>
                </a:lnTo>
                <a:close/>
                <a:lnTo>
                  <a:pt x="1260926" y="479784"/>
                </a:lnTo>
                <a:close/>
                <a:lnTo>
                  <a:pt x="1263979" y="477676"/>
                </a:lnTo>
                <a:close/>
                <a:lnTo>
                  <a:pt x="1267032" y="475564"/>
                </a:lnTo>
                <a:close/>
                <a:lnTo>
                  <a:pt x="1270085" y="473447"/>
                </a:lnTo>
                <a:close/>
                <a:lnTo>
                  <a:pt x="1273138" y="471324"/>
                </a:lnTo>
                <a:close/>
                <a:lnTo>
                  <a:pt x="1276191" y="469197"/>
                </a:lnTo>
                <a:close/>
                <a:lnTo>
                  <a:pt x="1279244" y="467064"/>
                </a:lnTo>
                <a:close/>
                <a:lnTo>
                  <a:pt x="1282297" y="464926"/>
                </a:lnTo>
                <a:close/>
                <a:lnTo>
                  <a:pt x="1285350" y="462783"/>
                </a:lnTo>
                <a:close/>
                <a:lnTo>
                  <a:pt x="1288403" y="460636"/>
                </a:lnTo>
                <a:close/>
                <a:lnTo>
                  <a:pt x="1291456" y="458482"/>
                </a:lnTo>
                <a:close/>
                <a:lnTo>
                  <a:pt x="1294510" y="456324"/>
                </a:lnTo>
                <a:close/>
                <a:lnTo>
                  <a:pt x="1297563" y="454161"/>
                </a:lnTo>
                <a:close/>
                <a:lnTo>
                  <a:pt x="1300616" y="451993"/>
                </a:lnTo>
                <a:close/>
                <a:lnTo>
                  <a:pt x="1303669" y="449819"/>
                </a:lnTo>
                <a:close/>
                <a:lnTo>
                  <a:pt x="1306722" y="447641"/>
                </a:lnTo>
                <a:close/>
                <a:lnTo>
                  <a:pt x="1309775" y="445457"/>
                </a:lnTo>
                <a:close/>
                <a:lnTo>
                  <a:pt x="1312828" y="443269"/>
                </a:lnTo>
                <a:close/>
                <a:lnTo>
                  <a:pt x="1315881" y="441075"/>
                </a:lnTo>
                <a:close/>
                <a:lnTo>
                  <a:pt x="1318934" y="438876"/>
                </a:lnTo>
                <a:close/>
                <a:lnTo>
                  <a:pt x="1321987" y="436672"/>
                </a:lnTo>
                <a:close/>
                <a:lnTo>
                  <a:pt x="1325040" y="434463"/>
                </a:lnTo>
                <a:close/>
                <a:lnTo>
                  <a:pt x="1328093" y="432248"/>
                </a:lnTo>
                <a:close/>
                <a:lnTo>
                  <a:pt x="1331147" y="430029"/>
                </a:lnTo>
                <a:close/>
                <a:lnTo>
                  <a:pt x="1334200" y="427805"/>
                </a:lnTo>
                <a:close/>
                <a:lnTo>
                  <a:pt x="1337253" y="425575"/>
                </a:lnTo>
                <a:close/>
                <a:lnTo>
                  <a:pt x="1340306" y="423341"/>
                </a:lnTo>
                <a:close/>
                <a:lnTo>
                  <a:pt x="1343359" y="421101"/>
                </a:lnTo>
                <a:close/>
                <a:lnTo>
                  <a:pt x="1346412" y="418856"/>
                </a:lnTo>
                <a:close/>
                <a:lnTo>
                  <a:pt x="1349465" y="416606"/>
                </a:lnTo>
                <a:close/>
                <a:lnTo>
                  <a:pt x="1352518" y="414351"/>
                </a:lnTo>
                <a:close/>
                <a:lnTo>
                  <a:pt x="1355571" y="412091"/>
                </a:lnTo>
                <a:close/>
                <a:lnTo>
                  <a:pt x="1358624" y="409826"/>
                </a:lnTo>
                <a:close/>
                <a:lnTo>
                  <a:pt x="1361677" y="407556"/>
                </a:lnTo>
                <a:close/>
                <a:lnTo>
                  <a:pt x="1364731" y="405281"/>
                </a:lnTo>
                <a:close/>
                <a:lnTo>
                  <a:pt x="1367784" y="403000"/>
                </a:lnTo>
                <a:close/>
                <a:lnTo>
                  <a:pt x="1370837" y="400715"/>
                </a:lnTo>
                <a:close/>
                <a:lnTo>
                  <a:pt x="1373890" y="398424"/>
                </a:lnTo>
                <a:close/>
                <a:lnTo>
                  <a:pt x="1376943" y="396128"/>
                </a:lnTo>
                <a:close/>
                <a:lnTo>
                  <a:pt x="1379996" y="393827"/>
                </a:lnTo>
                <a:close/>
                <a:lnTo>
                  <a:pt x="1383049" y="391521"/>
                </a:lnTo>
                <a:close/>
                <a:lnTo>
                  <a:pt x="1386102" y="389210"/>
                </a:lnTo>
                <a:close/>
                <a:lnTo>
                  <a:pt x="1389155" y="386894"/>
                </a:lnTo>
                <a:close/>
                <a:lnTo>
                  <a:pt x="1392208" y="384573"/>
                </a:lnTo>
                <a:close/>
                <a:lnTo>
                  <a:pt x="1395261" y="382247"/>
                </a:lnTo>
                <a:close/>
                <a:lnTo>
                  <a:pt x="1398315" y="379915"/>
                </a:lnTo>
                <a:close/>
                <a:lnTo>
                  <a:pt x="1401368" y="377579"/>
                </a:lnTo>
                <a:close/>
                <a:lnTo>
                  <a:pt x="1404421" y="375237"/>
                </a:lnTo>
                <a:close/>
                <a:lnTo>
                  <a:pt x="1407474" y="372890"/>
                </a:lnTo>
                <a:close/>
                <a:lnTo>
                  <a:pt x="1410527" y="370539"/>
                </a:lnTo>
                <a:close/>
                <a:lnTo>
                  <a:pt x="1413580" y="368182"/>
                </a:lnTo>
                <a:close/>
                <a:lnTo>
                  <a:pt x="1416633" y="365820"/>
                </a:lnTo>
                <a:close/>
                <a:lnTo>
                  <a:pt x="1419686" y="363453"/>
                </a:lnTo>
                <a:close/>
                <a:lnTo>
                  <a:pt x="1422739" y="361080"/>
                </a:lnTo>
                <a:close/>
                <a:lnTo>
                  <a:pt x="1425792" y="358703"/>
                </a:lnTo>
                <a:close/>
                <a:lnTo>
                  <a:pt x="1428845" y="356321"/>
                </a:lnTo>
                <a:close/>
                <a:lnTo>
                  <a:pt x="1431898" y="353933"/>
                </a:lnTo>
                <a:close/>
                <a:lnTo>
                  <a:pt x="1434952" y="351541"/>
                </a:lnTo>
                <a:close/>
                <a:lnTo>
                  <a:pt x="1438005" y="349143"/>
                </a:lnTo>
                <a:close/>
                <a:lnTo>
                  <a:pt x="1441058" y="346740"/>
                </a:lnTo>
                <a:close/>
                <a:lnTo>
                  <a:pt x="1444111" y="344332"/>
                </a:lnTo>
                <a:close/>
                <a:lnTo>
                  <a:pt x="1447164" y="341919"/>
                </a:lnTo>
                <a:close/>
                <a:lnTo>
                  <a:pt x="1450217" y="339501"/>
                </a:lnTo>
                <a:close/>
                <a:lnTo>
                  <a:pt x="1453270" y="337078"/>
                </a:lnTo>
                <a:close/>
                <a:lnTo>
                  <a:pt x="1456323" y="334650"/>
                </a:lnTo>
                <a:close/>
                <a:lnTo>
                  <a:pt x="1459376" y="332216"/>
                </a:lnTo>
                <a:close/>
                <a:lnTo>
                  <a:pt x="1462429" y="329778"/>
                </a:lnTo>
                <a:close/>
                <a:lnTo>
                  <a:pt x="1465482" y="327334"/>
                </a:lnTo>
                <a:close/>
                <a:lnTo>
                  <a:pt x="1468536" y="324886"/>
                </a:lnTo>
                <a:close/>
                <a:lnTo>
                  <a:pt x="1471589" y="322432"/>
                </a:lnTo>
                <a:close/>
                <a:lnTo>
                  <a:pt x="1474642" y="319973"/>
                </a:lnTo>
                <a:close/>
                <a:lnTo>
                  <a:pt x="1477695" y="317509"/>
                </a:lnTo>
                <a:close/>
                <a:lnTo>
                  <a:pt x="1480748" y="315040"/>
                </a:lnTo>
                <a:close/>
                <a:lnTo>
                  <a:pt x="1483801" y="312566"/>
                </a:lnTo>
                <a:close/>
                <a:lnTo>
                  <a:pt x="1486854" y="310087"/>
                </a:lnTo>
                <a:close/>
                <a:lnTo>
                  <a:pt x="1489907" y="307602"/>
                </a:lnTo>
                <a:close/>
                <a:lnTo>
                  <a:pt x="1492960" y="305113"/>
                </a:lnTo>
                <a:close/>
                <a:lnTo>
                  <a:pt x="1496013" y="302619"/>
                </a:lnTo>
                <a:close/>
                <a:lnTo>
                  <a:pt x="1499066" y="300119"/>
                </a:lnTo>
                <a:close/>
                <a:lnTo>
                  <a:pt x="1502120" y="297614"/>
                </a:lnTo>
                <a:close/>
                <a:lnTo>
                  <a:pt x="1505173" y="295104"/>
                </a:lnTo>
                <a:close/>
                <a:lnTo>
                  <a:pt x="1508226" y="292589"/>
                </a:lnTo>
                <a:close/>
                <a:lnTo>
                  <a:pt x="1511279" y="290069"/>
                </a:lnTo>
                <a:close/>
                <a:lnTo>
                  <a:pt x="1514332" y="287544"/>
                </a:lnTo>
                <a:close/>
                <a:lnTo>
                  <a:pt x="1517385" y="285014"/>
                </a:lnTo>
                <a:close/>
                <a:lnTo>
                  <a:pt x="1520438" y="282479"/>
                </a:lnTo>
                <a:close/>
                <a:lnTo>
                  <a:pt x="1523491" y="279939"/>
                </a:lnTo>
                <a:close/>
                <a:lnTo>
                  <a:pt x="1526544" y="277393"/>
                </a:lnTo>
                <a:close/>
                <a:lnTo>
                  <a:pt x="1529597" y="274842"/>
                </a:lnTo>
                <a:close/>
                <a:lnTo>
                  <a:pt x="1532650" y="272287"/>
                </a:lnTo>
                <a:close/>
                <a:lnTo>
                  <a:pt x="1535704" y="269726"/>
                </a:lnTo>
                <a:close/>
                <a:lnTo>
                  <a:pt x="1538757" y="267160"/>
                </a:lnTo>
                <a:close/>
                <a:lnTo>
                  <a:pt x="1541810" y="264589"/>
                </a:lnTo>
                <a:close/>
                <a:lnTo>
                  <a:pt x="1544863" y="262013"/>
                </a:lnTo>
                <a:close/>
                <a:lnTo>
                  <a:pt x="1547916" y="259432"/>
                </a:lnTo>
                <a:close/>
                <a:lnTo>
                  <a:pt x="1550969" y="256846"/>
                </a:lnTo>
                <a:close/>
                <a:lnTo>
                  <a:pt x="1554022" y="254254"/>
                </a:lnTo>
                <a:close/>
                <a:lnTo>
                  <a:pt x="1557075" y="251658"/>
                </a:lnTo>
                <a:close/>
                <a:lnTo>
                  <a:pt x="1560128" y="249056"/>
                </a:lnTo>
                <a:close/>
                <a:lnTo>
                  <a:pt x="1563181" y="246450"/>
                </a:lnTo>
                <a:close/>
                <a:lnTo>
                  <a:pt x="1566234" y="243838"/>
                </a:lnTo>
                <a:close/>
                <a:lnTo>
                  <a:pt x="1569287" y="241221"/>
                </a:lnTo>
                <a:close/>
                <a:lnTo>
                  <a:pt x="1572341" y="238599"/>
                </a:lnTo>
                <a:close/>
                <a:lnTo>
                  <a:pt x="1575394" y="235972"/>
                </a:lnTo>
                <a:close/>
                <a:lnTo>
                  <a:pt x="1578447" y="233340"/>
                </a:lnTo>
                <a:close/>
                <a:lnTo>
                  <a:pt x="1581500" y="230703"/>
                </a:lnTo>
                <a:close/>
                <a:lnTo>
                  <a:pt x="1584553" y="228060"/>
                </a:lnTo>
                <a:close/>
                <a:lnTo>
                  <a:pt x="1587606" y="225413"/>
                </a:lnTo>
                <a:close/>
                <a:lnTo>
                  <a:pt x="1590659" y="222760"/>
                </a:lnTo>
                <a:close/>
                <a:lnTo>
                  <a:pt x="1593712" y="220103"/>
                </a:lnTo>
                <a:close/>
                <a:lnTo>
                  <a:pt x="1596765" y="217440"/>
                </a:lnTo>
                <a:close/>
                <a:lnTo>
                  <a:pt x="1599818" y="214772"/>
                </a:lnTo>
                <a:close/>
                <a:lnTo>
                  <a:pt x="1602871" y="212099"/>
                </a:lnTo>
                <a:close/>
                <a:lnTo>
                  <a:pt x="1605925" y="209421"/>
                </a:lnTo>
                <a:close/>
                <a:lnTo>
                  <a:pt x="1608978" y="206738"/>
                </a:lnTo>
                <a:close/>
                <a:lnTo>
                  <a:pt x="1612031" y="204050"/>
                </a:lnTo>
                <a:close/>
                <a:lnTo>
                  <a:pt x="1615084" y="201357"/>
                </a:lnTo>
                <a:close/>
                <a:lnTo>
                  <a:pt x="1618137" y="198658"/>
                </a:lnTo>
                <a:close/>
                <a:lnTo>
                  <a:pt x="1621190" y="195955"/>
                </a:lnTo>
                <a:close/>
                <a:lnTo>
                  <a:pt x="1624243" y="193246"/>
                </a:lnTo>
                <a:close/>
                <a:lnTo>
                  <a:pt x="1627296" y="190533"/>
                </a:lnTo>
                <a:close/>
                <a:lnTo>
                  <a:pt x="1630349" y="187814"/>
                </a:lnTo>
                <a:close/>
                <a:lnTo>
                  <a:pt x="1633402" y="185090"/>
                </a:lnTo>
                <a:close/>
                <a:lnTo>
                  <a:pt x="1636455" y="182361"/>
                </a:lnTo>
                <a:close/>
                <a:lnTo>
                  <a:pt x="1639509" y="179627"/>
                </a:lnTo>
                <a:close/>
                <a:lnTo>
                  <a:pt x="1642562" y="176888"/>
                </a:lnTo>
                <a:close/>
                <a:lnTo>
                  <a:pt x="1645615" y="174144"/>
                </a:lnTo>
                <a:close/>
                <a:lnTo>
                  <a:pt x="1648668" y="171394"/>
                </a:lnTo>
                <a:close/>
                <a:lnTo>
                  <a:pt x="1651721" y="168640"/>
                </a:lnTo>
                <a:close/>
                <a:lnTo>
                  <a:pt x="1654774" y="165881"/>
                </a:lnTo>
                <a:close/>
                <a:lnTo>
                  <a:pt x="1657827" y="163116"/>
                </a:lnTo>
                <a:close/>
                <a:lnTo>
                  <a:pt x="1660880" y="160346"/>
                </a:lnTo>
                <a:close/>
                <a:lnTo>
                  <a:pt x="1663933" y="157572"/>
                </a:lnTo>
                <a:close/>
                <a:lnTo>
                  <a:pt x="1666986" y="154792"/>
                </a:lnTo>
                <a:close/>
                <a:lnTo>
                  <a:pt x="1670039" y="152007"/>
                </a:lnTo>
                <a:close/>
                <a:lnTo>
                  <a:pt x="1673092" y="149216"/>
                </a:lnTo>
                <a:close/>
                <a:lnTo>
                  <a:pt x="1676146" y="146421"/>
                </a:lnTo>
                <a:close/>
                <a:lnTo>
                  <a:pt x="1679199" y="143621"/>
                </a:lnTo>
                <a:close/>
                <a:lnTo>
                  <a:pt x="1682252" y="140815"/>
                </a:lnTo>
                <a:close/>
                <a:lnTo>
                  <a:pt x="1685305" y="138005"/>
                </a:lnTo>
                <a:close/>
                <a:lnTo>
                  <a:pt x="1688358" y="135189"/>
                </a:lnTo>
                <a:close/>
                <a:lnTo>
                  <a:pt x="1691411" y="132368"/>
                </a:lnTo>
                <a:close/>
                <a:lnTo>
                  <a:pt x="1694464" y="129542"/>
                </a:lnTo>
                <a:close/>
                <a:lnTo>
                  <a:pt x="1697517" y="126711"/>
                </a:lnTo>
                <a:close/>
                <a:lnTo>
                  <a:pt x="1700570" y="123874"/>
                </a:lnTo>
                <a:close/>
                <a:lnTo>
                  <a:pt x="1703623" y="121033"/>
                </a:lnTo>
                <a:close/>
                <a:lnTo>
                  <a:pt x="1706676" y="118186"/>
                </a:lnTo>
                <a:close/>
                <a:lnTo>
                  <a:pt x="1709730" y="115335"/>
                </a:lnTo>
                <a:close/>
                <a:lnTo>
                  <a:pt x="1712783" y="112478"/>
                </a:lnTo>
                <a:close/>
                <a:lnTo>
                  <a:pt x="1715836" y="109617"/>
                </a:lnTo>
                <a:close/>
                <a:lnTo>
                  <a:pt x="1718889" y="106750"/>
                </a:lnTo>
                <a:close/>
                <a:lnTo>
                  <a:pt x="1721942" y="103879"/>
                </a:lnTo>
                <a:close/>
                <a:lnTo>
                  <a:pt x="1724995" y="101002"/>
                </a:lnTo>
                <a:close/>
                <a:lnTo>
                  <a:pt x="1728048" y="98121"/>
                </a:lnTo>
                <a:close/>
                <a:lnTo>
                  <a:pt x="1731101" y="95234"/>
                </a:lnTo>
                <a:close/>
                <a:lnTo>
                  <a:pt x="1734154" y="92343"/>
                </a:lnTo>
                <a:close/>
                <a:lnTo>
                  <a:pt x="1737207" y="89446"/>
                </a:lnTo>
                <a:close/>
                <a:lnTo>
                  <a:pt x="1740260" y="86545"/>
                </a:lnTo>
                <a:close/>
                <a:lnTo>
                  <a:pt x="1743314" y="83639"/>
                </a:lnTo>
                <a:close/>
                <a:lnTo>
                  <a:pt x="1746367" y="80728"/>
                </a:lnTo>
                <a:close/>
                <a:lnTo>
                  <a:pt x="1749420" y="77811"/>
                </a:lnTo>
                <a:close/>
                <a:lnTo>
                  <a:pt x="1752473" y="74889"/>
                </a:lnTo>
                <a:close/>
                <a:lnTo>
                  <a:pt x="1755526" y="71963"/>
                </a:lnTo>
                <a:close/>
                <a:lnTo>
                  <a:pt x="1758579" y="69030"/>
                </a:lnTo>
                <a:close/>
                <a:lnTo>
                  <a:pt x="1761632" y="66093"/>
                </a:lnTo>
                <a:close/>
                <a:lnTo>
                  <a:pt x="1764685" y="63150"/>
                </a:lnTo>
                <a:close/>
                <a:lnTo>
                  <a:pt x="1767738" y="60202"/>
                </a:lnTo>
                <a:close/>
                <a:lnTo>
                  <a:pt x="1770791" y="57248"/>
                </a:lnTo>
                <a:close/>
                <a:lnTo>
                  <a:pt x="1773844" y="54288"/>
                </a:lnTo>
                <a:close/>
                <a:lnTo>
                  <a:pt x="1776897" y="51323"/>
                </a:lnTo>
                <a:close/>
                <a:lnTo>
                  <a:pt x="1779951" y="48352"/>
                </a:lnTo>
                <a:close/>
                <a:lnTo>
                  <a:pt x="1783004" y="45376"/>
                </a:lnTo>
                <a:close/>
                <a:lnTo>
                  <a:pt x="1786057" y="42393"/>
                </a:lnTo>
                <a:close/>
                <a:lnTo>
                  <a:pt x="1789110" y="39405"/>
                </a:lnTo>
                <a:close/>
                <a:lnTo>
                  <a:pt x="1792163" y="36411"/>
                </a:lnTo>
                <a:close/>
                <a:lnTo>
                  <a:pt x="1795216" y="33411"/>
                </a:lnTo>
                <a:close/>
                <a:lnTo>
                  <a:pt x="1798269" y="30405"/>
                </a:lnTo>
                <a:close/>
                <a:lnTo>
                  <a:pt x="1801322" y="27393"/>
                </a:lnTo>
                <a:close/>
                <a:lnTo>
                  <a:pt x="1804375" y="24374"/>
                </a:lnTo>
                <a:close/>
                <a:lnTo>
                  <a:pt x="1807428" y="21350"/>
                </a:lnTo>
                <a:close/>
                <a:lnTo>
                  <a:pt x="1810481" y="18319"/>
                </a:lnTo>
                <a:close/>
                <a:lnTo>
                  <a:pt x="1813535" y="15282"/>
                </a:lnTo>
                <a:close/>
                <a:lnTo>
                  <a:pt x="1816588" y="12239"/>
                </a:lnTo>
                <a:close/>
                <a:lnTo>
                  <a:pt x="1819641" y="9189"/>
                </a:lnTo>
                <a:close/>
                <a:lnTo>
                  <a:pt x="1822694" y="6132"/>
                </a:lnTo>
                <a:close/>
                <a:lnTo>
                  <a:pt x="1825747" y="3069"/>
                </a:lnTo>
                <a:close/>
                <a:lnTo>
                  <a:pt x="18288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400800.0" y="285750.0"/>
            <a:ext cx="0.0" cy="22860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11900" y="1968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11900" y="11112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5715000.0" y="403059.9806565256"/>
            <a:ext cx="457200.0" cy="256085.1986865776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086600.0" y="842962.5"/>
            <a:ext cx="457200.0" cy="2286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04000" y="-717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6800" y="24371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084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