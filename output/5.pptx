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1E23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2286000.0" y="2571750.0"/>
            <a:ext cx="4572000.0" cy="0.0"/>
          </a:xfrm>
          <a:prstGeom prst="line">
            <a:avLst/>
          </a:prstGeom>
          <a:ln w="1905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" name="Connector 2"/>
          <p:cNvCxnSpPr/>
          <p:nvPr/>
        </p:nvCxnSpPr>
        <p:spPr>
          <a:xfrm flipV="1">
            <a:off x="4572000.0" y="285750.0"/>
            <a:ext cx="0.0" cy="4572000.0"/>
          </a:xfrm>
          <a:prstGeom prst="line">
            <a:avLst/>
          </a:prstGeom>
          <a:ln w="1905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 flipV="1">
            <a:off x="4663440.0" y="2040921.2638440002"/>
            <a:ext cx="4572.0" cy="7667.6189039996825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 flipV="1">
            <a:off x="4668012.0" y="2033594.592696"/>
            <a:ext cx="4572.0" cy="7326.671148000285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 flipV="1">
            <a:off x="4672584.0" y="2026585.38294"/>
            <a:ext cx="4572.0" cy="7009.2097559999675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 flipV="1">
            <a:off x="4677156.0" y="2019874.0984200002"/>
            <a:ext cx="4572.0" cy="6711.284519999754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 flipV="1">
            <a:off x="4681728.0" y="2013441.221268"/>
            <a:ext cx="4572.0" cy="6432.877152000088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 flipV="1">
            <a:off x="4686300.0" y="2007264.321252"/>
            <a:ext cx="4572.0" cy="6176.900016000029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V="1">
            <a:off x="4690872.0" y="2001322.77408"/>
            <a:ext cx="4572.0" cy="5941.547172000166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695444.0" y="1995597.1304640002"/>
            <a:ext cx="4572.0" cy="5725.643615999725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V="1">
            <a:off x="4700016.0" y="1990069.600752"/>
            <a:ext cx="4572.0" cy="5527.529712000163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 flipV="1">
            <a:off x="4704588.0" y="1984723.483428"/>
            <a:ext cx="4572.0" cy="5346.117323999992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V="1">
            <a:off x="4709160.0" y="1979543.4257160001"/>
            <a:ext cx="4572.0" cy="5180.057711999863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 flipV="1">
            <a:off x="4713732.0" y="1974515.1492599999"/>
            <a:ext cx="4572.0" cy="5028.276456000283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 flipV="1">
            <a:off x="4718304.0" y="1969626.8903040001"/>
            <a:ext cx="4572.0" cy="4888.258955999743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 flipV="1">
            <a:off x="4722876.0" y="1964868.439572"/>
            <a:ext cx="4572.0" cy="4758.450732000172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 flipV="1">
            <a:off x="4727448.0" y="1960231.050828"/>
            <a:ext cx="4572.0" cy="4637.38874399988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 flipV="1">
            <a:off x="4732020.0" y="1955706.887664"/>
            <a:ext cx="4572.0" cy="4524.163164000027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 flipV="1">
            <a:off x="4736592.0" y="1951288.561728"/>
            <a:ext cx="4572.0" cy="4418.325936000096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 flipV="1">
            <a:off x="4741164.0" y="1946969.4893399999"/>
            <a:ext cx="4572.0" cy="4319.072388000088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 flipV="1">
            <a:off x="4745736.0" y="1942743.914352"/>
            <a:ext cx="4572.0" cy="4225.574987999862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 flipV="1">
            <a:off x="4750308.0" y="1938606.697836"/>
            <a:ext cx="4572.0" cy="4137.216515999986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 flipV="1">
            <a:off x="4754880.0" y="1934552.8014480001"/>
            <a:ext cx="4572.0" cy="4053.8963879998773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 flipV="1">
            <a:off x="4759452.0" y="1930577.598324"/>
            <a:ext cx="4572.0" cy="3975.203124000225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 flipV="1">
            <a:off x="4764024.0" y="1926676.9096559999"/>
            <a:ext cx="4572.0" cy="3900.688668000046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 flipV="1">
            <a:off x="4768596.0" y="1922846.574924"/>
            <a:ext cx="4572.0" cy="3830.3347319997847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 flipV="1">
            <a:off x="4773168.0" y="1919082.8268"/>
            <a:ext cx="4572.0" cy="3763.7481240001507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 flipV="1">
            <a:off x="4777740.0" y="1915382.217996"/>
            <a:ext cx="4572.0" cy="3700.608803999843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 flipV="1">
            <a:off x="4782312.0" y="1911741.5664"/>
            <a:ext cx="4572.0" cy="3640.6515960001852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 flipV="1">
            <a:off x="4786884.0" y="1908158.0328"/>
            <a:ext cx="4572.0" cy="3583.533599999966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 flipV="1">
            <a:off x="4791456.0" y="1904628.906"/>
            <a:ext cx="4572.0" cy="3529.126799999969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 flipV="1">
            <a:off x="4796028.0" y="1901151.456516"/>
            <a:ext cx="4572.0" cy="3477.4494839999825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 flipV="1">
            <a:off x="4800600.0" y="1897722.781128"/>
            <a:ext cx="4572.0" cy="3428.675387999974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 flipV="1">
            <a:off x="4805172.0" y="1894340.1092039999"/>
            <a:ext cx="4572.0" cy="3382.6719240001403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 flipV="1">
            <a:off x="4809744.0" y="1891000.7524080002"/>
            <a:ext cx="4572.0" cy="3339.356795999687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 flipV="1">
            <a:off x="4814316.0" y="1887702.045264"/>
            <a:ext cx="4572.0" cy="3298.707144000102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 flipV="1">
            <a:off x="4818888.0" y="1884440.974824"/>
            <a:ext cx="4572.0" cy="3261.070440000156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 flipV="1">
            <a:off x="4823460.0" y="1881214.6515839999"/>
            <a:ext cx="4572.0" cy="3226.323240000056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 flipV="1">
            <a:off x="4828032.0" y="1878020.25462"/>
            <a:ext cx="4572.0" cy="3194.3969639998395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 flipV="1">
            <a:off x="4832604.0" y="1874855.004156"/>
            <a:ext cx="4572.0" cy="3165.2504640000407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 flipV="1">
            <a:off x="4837176.0" y="1871716.156992"/>
            <a:ext cx="4572.0" cy="3138.847163999919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 flipV="1">
            <a:off x="4841748.0" y="1868601.001932"/>
            <a:ext cx="4572.0" cy="3115.155060000019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 flipV="1">
            <a:off x="4846320.0" y="1865506.887216"/>
            <a:ext cx="4572.0" cy="3094.1147160001565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 flipV="1">
            <a:off x="4850892.0" y="1862431.664004"/>
            <a:ext cx="4572.0" cy="3075.2232119999826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 flipV="1">
            <a:off x="4855464.0" y="1859373.2840399998"/>
            <a:ext cx="4572.0" cy="3058.37996400008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 flipV="1">
            <a:off x="4860036.0" y="1856329.836228"/>
            <a:ext cx="4572.0" cy="3043.447811999824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 flipV="1">
            <a:off x="4864608.0" y="1853299.546632"/>
            <a:ext cx="4572.0" cy="3030.289595999988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 flipV="1">
            <a:off x="4869180.0" y="1850280.723612"/>
            <a:ext cx="4572.0" cy="3018.8230200000107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 flipV="1">
            <a:off x="4873752.0" y="1847271.81726"/>
            <a:ext cx="4572.0" cy="3008.906352000078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 flipV="1">
            <a:off x="4878324.0" y="1844271.798876"/>
            <a:ext cx="4572.0" cy="3000.018383999821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 flipV="1">
            <a:off x="4882896.0" y="1841279.75406"/>
            <a:ext cx="4572.0" cy="2992.0448160001542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 flipV="1">
            <a:off x="4887468.0" y="1838294.7867"/>
            <a:ext cx="4572.0" cy="2984.9673599998932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 flipV="1">
            <a:off x="4892040.0" y="1835316.028116"/>
            <a:ext cx="4572.0" cy="2978.7585840001702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 flipV="1">
            <a:off x="4896612.0" y="1832342.63706"/>
            <a:ext cx="4572.0" cy="2973.3910559997894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 flipV="1">
            <a:off x="4901184.0" y="1829373.80886"/>
            <a:ext cx="4572.0" cy="2968.8282000001054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 flipV="1">
            <a:off x="4905756.0" y="1826408.853144"/>
            <a:ext cx="4572.0" cy="2964.9557159999385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 57"/>
          <p:cNvCxnSpPr/>
          <p:nvPr/>
        </p:nvCxnSpPr>
        <p:spPr>
          <a:xfrm flipV="1">
            <a:off x="4910328.0" y="1823447.1389759998"/>
            <a:ext cx="4572.0" cy="2961.714168000268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Connector 58"/>
          <p:cNvCxnSpPr/>
          <p:nvPr/>
        </p:nvCxnSpPr>
        <p:spPr>
          <a:xfrm flipV="1">
            <a:off x="4914900.0" y="1820488.1085720002"/>
            <a:ext cx="4572.0" cy="2959.0304039996117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Connector 59"/>
          <p:cNvCxnSpPr/>
          <p:nvPr/>
        </p:nvCxnSpPr>
        <p:spPr>
          <a:xfrm flipV="1">
            <a:off x="4919472.0" y="1817531.2910159999"/>
            <a:ext cx="4572.0" cy="2956.8175560003147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Connector 60"/>
          <p:cNvCxnSpPr/>
          <p:nvPr/>
        </p:nvCxnSpPr>
        <p:spPr>
          <a:xfrm flipV="1">
            <a:off x="4924044.0" y="1814576.238252"/>
            <a:ext cx="4572.0" cy="2955.0527639999054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Connector 61"/>
          <p:cNvCxnSpPr/>
          <p:nvPr/>
        </p:nvCxnSpPr>
        <p:spPr>
          <a:xfrm flipV="1">
            <a:off x="4928616.0" y="1811622.543372"/>
            <a:ext cx="4572.0" cy="2953.69487999985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Connector 62"/>
          <p:cNvCxnSpPr/>
          <p:nvPr/>
        </p:nvCxnSpPr>
        <p:spPr>
          <a:xfrm flipV="1">
            <a:off x="4933188.0" y="1808669.813184"/>
            <a:ext cx="4572.0" cy="2952.730188000016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Connector 63"/>
          <p:cNvCxnSpPr/>
          <p:nvPr/>
        </p:nvCxnSpPr>
        <p:spPr>
          <a:xfrm flipV="1">
            <a:off x="4937760.0" y="1805717.66364"/>
            <a:ext cx="4572.0" cy="2952.14954400016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Connector 64"/>
          <p:cNvCxnSpPr/>
          <p:nvPr/>
        </p:nvCxnSpPr>
        <p:spPr>
          <a:xfrm flipV="1">
            <a:off x="4942332.0" y="1802765.7289800001"/>
            <a:ext cx="4572.0" cy="2951.9346599997953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Connector 65"/>
          <p:cNvCxnSpPr/>
          <p:nvPr/>
        </p:nvCxnSpPr>
        <p:spPr>
          <a:xfrm flipV="1">
            <a:off x="4946904.0" y="1799813.652588"/>
            <a:ext cx="4572.0" cy="2952.0763920000754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Connector 66"/>
          <p:cNvCxnSpPr/>
          <p:nvPr/>
        </p:nvCxnSpPr>
        <p:spPr>
          <a:xfrm flipV="1">
            <a:off x="4951476.0" y="1796861.086992"/>
            <a:ext cx="4572.0" cy="2952.5655960000586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Connector 67"/>
          <p:cNvCxnSpPr/>
          <p:nvPr/>
        </p:nvCxnSpPr>
        <p:spPr>
          <a:xfrm flipV="1">
            <a:off x="4956048.0" y="1793907.68472"/>
            <a:ext cx="4572.0" cy="2953.4022719999775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Connector 68"/>
          <p:cNvCxnSpPr/>
          <p:nvPr/>
        </p:nvCxnSpPr>
        <p:spPr>
          <a:xfrm flipV="1">
            <a:off x="4960620.0" y="1790953.12116"/>
            <a:ext cx="4572.0" cy="2954.5635599999223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Connector 69"/>
          <p:cNvCxnSpPr/>
          <p:nvPr/>
        </p:nvCxnSpPr>
        <p:spPr>
          <a:xfrm flipV="1">
            <a:off x="4965192.0" y="1787997.080844"/>
            <a:ext cx="4572.0" cy="2956.040316000115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Connector 70"/>
          <p:cNvCxnSpPr/>
          <p:nvPr/>
        </p:nvCxnSpPr>
        <p:spPr>
          <a:xfrm flipV="1">
            <a:off x="4969764.0" y="1785039.26202"/>
            <a:ext cx="4572.0" cy="2957.818823999958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Connector 71"/>
          <p:cNvCxnSpPr/>
          <p:nvPr/>
        </p:nvCxnSpPr>
        <p:spPr>
          <a:xfrm flipV="1">
            <a:off x="4974336.0" y="1782079.367508"/>
            <a:ext cx="4572.0" cy="2959.894512000028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Connector 72"/>
          <p:cNvCxnSpPr/>
          <p:nvPr/>
        </p:nvCxnSpPr>
        <p:spPr>
          <a:xfrm flipV="1">
            <a:off x="4978908.0" y="1779117.109272"/>
            <a:ext cx="4572.0" cy="2962.2582360000815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Connector 73"/>
          <p:cNvCxnSpPr/>
          <p:nvPr/>
        </p:nvCxnSpPr>
        <p:spPr>
          <a:xfrm flipV="1">
            <a:off x="4983480.0" y="1776152.212992"/>
            <a:ext cx="4572.0" cy="2964.8962799999863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" name="Connector 74"/>
          <p:cNvCxnSpPr/>
          <p:nvPr/>
        </p:nvCxnSpPr>
        <p:spPr>
          <a:xfrm flipV="1">
            <a:off x="4988052.0" y="1773184.404348"/>
            <a:ext cx="4572.0" cy="2967.808643999975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Connector 75"/>
          <p:cNvCxnSpPr/>
          <p:nvPr/>
        </p:nvCxnSpPr>
        <p:spPr>
          <a:xfrm flipV="1">
            <a:off x="4992624.0" y="1770213.43188"/>
            <a:ext cx="4572.0" cy="2970.9724679999053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" name="Connector 76"/>
          <p:cNvCxnSpPr/>
          <p:nvPr/>
        </p:nvCxnSpPr>
        <p:spPr>
          <a:xfrm flipV="1">
            <a:off x="4997196.0" y="1767239.021268"/>
            <a:ext cx="4572.0" cy="2974.4106120001525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" name="Connector 77"/>
          <p:cNvCxnSpPr/>
          <p:nvPr/>
        </p:nvCxnSpPr>
        <p:spPr>
          <a:xfrm flipV="1">
            <a:off x="5001768.0" y="1764260.925624"/>
            <a:ext cx="4572.0" cy="2978.0956439999864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" name="Connector 78"/>
          <p:cNvCxnSpPr/>
          <p:nvPr/>
        </p:nvCxnSpPr>
        <p:spPr>
          <a:xfrm flipV="1">
            <a:off x="5006340.0" y="1761278.907204"/>
            <a:ext cx="4572.0" cy="2982.018419999862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" name="Connector 79"/>
          <p:cNvCxnSpPr/>
          <p:nvPr/>
        </p:nvCxnSpPr>
        <p:spPr>
          <a:xfrm flipV="1">
            <a:off x="5010912.0" y="1758292.71912"/>
            <a:ext cx="4572.0" cy="2986.188084000023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" name="Connector 80"/>
          <p:cNvCxnSpPr/>
          <p:nvPr/>
        </p:nvCxnSpPr>
        <p:spPr>
          <a:xfrm flipV="1">
            <a:off x="5015484.0" y="1755302.17392"/>
            <a:ext cx="4572.0" cy="2990.5452000000514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" name="Connector 81"/>
          <p:cNvCxnSpPr/>
          <p:nvPr/>
        </p:nvCxnSpPr>
        <p:spPr>
          <a:xfrm flipV="1">
            <a:off x="5020056.0" y="1752307.1481599999"/>
            <a:ext cx="4572.0" cy="2995.025760000106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3" name="Connector 82"/>
          <p:cNvCxnSpPr/>
          <p:nvPr/>
        </p:nvCxnSpPr>
        <p:spPr>
          <a:xfrm flipV="1">
            <a:off x="5024628.0" y="1749307.5504"/>
            <a:ext cx="4572.0" cy="2999.5977599998005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" name="Connector 83"/>
          <p:cNvCxnSpPr/>
          <p:nvPr/>
        </p:nvCxnSpPr>
        <p:spPr>
          <a:xfrm flipV="1">
            <a:off x="5029200.0" y="1746303.26634"/>
            <a:ext cx="4572.0" cy="3004.2840599999763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" name="Connector 84"/>
          <p:cNvCxnSpPr/>
          <p:nvPr/>
        </p:nvCxnSpPr>
        <p:spPr>
          <a:xfrm flipV="1">
            <a:off x="5033772.0" y="1743294.195396"/>
            <a:ext cx="4572.0" cy="3009.0709440000355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6" name="Connector 85"/>
          <p:cNvCxnSpPr/>
          <p:nvPr/>
        </p:nvCxnSpPr>
        <p:spPr>
          <a:xfrm flipV="1">
            <a:off x="5038344.0" y="1740280.2461279999"/>
            <a:ext cx="4572.0" cy="3013.9492680002004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7" name="Connector 86"/>
          <p:cNvCxnSpPr/>
          <p:nvPr/>
        </p:nvCxnSpPr>
        <p:spPr>
          <a:xfrm flipV="1">
            <a:off x="5042916.0" y="1737261.33624"/>
            <a:ext cx="4572.0" cy="3018.909887999762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8" name="Connector 87"/>
          <p:cNvCxnSpPr/>
          <p:nvPr/>
        </p:nvCxnSpPr>
        <p:spPr>
          <a:xfrm flipV="1">
            <a:off x="5047488.0" y="1734237.383436"/>
            <a:ext cx="4572.0" cy="3023.952804000117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9" name="Connector 88"/>
          <p:cNvCxnSpPr/>
          <p:nvPr/>
        </p:nvCxnSpPr>
        <p:spPr>
          <a:xfrm flipV="1">
            <a:off x="5052060.0" y="1731208.309992"/>
            <a:ext cx="4572.0" cy="3029.0734439999796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" name="Connector 89"/>
          <p:cNvCxnSpPr/>
          <p:nvPr/>
        </p:nvCxnSpPr>
        <p:spPr>
          <a:xfrm flipV="1">
            <a:off x="5056632.0" y="1728174.02904"/>
            <a:ext cx="4572.0" cy="3034.280952000059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1" name="Connector 90"/>
          <p:cNvCxnSpPr/>
          <p:nvPr/>
        </p:nvCxnSpPr>
        <p:spPr>
          <a:xfrm flipV="1">
            <a:off x="5061204.0" y="1725134.4811439998"/>
            <a:ext cx="4572.0" cy="3039.547896000091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2" name="Connector 91"/>
          <p:cNvCxnSpPr/>
          <p:nvPr/>
        </p:nvCxnSpPr>
        <p:spPr>
          <a:xfrm flipV="1">
            <a:off x="5065776.0" y="1722089.52"/>
            <a:ext cx="4572.0" cy="3044.961143999826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3" name="Connector 92"/>
          <p:cNvCxnSpPr/>
          <p:nvPr/>
        </p:nvCxnSpPr>
        <p:spPr>
          <a:xfrm flipV="1">
            <a:off x="5070348.0" y="1719039.0633120001"/>
            <a:ext cx="4572.0" cy="3050.4566879998893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4" name="Connector 93"/>
          <p:cNvCxnSpPr/>
          <p:nvPr/>
        </p:nvCxnSpPr>
        <p:spPr>
          <a:xfrm flipV="1">
            <a:off x="5074920.0" y="1715983.0287839998"/>
            <a:ext cx="4572.0" cy="3056.0345280002803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5" name="Connector 94"/>
          <p:cNvCxnSpPr/>
          <p:nvPr/>
        </p:nvCxnSpPr>
        <p:spPr>
          <a:xfrm flipV="1">
            <a:off x="5079492.0" y="1712921.320404"/>
            <a:ext cx="4572.0" cy="3061.7083799997345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6" name="Connector 95"/>
          <p:cNvCxnSpPr/>
          <p:nvPr/>
        </p:nvCxnSpPr>
        <p:spPr>
          <a:xfrm flipV="1">
            <a:off x="5084064.0" y="1709853.851304"/>
            <a:ext cx="4572.0" cy="3067.469100000104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7" name="Connector 96"/>
          <p:cNvCxnSpPr/>
          <p:nvPr/>
        </p:nvCxnSpPr>
        <p:spPr>
          <a:xfrm flipV="1">
            <a:off x="5088636.0" y="1706780.557476"/>
            <a:ext cx="4572.0" cy="3073.2938280000817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8" name="Connector 97"/>
          <p:cNvCxnSpPr/>
          <p:nvPr/>
        </p:nvCxnSpPr>
        <p:spPr>
          <a:xfrm flipV="1">
            <a:off x="5093208.0" y="1703701.3977720002"/>
            <a:ext cx="4572.0" cy="3079.1597039997578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9" name="Connector 98"/>
          <p:cNvCxnSpPr/>
          <p:nvPr/>
        </p:nvCxnSpPr>
        <p:spPr>
          <a:xfrm flipV="1">
            <a:off x="5097780.0" y="1700616.317328"/>
            <a:ext cx="4572.0" cy="3085.0804440001957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0" name="Connector 99"/>
          <p:cNvCxnSpPr/>
          <p:nvPr/>
        </p:nvCxnSpPr>
        <p:spPr>
          <a:xfrm flipV="1">
            <a:off x="5102352.0" y="1697525.26128"/>
            <a:ext cx="4572.0" cy="3091.0560479999986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1" name="Connector 100"/>
          <p:cNvCxnSpPr/>
          <p:nvPr/>
        </p:nvCxnSpPr>
        <p:spPr>
          <a:xfrm flipV="1">
            <a:off x="5106924.0" y="1694428.18848"/>
            <a:ext cx="4572.0" cy="3097.0727999999654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2" name="Connector 101"/>
          <p:cNvCxnSpPr/>
          <p:nvPr/>
        </p:nvCxnSpPr>
        <p:spPr>
          <a:xfrm flipV="1">
            <a:off x="5111496.0" y="1691325.0623519998"/>
            <a:ext cx="4572.0" cy="3103.1261280002072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3" name="Connector 102"/>
          <p:cNvCxnSpPr/>
          <p:nvPr/>
        </p:nvCxnSpPr>
        <p:spPr>
          <a:xfrm flipV="1">
            <a:off x="5116068.0" y="1688215.84632"/>
            <a:ext cx="4572.0" cy="3109.216031999793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4" name="Connector 103"/>
          <p:cNvCxnSpPr/>
          <p:nvPr/>
        </p:nvCxnSpPr>
        <p:spPr>
          <a:xfrm flipV="1">
            <a:off x="5120640.0" y="1685100.50838"/>
            <a:ext cx="4572.0" cy="3115.3379399999976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5" name="Connector 104"/>
          <p:cNvCxnSpPr/>
          <p:nvPr/>
        </p:nvCxnSpPr>
        <p:spPr>
          <a:xfrm flipV="1">
            <a:off x="5125212.0" y="1681979.0211"/>
            <a:ext cx="4572.0" cy="3121.487280000001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6" name="Connector 105"/>
          <p:cNvCxnSpPr/>
          <p:nvPr/>
        </p:nvCxnSpPr>
        <p:spPr>
          <a:xfrm flipV="1">
            <a:off x="5129784.0" y="1678851.357048"/>
            <a:ext cx="4572.0" cy="3127.6640520000365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7" name="Connector 106"/>
          <p:cNvCxnSpPr/>
          <p:nvPr/>
        </p:nvCxnSpPr>
        <p:spPr>
          <a:xfrm flipV="1">
            <a:off x="5134356.0" y="1675717.493364"/>
            <a:ext cx="4572.0" cy="3133.8636839999817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8" name="Connector 107"/>
          <p:cNvCxnSpPr/>
          <p:nvPr/>
        </p:nvCxnSpPr>
        <p:spPr>
          <a:xfrm flipV="1">
            <a:off x="5138928.0" y="1672577.41176"/>
            <a:ext cx="4572.0" cy="3140.081603999948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9" name="Connector 108"/>
          <p:cNvCxnSpPr/>
          <p:nvPr/>
        </p:nvCxnSpPr>
        <p:spPr>
          <a:xfrm flipV="1">
            <a:off x="5143500.0" y="1669431.09852"/>
            <a:ext cx="4572.0" cy="3146.313240000047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0" name="Connector 109"/>
          <p:cNvCxnSpPr/>
          <p:nvPr/>
        </p:nvCxnSpPr>
        <p:spPr>
          <a:xfrm flipV="1">
            <a:off x="5148072.0" y="1666278.535356"/>
            <a:ext cx="4572.0" cy="3152.5631639999337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1" name="Connector 110"/>
          <p:cNvCxnSpPr/>
          <p:nvPr/>
        </p:nvCxnSpPr>
        <p:spPr>
          <a:xfrm flipV="1">
            <a:off x="5152644.0" y="1663119.6994079999"/>
            <a:ext cx="4572.0" cy="3158.8359480001964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2" name="Connector 111"/>
          <p:cNvCxnSpPr/>
          <p:nvPr/>
        </p:nvCxnSpPr>
        <p:spPr>
          <a:xfrm flipV="1">
            <a:off x="5157216.0" y="1659954.5723879999"/>
            <a:ext cx="4572.0" cy="3165.1270200000145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3" name="Connector 112"/>
          <p:cNvCxnSpPr/>
          <p:nvPr/>
        </p:nvCxnSpPr>
        <p:spPr>
          <a:xfrm flipV="1">
            <a:off x="5161788.0" y="1656783.072"/>
            <a:ext cx="4572.0" cy="3171.5003879999276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4" name="Connector 113"/>
          <p:cNvCxnSpPr/>
          <p:nvPr/>
        </p:nvCxnSpPr>
        <p:spPr>
          <a:xfrm flipV="1">
            <a:off x="5166360.0" y="1653605.2165319999"/>
            <a:ext cx="4572.0" cy="3177.8554680000525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5" name="Connector 114"/>
          <p:cNvCxnSpPr/>
          <p:nvPr/>
        </p:nvCxnSpPr>
        <p:spPr>
          <a:xfrm flipV="1">
            <a:off x="5170932.0" y="1650420.9739799998"/>
            <a:ext cx="4572.0" cy="3184.242552000098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6" name="Connector 115"/>
          <p:cNvCxnSpPr/>
          <p:nvPr/>
        </p:nvCxnSpPr>
        <p:spPr>
          <a:xfrm flipV="1">
            <a:off x="5175504.0" y="1647230.3306280002"/>
            <a:ext cx="4572.0" cy="3190.643351999577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7" name="Connector 116"/>
          <p:cNvCxnSpPr/>
          <p:nvPr/>
        </p:nvCxnSpPr>
        <p:spPr>
          <a:xfrm flipV="1">
            <a:off x="5180076.0" y="1644033.2681880002"/>
            <a:ext cx="4572.0" cy="3197.062440000009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8" name="Connector 117"/>
          <p:cNvCxnSpPr/>
          <p:nvPr/>
        </p:nvCxnSpPr>
        <p:spPr>
          <a:xfrm flipV="1">
            <a:off x="5184648.0" y="1640829.768372"/>
            <a:ext cx="4572.0" cy="3203.4998160002287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9" name="Connector 118"/>
          <p:cNvCxnSpPr/>
          <p:nvPr/>
        </p:nvCxnSpPr>
        <p:spPr>
          <a:xfrm flipV="1">
            <a:off x="5189220.0" y="1637619.817464"/>
            <a:ext cx="4572.0" cy="3209.9509079998825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0" name="Connector 119"/>
          <p:cNvCxnSpPr/>
          <p:nvPr/>
        </p:nvCxnSpPr>
        <p:spPr>
          <a:xfrm flipV="1">
            <a:off x="5193792.0" y="1634403.40632"/>
            <a:ext cx="4572.0" cy="3216.4111440000124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1" name="Connector 120"/>
          <p:cNvCxnSpPr/>
          <p:nvPr/>
        </p:nvCxnSpPr>
        <p:spPr>
          <a:xfrm flipV="1">
            <a:off x="5198364.0" y="1631180.5166520001"/>
            <a:ext cx="4572.0" cy="3222.8896679999307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2" name="Connector 121"/>
          <p:cNvCxnSpPr/>
          <p:nvPr/>
        </p:nvCxnSpPr>
        <p:spPr>
          <a:xfrm flipV="1">
            <a:off x="5202936.0" y="1627951.134744"/>
            <a:ext cx="4572.0" cy="3229.381908000214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3" name="Connector 122"/>
          <p:cNvCxnSpPr/>
          <p:nvPr/>
        </p:nvCxnSpPr>
        <p:spPr>
          <a:xfrm flipV="1">
            <a:off x="5207508.0" y="1624715.24688"/>
            <a:ext cx="4572.0" cy="3235.887863999931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4" name="Connector 123"/>
          <p:cNvCxnSpPr/>
          <p:nvPr/>
        </p:nvCxnSpPr>
        <p:spPr>
          <a:xfrm flipV="1">
            <a:off x="5212080.0" y="1621472.8484880002"/>
            <a:ext cx="4572.0" cy="3242.39839199977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5" name="Connector 124"/>
          <p:cNvCxnSpPr/>
          <p:nvPr/>
        </p:nvCxnSpPr>
        <p:spPr>
          <a:xfrm flipV="1">
            <a:off x="5216652.0" y="1618223.9258519998"/>
            <a:ext cx="4572.0" cy="3248.9226360004395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6" name="Connector 125"/>
          <p:cNvCxnSpPr/>
          <p:nvPr/>
        </p:nvCxnSpPr>
        <p:spPr>
          <a:xfrm flipV="1">
            <a:off x="5221224.0" y="1614968.478972"/>
            <a:ext cx="4572.0" cy="3255.446879999712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7" name="Connector 126"/>
          <p:cNvCxnSpPr/>
          <p:nvPr/>
        </p:nvCxnSpPr>
        <p:spPr>
          <a:xfrm flipV="1">
            <a:off x="5225796.0" y="1611706.4895600001"/>
            <a:ext cx="4572.0" cy="3261.989411999937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8" name="Connector 127"/>
          <p:cNvCxnSpPr/>
          <p:nvPr/>
        </p:nvCxnSpPr>
        <p:spPr>
          <a:xfrm flipV="1">
            <a:off x="5230368.0" y="1608437.957616"/>
            <a:ext cx="4572.0" cy="3268.531944000162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9" name="Connector 128"/>
          <p:cNvCxnSpPr/>
          <p:nvPr/>
        </p:nvCxnSpPr>
        <p:spPr>
          <a:xfrm flipV="1">
            <a:off x="5234940.0" y="1605162.8785680002"/>
            <a:ext cx="4572.0" cy="3275.0790479998104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0" name="Connector 129"/>
          <p:cNvCxnSpPr/>
          <p:nvPr/>
        </p:nvCxnSpPr>
        <p:spPr>
          <a:xfrm flipV="1">
            <a:off x="5239512.0" y="1601881.234128"/>
            <a:ext cx="4572.0" cy="3281.6444400001783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1" name="Connector 130"/>
          <p:cNvCxnSpPr/>
          <p:nvPr/>
        </p:nvCxnSpPr>
        <p:spPr>
          <a:xfrm flipV="1">
            <a:off x="5244084.0" y="1598593.03344"/>
            <a:ext cx="4572.0" cy="3288.20068800007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2" name="Connector 131"/>
          <p:cNvCxnSpPr/>
          <p:nvPr/>
        </p:nvCxnSpPr>
        <p:spPr>
          <a:xfrm flipV="1">
            <a:off x="5248656.0" y="1595298.262788"/>
            <a:ext cx="4572.0" cy="3294.770651999861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3" name="Connector 132"/>
          <p:cNvCxnSpPr/>
          <p:nvPr/>
        </p:nvCxnSpPr>
        <p:spPr>
          <a:xfrm flipV="1">
            <a:off x="5253228.0" y="1591996.9175999998"/>
            <a:ext cx="4572.0" cy="3301.3451880002394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4" name="Connector 133"/>
          <p:cNvCxnSpPr/>
          <p:nvPr/>
        </p:nvCxnSpPr>
        <p:spPr>
          <a:xfrm flipV="1">
            <a:off x="5257800.0" y="1588688.9887319999"/>
            <a:ext cx="4572.0" cy="3307.92886799993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5" name="Connector 134"/>
          <p:cNvCxnSpPr/>
          <p:nvPr/>
        </p:nvCxnSpPr>
        <p:spPr>
          <a:xfrm flipV="1">
            <a:off x="5262372.0" y="1585374.46704"/>
            <a:ext cx="4572.0" cy="3314.521691999864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6" name="Connector 135"/>
          <p:cNvCxnSpPr/>
          <p:nvPr/>
        </p:nvCxnSpPr>
        <p:spPr>
          <a:xfrm flipV="1">
            <a:off x="5266944.0" y="1582053.3479519999"/>
            <a:ext cx="4572.0" cy="3321.1190880001523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7" name="Connector 136"/>
          <p:cNvCxnSpPr/>
          <p:nvPr/>
        </p:nvCxnSpPr>
        <p:spPr>
          <a:xfrm flipV="1">
            <a:off x="5271516.0" y="1578725.626896"/>
            <a:ext cx="4572.0" cy="3327.721055999864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8" name="Connector 137"/>
          <p:cNvCxnSpPr/>
          <p:nvPr/>
        </p:nvCxnSpPr>
        <p:spPr>
          <a:xfrm flipV="1">
            <a:off x="5276088.0" y="1575391.2901559998"/>
            <a:ext cx="4572.0" cy="3334.3367400001734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9" name="Connector 138"/>
          <p:cNvCxnSpPr/>
          <p:nvPr/>
        </p:nvCxnSpPr>
        <p:spPr>
          <a:xfrm flipV="1">
            <a:off x="5280660.0" y="1572050.337732"/>
            <a:ext cx="4572.0" cy="3340.9524239997845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0" name="Connector 139"/>
          <p:cNvCxnSpPr/>
          <p:nvPr/>
        </p:nvCxnSpPr>
        <p:spPr>
          <a:xfrm flipV="1">
            <a:off x="5285232.0" y="1568702.76048"/>
            <a:ext cx="4572.0" cy="3347.5772520001046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1" name="Connector 140"/>
          <p:cNvCxnSpPr/>
          <p:nvPr/>
        </p:nvCxnSpPr>
        <p:spPr>
          <a:xfrm flipV="1">
            <a:off x="5289804.0" y="1565348.5629719999"/>
            <a:ext cx="4572.0" cy="3354.1975080000702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2" name="Connector 141"/>
          <p:cNvCxnSpPr/>
          <p:nvPr/>
        </p:nvCxnSpPr>
        <p:spPr>
          <a:xfrm flipV="1">
            <a:off x="5294376.0" y="1561987.731492"/>
            <a:ext cx="4572.0" cy="3360.8314799999353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3" name="Connector 142"/>
          <p:cNvCxnSpPr/>
          <p:nvPr/>
        </p:nvCxnSpPr>
        <p:spPr>
          <a:xfrm flipV="1">
            <a:off x="5298948.0" y="1558620.2660400001"/>
            <a:ext cx="4572.0" cy="3367.4654519998003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4" name="Connector 143"/>
          <p:cNvCxnSpPr/>
          <p:nvPr/>
        </p:nvCxnSpPr>
        <p:spPr>
          <a:xfrm flipV="1">
            <a:off x="5303520.0" y="1555246.148328"/>
            <a:ext cx="4572.0" cy="3374.117712000152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5" name="Connector 144"/>
          <p:cNvCxnSpPr/>
          <p:nvPr/>
        </p:nvCxnSpPr>
        <p:spPr>
          <a:xfrm flipV="1">
            <a:off x="5308092.0" y="1551865.382928"/>
            <a:ext cx="4572.0" cy="3380.7653999999166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6" name="Connector 145"/>
          <p:cNvCxnSpPr/>
          <p:nvPr/>
        </p:nvCxnSpPr>
        <p:spPr>
          <a:xfrm flipV="1">
            <a:off x="5312664.0" y="1548477.9606960001"/>
            <a:ext cx="4572.0" cy="3387.4222319999244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7" name="Connector 146"/>
          <p:cNvCxnSpPr/>
          <p:nvPr/>
        </p:nvCxnSpPr>
        <p:spPr>
          <a:xfrm flipV="1">
            <a:off x="5317236.0" y="1545083.872488"/>
            <a:ext cx="4572.0" cy="3394.0882080001757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8" name="Connector 147"/>
          <p:cNvCxnSpPr/>
          <p:nvPr/>
        </p:nvCxnSpPr>
        <p:spPr>
          <a:xfrm flipV="1">
            <a:off x="5321808.0" y="1541683.1183039998"/>
            <a:ext cx="4572.0" cy="3400.754184000194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9" name="Connector 148"/>
          <p:cNvCxnSpPr/>
          <p:nvPr/>
        </p:nvCxnSpPr>
        <p:spPr>
          <a:xfrm flipV="1">
            <a:off x="5326380.0" y="1538275.689"/>
            <a:ext cx="4572.0" cy="3407.4293039997574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0" name="Connector 149"/>
          <p:cNvCxnSpPr/>
          <p:nvPr/>
        </p:nvCxnSpPr>
        <p:spPr>
          <a:xfrm flipV="1">
            <a:off x="5330952.0" y="1534861.534284"/>
            <a:ext cx="4572.0" cy="3414.154715999961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1" name="Connector 150"/>
          <p:cNvCxnSpPr/>
          <p:nvPr/>
        </p:nvCxnSpPr>
        <p:spPr>
          <a:xfrm flipV="1">
            <a:off x="5335524.0" y="1531440.654156"/>
            <a:ext cx="4572.0" cy="3420.8801280001644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2" name="Connector 151"/>
          <p:cNvCxnSpPr/>
          <p:nvPr/>
        </p:nvCxnSpPr>
        <p:spPr>
          <a:xfrm flipV="1">
            <a:off x="5340096.0" y="1528013.0348999999"/>
            <a:ext cx="4572.0" cy="3427.6192560000345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3" name="Connector 152"/>
          <p:cNvCxnSpPr/>
          <p:nvPr/>
        </p:nvCxnSpPr>
        <p:spPr>
          <a:xfrm flipV="1">
            <a:off x="5344668.0" y="1524578.6765160002"/>
            <a:ext cx="4572.0" cy="3434.358383999672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4" name="Connector 153"/>
          <p:cNvCxnSpPr/>
          <p:nvPr/>
        </p:nvCxnSpPr>
        <p:spPr>
          <a:xfrm flipV="1">
            <a:off x="5349240.0" y="1521137.56986"/>
            <a:ext cx="4572.0" cy="3441.106656000251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5" name="Connector 154"/>
          <p:cNvCxnSpPr/>
          <p:nvPr/>
        </p:nvCxnSpPr>
        <p:spPr>
          <a:xfrm flipV="1">
            <a:off x="5353812.0" y="1517689.71036"/>
            <a:ext cx="4572.0" cy="3447.8595000000205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6" name="Connector 155"/>
          <p:cNvCxnSpPr/>
          <p:nvPr/>
        </p:nvCxnSpPr>
        <p:spPr>
          <a:xfrm flipV="1">
            <a:off x="5358384.0" y="1514235.088872"/>
            <a:ext cx="4572.0" cy="3454.6214879998006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7" name="Connector 156"/>
          <p:cNvCxnSpPr/>
          <p:nvPr/>
        </p:nvCxnSpPr>
        <p:spPr>
          <a:xfrm flipV="1">
            <a:off x="5362956.0" y="1510773.705396"/>
            <a:ext cx="4572.0" cy="3461.3834760000464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8" name="Connector 157"/>
          <p:cNvCxnSpPr/>
          <p:nvPr/>
        </p:nvCxnSpPr>
        <p:spPr>
          <a:xfrm flipV="1">
            <a:off x="5367528.0" y="1507305.55536"/>
            <a:ext cx="4572.0" cy="3468.150035999948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9" name="Connector 158"/>
          <p:cNvCxnSpPr/>
          <p:nvPr/>
        </p:nvCxnSpPr>
        <p:spPr>
          <a:xfrm flipV="1">
            <a:off x="5372100.0" y="1503830.62962"/>
            <a:ext cx="4572.0" cy="3474.9257400000934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0" name="Connector 159"/>
          <p:cNvCxnSpPr/>
          <p:nvPr/>
        </p:nvCxnSpPr>
        <p:spPr>
          <a:xfrm flipV="1">
            <a:off x="5376672.0" y="1500348.932748"/>
            <a:ext cx="4572.0" cy="3481.696872000117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1" name="Connector 160"/>
          <p:cNvCxnSpPr/>
          <p:nvPr/>
        </p:nvCxnSpPr>
        <p:spPr>
          <a:xfrm flipV="1">
            <a:off x="5381244.0" y="1496860.4510279999"/>
            <a:ext cx="4572.0" cy="3488.48172000004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2" name="Connector 161"/>
          <p:cNvCxnSpPr/>
          <p:nvPr/>
        </p:nvCxnSpPr>
        <p:spPr>
          <a:xfrm flipV="1">
            <a:off x="5385816.0" y="1493365.18446"/>
            <a:ext cx="4572.0" cy="3495.2665679999627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3" name="Connector 162"/>
          <p:cNvCxnSpPr/>
          <p:nvPr/>
        </p:nvCxnSpPr>
        <p:spPr>
          <a:xfrm flipV="1">
            <a:off x="5390388.0" y="1489863.128472"/>
            <a:ext cx="4572.0" cy="3502.0559880000073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4" name="Connector 163"/>
          <p:cNvCxnSpPr/>
          <p:nvPr/>
        </p:nvCxnSpPr>
        <p:spPr>
          <a:xfrm flipV="1">
            <a:off x="5394960.0" y="1486354.27392"/>
            <a:ext cx="4572.0" cy="3508.8545519998297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5" name="Connector 164"/>
          <p:cNvCxnSpPr/>
          <p:nvPr/>
        </p:nvCxnSpPr>
        <p:spPr>
          <a:xfrm flipV="1">
            <a:off x="5399532.0" y="1482838.629948"/>
            <a:ext cx="4572.0" cy="3515.643972000107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6" name="Connector 165"/>
          <p:cNvCxnSpPr/>
          <p:nvPr/>
        </p:nvCxnSpPr>
        <p:spPr>
          <a:xfrm flipV="1">
            <a:off x="5404104.0" y="1479316.1874119998"/>
            <a:ext cx="4572.0" cy="3522.4425360001624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7" name="Connector 166"/>
          <p:cNvCxnSpPr/>
          <p:nvPr/>
        </p:nvCxnSpPr>
        <p:spPr>
          <a:xfrm flipV="1">
            <a:off x="5408676.0" y="1475786.937168"/>
            <a:ext cx="4572.0" cy="3529.2502439997625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8" name="Connector 167"/>
          <p:cNvCxnSpPr/>
          <p:nvPr/>
        </p:nvCxnSpPr>
        <p:spPr>
          <a:xfrm flipV="1">
            <a:off x="5413248.0" y="1472250.879216"/>
            <a:ext cx="4572.0" cy="3536.057952000061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9" name="Connector 168"/>
          <p:cNvCxnSpPr/>
          <p:nvPr/>
        </p:nvCxnSpPr>
        <p:spPr>
          <a:xfrm flipV="1">
            <a:off x="5417820.0" y="1468708.0089840002"/>
            <a:ext cx="4572.0" cy="3542.870231999783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0" name="Connector 169"/>
          <p:cNvCxnSpPr/>
          <p:nvPr/>
        </p:nvCxnSpPr>
        <p:spPr>
          <a:xfrm flipV="1">
            <a:off x="5422392.0" y="1465158.3219"/>
            <a:ext cx="4572.0" cy="3549.687084000092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1" name="Connector 170"/>
          <p:cNvCxnSpPr/>
          <p:nvPr/>
        </p:nvCxnSpPr>
        <p:spPr>
          <a:xfrm flipV="1">
            <a:off x="5426964.0" y="1461601.8088200002"/>
            <a:ext cx="4572.0" cy="3556.513079999946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2" name="Connector 171"/>
          <p:cNvCxnSpPr/>
          <p:nvPr/>
        </p:nvCxnSpPr>
        <p:spPr>
          <a:xfrm flipV="1">
            <a:off x="5431536.0" y="1458038.474316"/>
            <a:ext cx="4572.0" cy="3563.334504000144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3" name="Connector 172"/>
          <p:cNvCxnSpPr/>
          <p:nvPr/>
        </p:nvCxnSpPr>
        <p:spPr>
          <a:xfrm flipV="1">
            <a:off x="5436108.0" y="1454468.309244"/>
            <a:ext cx="4572.0" cy="3570.16507200012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4" name="Connector 173"/>
          <p:cNvCxnSpPr/>
          <p:nvPr/>
        </p:nvCxnSpPr>
        <p:spPr>
          <a:xfrm flipV="1">
            <a:off x="5440680.0" y="1450891.313604"/>
            <a:ext cx="4572.0" cy="3576.9956399998628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5" name="Connector 174"/>
          <p:cNvCxnSpPr/>
          <p:nvPr/>
        </p:nvCxnSpPr>
        <p:spPr>
          <a:xfrm flipV="1">
            <a:off x="5445252.0" y="1447307.4828239998"/>
            <a:ext cx="4572.0" cy="3583.830780000193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6" name="Connector 175"/>
          <p:cNvCxnSpPr/>
          <p:nvPr/>
        </p:nvCxnSpPr>
        <p:spPr>
          <a:xfrm flipV="1">
            <a:off x="5449824.0" y="1443716.816904"/>
            <a:ext cx="4572.0" cy="3590.665919999825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7" name="Connector 176"/>
          <p:cNvCxnSpPr/>
          <p:nvPr/>
        </p:nvCxnSpPr>
        <p:spPr>
          <a:xfrm flipV="1">
            <a:off x="5454396.0" y="1440119.311272"/>
            <a:ext cx="4572.0" cy="3597.505632000044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8" name="Connector 177"/>
          <p:cNvCxnSpPr/>
          <p:nvPr/>
        </p:nvCxnSpPr>
        <p:spPr>
          <a:xfrm flipV="1">
            <a:off x="5458968.0" y="1436514.9705"/>
            <a:ext cx="4572.0" cy="3604.3407719999086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9" name="Connector 178"/>
          <p:cNvCxnSpPr/>
          <p:nvPr/>
        </p:nvCxnSpPr>
        <p:spPr>
          <a:xfrm flipV="1">
            <a:off x="5463540.0" y="1432903.790016"/>
            <a:ext cx="4572.0" cy="3611.1804840001278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0" name="Connector 179"/>
          <p:cNvCxnSpPr/>
          <p:nvPr/>
        </p:nvCxnSpPr>
        <p:spPr>
          <a:xfrm flipV="1">
            <a:off x="5468112.0" y="1429285.76982"/>
            <a:ext cx="4572.0" cy="3618.0201959998813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1" name="Connector 180"/>
          <p:cNvCxnSpPr/>
          <p:nvPr/>
        </p:nvCxnSpPr>
        <p:spPr>
          <a:xfrm flipV="1">
            <a:off x="5472684.0" y="1425660.914484"/>
            <a:ext cx="4572.0" cy="3624.8553359999787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2" name="Connector 181"/>
          <p:cNvCxnSpPr/>
          <p:nvPr/>
        </p:nvCxnSpPr>
        <p:spPr>
          <a:xfrm flipV="1">
            <a:off x="5477256.0" y="1422029.224008"/>
            <a:ext cx="4572.0" cy="3631.690476000076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3" name="Connector 182"/>
          <p:cNvCxnSpPr/>
          <p:nvPr/>
        </p:nvCxnSpPr>
        <p:spPr>
          <a:xfrm flipV="1">
            <a:off x="5481828.0" y="1418390.698392"/>
            <a:ext cx="4572.0" cy="3638.525615999941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4" name="Connector 183"/>
          <p:cNvCxnSpPr/>
          <p:nvPr/>
        </p:nvCxnSpPr>
        <p:spPr>
          <a:xfrm flipV="1">
            <a:off x="5486400.0" y="1414745.337636"/>
            <a:ext cx="4572.0" cy="3645.3607560000382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5" name="Connector 184"/>
          <p:cNvCxnSpPr/>
          <p:nvPr/>
        </p:nvCxnSpPr>
        <p:spPr>
          <a:xfrm flipV="1">
            <a:off x="5490972.0" y="1411093.14174"/>
            <a:ext cx="4572.0" cy="3652.195895999903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6" name="Connector 185"/>
          <p:cNvCxnSpPr/>
          <p:nvPr/>
        </p:nvCxnSpPr>
        <p:spPr>
          <a:xfrm flipV="1">
            <a:off x="5495544.0" y="1407434.115276"/>
            <a:ext cx="4572.0" cy="3659.0264640001114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7" name="Connector 186"/>
          <p:cNvCxnSpPr/>
          <p:nvPr/>
        </p:nvCxnSpPr>
        <p:spPr>
          <a:xfrm flipV="1">
            <a:off x="5500116.0" y="1403768.253672"/>
            <a:ext cx="4572.0" cy="3665.861603999976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8" name="Connector 187"/>
          <p:cNvCxnSpPr/>
          <p:nvPr/>
        </p:nvCxnSpPr>
        <p:spPr>
          <a:xfrm flipV="1">
            <a:off x="5504688.0" y="1400095.5615"/>
            <a:ext cx="4572.0" cy="3672.692171999952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9" name="Connector 188"/>
          <p:cNvCxnSpPr/>
          <p:nvPr/>
        </p:nvCxnSpPr>
        <p:spPr>
          <a:xfrm flipV="1">
            <a:off x="5509260.0" y="1396416.03876"/>
            <a:ext cx="4572.0" cy="3679.5227400001604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0" name="Connector 189"/>
          <p:cNvCxnSpPr/>
          <p:nvPr/>
        </p:nvCxnSpPr>
        <p:spPr>
          <a:xfrm flipV="1">
            <a:off x="5513832.0" y="1392729.685452"/>
            <a:ext cx="4572.0" cy="3686.3533079999033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1" name="Connector 190"/>
          <p:cNvCxnSpPr/>
          <p:nvPr/>
        </p:nvCxnSpPr>
        <p:spPr>
          <a:xfrm flipV="1">
            <a:off x="5518404.0" y="1389036.506148"/>
            <a:ext cx="4572.0" cy="3693.17930399999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2" name="Connector 191"/>
          <p:cNvCxnSpPr/>
          <p:nvPr/>
        </p:nvCxnSpPr>
        <p:spPr>
          <a:xfrm flipV="1">
            <a:off x="5522976.0" y="1385336.496276"/>
            <a:ext cx="4572.0" cy="3700.009871999966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3" name="Connector 192"/>
          <p:cNvCxnSpPr/>
          <p:nvPr/>
        </p:nvCxnSpPr>
        <p:spPr>
          <a:xfrm flipV="1">
            <a:off x="5527548.0" y="1381629.660408"/>
            <a:ext cx="4572.0" cy="3706.835868000053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4" name="Connector 193"/>
          <p:cNvCxnSpPr/>
          <p:nvPr/>
        </p:nvCxnSpPr>
        <p:spPr>
          <a:xfrm flipV="1">
            <a:off x="5532120.0" y="1377915.998544"/>
            <a:ext cx="4572.0" cy="3713.661863999907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5" name="Connector 194"/>
          <p:cNvCxnSpPr/>
          <p:nvPr/>
        </p:nvCxnSpPr>
        <p:spPr>
          <a:xfrm flipV="1">
            <a:off x="5536692.0" y="1374195.506112"/>
            <a:ext cx="4572.0" cy="3720.4924320001155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6" name="Connector 195"/>
          <p:cNvCxnSpPr/>
          <p:nvPr/>
        </p:nvCxnSpPr>
        <p:spPr>
          <a:xfrm flipV="1">
            <a:off x="5541264.0" y="1370468.1922560001"/>
            <a:ext cx="4572.0" cy="3727.313855999848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7" name="Connector 196"/>
          <p:cNvCxnSpPr/>
          <p:nvPr/>
        </p:nvCxnSpPr>
        <p:spPr>
          <a:xfrm flipV="1">
            <a:off x="5545836.0" y="1366734.047832"/>
            <a:ext cx="4572.0" cy="3734.1444240000565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8" name="Connector 197"/>
          <p:cNvCxnSpPr/>
          <p:nvPr/>
        </p:nvCxnSpPr>
        <p:spPr>
          <a:xfrm flipV="1">
            <a:off x="5550408.0" y="1362993.0819839998"/>
            <a:ext cx="4572.0" cy="3740.9658480002545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9" name="Connector 198"/>
          <p:cNvCxnSpPr/>
          <p:nvPr/>
        </p:nvCxnSpPr>
        <p:spPr>
          <a:xfrm flipV="1">
            <a:off x="5554980.0" y="1359245.285568"/>
            <a:ext cx="4572.0" cy="3747.7964159997646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0" name="Connector 199"/>
          <p:cNvCxnSpPr/>
          <p:nvPr/>
        </p:nvCxnSpPr>
        <p:spPr>
          <a:xfrm flipV="1">
            <a:off x="5559552.0" y="1355490.663156"/>
            <a:ext cx="4572.0" cy="3754.6224120000843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1" name="Connector 200"/>
          <p:cNvCxnSpPr/>
          <p:nvPr/>
        </p:nvCxnSpPr>
        <p:spPr>
          <a:xfrm flipV="1">
            <a:off x="5564124.0" y="1351729.21932"/>
            <a:ext cx="4572.0" cy="3761.4438360000495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2" name="Connector 201"/>
          <p:cNvCxnSpPr/>
          <p:nvPr/>
        </p:nvCxnSpPr>
        <p:spPr>
          <a:xfrm flipV="1">
            <a:off x="5568696.0" y="1347960.949488"/>
            <a:ext cx="4572.0" cy="3768.2698319999035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3" name="Connector 202"/>
          <p:cNvCxnSpPr/>
          <p:nvPr/>
        </p:nvCxnSpPr>
        <p:spPr>
          <a:xfrm flipV="1">
            <a:off x="5573268.0" y="1344185.8582320001"/>
            <a:ext cx="4572.0" cy="3775.0912559998687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4" name="Connector 203"/>
          <p:cNvCxnSpPr/>
          <p:nvPr/>
        </p:nvCxnSpPr>
        <p:spPr>
          <a:xfrm flipV="1">
            <a:off x="5577840.0" y="1340403.945552"/>
            <a:ext cx="4572.0" cy="3781.9126800000668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5" name="Connector 204"/>
          <p:cNvCxnSpPr/>
          <p:nvPr/>
        </p:nvCxnSpPr>
        <p:spPr>
          <a:xfrm flipV="1">
            <a:off x="5582412.0" y="1336615.206876"/>
            <a:ext cx="4572.0" cy="3788.7386760001536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6" name="Connector 205"/>
          <p:cNvCxnSpPr/>
          <p:nvPr/>
        </p:nvCxnSpPr>
        <p:spPr>
          <a:xfrm flipV="1">
            <a:off x="5586984.0" y="1332819.646776"/>
            <a:ext cx="4572.0" cy="3795.560099999886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7" name="Connector 206"/>
          <p:cNvCxnSpPr/>
          <p:nvPr/>
        </p:nvCxnSpPr>
        <p:spPr>
          <a:xfrm flipV="1">
            <a:off x="5591556.0" y="1329017.265252"/>
            <a:ext cx="4572.0" cy="3802.381524000084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8" name="Connector 207"/>
          <p:cNvCxnSpPr/>
          <p:nvPr/>
        </p:nvCxnSpPr>
        <p:spPr>
          <a:xfrm flipV="1">
            <a:off x="5596128.0" y="1325208.062304"/>
            <a:ext cx="4572.0" cy="3809.202948000049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9" name="Connector 208"/>
          <p:cNvCxnSpPr/>
          <p:nvPr/>
        </p:nvCxnSpPr>
        <p:spPr>
          <a:xfrm flipV="1">
            <a:off x="5600700.0" y="1321392.03336"/>
            <a:ext cx="4572.0" cy="3816.0289439999033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0" name="Connector 209"/>
          <p:cNvCxnSpPr/>
          <p:nvPr/>
        </p:nvCxnSpPr>
        <p:spPr>
          <a:xfrm flipV="1">
            <a:off x="5605272.0" y="1317569.17842"/>
            <a:ext cx="4572.0" cy="3822.85493999999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1" name="Connector 210"/>
          <p:cNvCxnSpPr/>
          <p:nvPr/>
        </p:nvCxnSpPr>
        <p:spPr>
          <a:xfrm flipV="1">
            <a:off x="5609844.0" y="1313739.502056"/>
            <a:ext cx="4572.0" cy="3829.6763639999554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2" name="Connector 211"/>
          <p:cNvCxnSpPr/>
          <p:nvPr/>
        </p:nvCxnSpPr>
        <p:spPr>
          <a:xfrm flipV="1">
            <a:off x="5614416.0" y="1309902.999696"/>
            <a:ext cx="4572.0" cy="3836.5023600000422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3" name="Connector 212"/>
          <p:cNvCxnSpPr/>
          <p:nvPr/>
        </p:nvCxnSpPr>
        <p:spPr>
          <a:xfrm flipV="1">
            <a:off x="5618988.0" y="1306059.675912"/>
            <a:ext cx="4572.0" cy="3843.3237840000074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4" name="Connector 213"/>
          <p:cNvCxnSpPr/>
          <p:nvPr/>
        </p:nvCxnSpPr>
        <p:spPr>
          <a:xfrm flipV="1">
            <a:off x="5623560.0" y="1302209.526132"/>
            <a:ext cx="4572.0" cy="3850.1497800000943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5" name="Connector 214"/>
          <p:cNvCxnSpPr/>
          <p:nvPr/>
        </p:nvCxnSpPr>
        <p:spPr>
          <a:xfrm flipV="1">
            <a:off x="5628132.0" y="1298352.5595000002"/>
            <a:ext cx="4572.0" cy="3856.966631999705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6" name="Connector 215"/>
          <p:cNvCxnSpPr/>
          <p:nvPr/>
        </p:nvCxnSpPr>
        <p:spPr>
          <a:xfrm flipV="1">
            <a:off x="5632704.0" y="1294488.7668720002"/>
            <a:ext cx="4572.0" cy="3863.7926280000247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7" name="Connector 216"/>
          <p:cNvCxnSpPr/>
          <p:nvPr/>
        </p:nvCxnSpPr>
        <p:spPr>
          <a:xfrm flipV="1">
            <a:off x="5637276.0" y="1290618.157392"/>
            <a:ext cx="4572.0" cy="3870.609480000101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8" name="Connector 217"/>
          <p:cNvCxnSpPr/>
          <p:nvPr/>
        </p:nvCxnSpPr>
        <p:spPr>
          <a:xfrm flipV="1">
            <a:off x="5641848.0" y="1286740.721916"/>
            <a:ext cx="4572.0" cy="3877.435476000188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9" name="Connector 218"/>
          <p:cNvCxnSpPr/>
          <p:nvPr/>
        </p:nvCxnSpPr>
        <p:spPr>
          <a:xfrm flipV="1">
            <a:off x="5646420.0" y="1282856.4695879999"/>
            <a:ext cx="4572.0" cy="3884.2523280000314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0" name="Connector 219"/>
          <p:cNvCxnSpPr/>
          <p:nvPr/>
        </p:nvCxnSpPr>
        <p:spPr>
          <a:xfrm flipV="1">
            <a:off x="5650992.0" y="1278965.400408"/>
            <a:ext cx="4572.0" cy="3891.069179999875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1" name="Connector 220"/>
          <p:cNvCxnSpPr/>
          <p:nvPr/>
        </p:nvCxnSpPr>
        <p:spPr>
          <a:xfrm flipV="1">
            <a:off x="5655564.0" y="1275067.514376"/>
            <a:ext cx="4572.0" cy="3897.8860319999512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2" name="Connector 221"/>
          <p:cNvCxnSpPr/>
          <p:nvPr/>
        </p:nvCxnSpPr>
        <p:spPr>
          <a:xfrm flipV="1">
            <a:off x="5660136.0" y="1271162.816064"/>
            <a:ext cx="4572.0" cy="3904.6983120001387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3" name="Connector 222"/>
          <p:cNvCxnSpPr/>
          <p:nvPr/>
        </p:nvCxnSpPr>
        <p:spPr>
          <a:xfrm flipV="1">
            <a:off x="5664708.0" y="1267251.3009000001"/>
            <a:ext cx="4572.0" cy="3911.5151639997493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4" name="Connector 223"/>
          <p:cNvCxnSpPr/>
          <p:nvPr/>
        </p:nvCxnSpPr>
        <p:spPr>
          <a:xfrm flipV="1">
            <a:off x="5669280.0" y="1263332.973456"/>
            <a:ext cx="4572.0" cy="3918.3274440001696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5" name="Connector 224"/>
          <p:cNvCxnSpPr/>
          <p:nvPr/>
        </p:nvCxnSpPr>
        <p:spPr>
          <a:xfrm flipV="1">
            <a:off x="5673852.0" y="1259407.8337319999"/>
            <a:ext cx="4572.0" cy="3925.1397240001243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6" name="Connector 225"/>
          <p:cNvCxnSpPr/>
          <p:nvPr/>
        </p:nvCxnSpPr>
        <p:spPr>
          <a:xfrm flipV="1">
            <a:off x="5678424.0" y="1255475.881728"/>
            <a:ext cx="4572.0" cy="3931.952003999846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7" name="Connector 226"/>
          <p:cNvCxnSpPr/>
          <p:nvPr/>
        </p:nvCxnSpPr>
        <p:spPr>
          <a:xfrm flipV="1">
            <a:off x="5682996.0" y="1251537.1220159999"/>
            <a:ext cx="4572.0" cy="3938.7597120001446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8" name="Connector 227"/>
          <p:cNvCxnSpPr/>
          <p:nvPr/>
        </p:nvCxnSpPr>
        <p:spPr>
          <a:xfrm flipV="1">
            <a:off x="5687568.0" y="1247591.550024"/>
            <a:ext cx="4572.0" cy="3945.5719919998664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9" name="Connector 228"/>
          <p:cNvCxnSpPr/>
          <p:nvPr/>
        </p:nvCxnSpPr>
        <p:spPr>
          <a:xfrm flipV="1">
            <a:off x="5692140.0" y="1243639.174896"/>
            <a:ext cx="4572.0" cy="3952.3751280000433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0" name="Connector 229"/>
          <p:cNvCxnSpPr/>
          <p:nvPr/>
        </p:nvCxnSpPr>
        <p:spPr>
          <a:xfrm flipV="1">
            <a:off x="5696712.0" y="1239679.987488"/>
            <a:ext cx="4572.0" cy="3959.187407999998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1" name="Connector 230"/>
          <p:cNvCxnSpPr/>
          <p:nvPr/>
        </p:nvCxnSpPr>
        <p:spPr>
          <a:xfrm flipV="1">
            <a:off x="5701284.0" y="1235714.001516"/>
            <a:ext cx="4572.0" cy="3965.985972000053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2" name="Connector 231"/>
          <p:cNvCxnSpPr/>
          <p:nvPr/>
        </p:nvCxnSpPr>
        <p:spPr>
          <a:xfrm flipV="1">
            <a:off x="5705856.0" y="1231741.212408"/>
            <a:ext cx="4572.0" cy="3972.789107999997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3" name="Connector 232"/>
          <p:cNvCxnSpPr/>
          <p:nvPr/>
        </p:nvCxnSpPr>
        <p:spPr>
          <a:xfrm flipV="1">
            <a:off x="5710428.0" y="1227761.629308"/>
            <a:ext cx="4572.0" cy="3979.5830999999307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4" name="Connector 233"/>
          <p:cNvCxnSpPr/>
          <p:nvPr/>
        </p:nvCxnSpPr>
        <p:spPr>
          <a:xfrm flipV="1">
            <a:off x="5715000.0" y="1223775.247644"/>
            <a:ext cx="4572.0" cy="3986.381663999986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5" name="Connector 234"/>
          <p:cNvCxnSpPr/>
          <p:nvPr/>
        </p:nvCxnSpPr>
        <p:spPr>
          <a:xfrm flipV="1">
            <a:off x="5719572.0" y="1219782.2640119998"/>
            <a:ext cx="4572.0" cy="3992.983632000163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6" name="Connector 235"/>
          <p:cNvCxnSpPr/>
          <p:nvPr/>
        </p:nvCxnSpPr>
        <p:spPr>
          <a:xfrm flipV="1">
            <a:off x="5724144.0" y="1215782.67384"/>
            <a:ext cx="4572.0" cy="3999.5901719997637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7" name="Connector 236"/>
          <p:cNvCxnSpPr/>
          <p:nvPr/>
        </p:nvCxnSpPr>
        <p:spPr>
          <a:xfrm flipV="1">
            <a:off x="5728716.0" y="1211776.486272"/>
            <a:ext cx="4572.0" cy="4006.187568000052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8" name="Connector 237"/>
          <p:cNvCxnSpPr/>
          <p:nvPr/>
        </p:nvCxnSpPr>
        <p:spPr>
          <a:xfrm flipV="1">
            <a:off x="5733288.0" y="1207763.70588"/>
            <a:ext cx="4572.0" cy="4012.780391999986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9" name="Connector 238"/>
          <p:cNvCxnSpPr/>
          <p:nvPr/>
        </p:nvCxnSpPr>
        <p:spPr>
          <a:xfrm flipV="1">
            <a:off x="5737860.0" y="1203744.328092"/>
            <a:ext cx="4572.0" cy="4019.3777880000416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0" name="Connector 239"/>
          <p:cNvCxnSpPr/>
          <p:nvPr/>
        </p:nvCxnSpPr>
        <p:spPr>
          <a:xfrm flipV="1">
            <a:off x="5742432.0" y="1199718.35748"/>
            <a:ext cx="4572.0" cy="4025.9706119999755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1" name="Connector 240"/>
          <p:cNvCxnSpPr/>
          <p:nvPr/>
        </p:nvCxnSpPr>
        <p:spPr>
          <a:xfrm flipV="1">
            <a:off x="5747004.0" y="1195685.798616"/>
            <a:ext cx="4572.0" cy="4032.5588640000205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2" name="Connector 241"/>
          <p:cNvCxnSpPr/>
          <p:nvPr/>
        </p:nvCxnSpPr>
        <p:spPr>
          <a:xfrm flipV="1">
            <a:off x="5751576.0" y="1191646.646928"/>
            <a:ext cx="4572.0" cy="4039.1516879999544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3" name="Connector 242"/>
          <p:cNvCxnSpPr/>
          <p:nvPr/>
        </p:nvCxnSpPr>
        <p:spPr>
          <a:xfrm flipV="1">
            <a:off x="5756148.0" y="1187600.906988"/>
            <a:ext cx="4572.0" cy="4045.7399399999995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4" name="Connector 243"/>
          <p:cNvCxnSpPr/>
          <p:nvPr/>
        </p:nvCxnSpPr>
        <p:spPr>
          <a:xfrm flipV="1">
            <a:off x="5760720.0" y="1183548.5833679999"/>
            <a:ext cx="4572.0" cy="4052.3236200001556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5" name="Connector 244"/>
          <p:cNvCxnSpPr/>
          <p:nvPr/>
        </p:nvCxnSpPr>
        <p:spPr>
          <a:xfrm flipV="1">
            <a:off x="5765292.0" y="1179489.6714960001"/>
            <a:ext cx="4572.0" cy="4058.911871999735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6" name="Connector 245"/>
          <p:cNvCxnSpPr/>
          <p:nvPr/>
        </p:nvCxnSpPr>
        <p:spPr>
          <a:xfrm flipV="1">
            <a:off x="5769864.0" y="1175424.175944"/>
            <a:ext cx="4572.0" cy="4065.495552000124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7" name="Connector 246"/>
          <p:cNvCxnSpPr/>
          <p:nvPr/>
        </p:nvCxnSpPr>
        <p:spPr>
          <a:xfrm flipV="1">
            <a:off x="5774436.0" y="1171352.096712"/>
            <a:ext cx="4572.0" cy="4072.0792320000473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8" name="Connector 247"/>
          <p:cNvCxnSpPr/>
          <p:nvPr/>
        </p:nvCxnSpPr>
        <p:spPr>
          <a:xfrm flipV="1">
            <a:off x="5779008.0" y="1167273.4338"/>
            <a:ext cx="4572.0" cy="4078.6629119999707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9" name="Connector 248"/>
          <p:cNvCxnSpPr/>
          <p:nvPr/>
        </p:nvCxnSpPr>
        <p:spPr>
          <a:xfrm flipV="1">
            <a:off x="5783580.0" y="1163188.196352"/>
            <a:ext cx="4572.0" cy="4085.2374479998834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0" name="Connector 249"/>
          <p:cNvCxnSpPr/>
          <p:nvPr/>
        </p:nvCxnSpPr>
        <p:spPr>
          <a:xfrm flipV="1">
            <a:off x="5788152.0" y="1159096.379796"/>
            <a:ext cx="4572.0" cy="4091.8165560001507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1" name="Connector 250"/>
          <p:cNvCxnSpPr/>
          <p:nvPr/>
        </p:nvCxnSpPr>
        <p:spPr>
          <a:xfrm flipV="1">
            <a:off x="5792724.0" y="1154997.984132"/>
            <a:ext cx="4572.0" cy="4098.395663999952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2" name="Connector 251"/>
          <p:cNvCxnSpPr/>
          <p:nvPr/>
        </p:nvCxnSpPr>
        <p:spPr>
          <a:xfrm flipV="1">
            <a:off x="5797296.0" y="1150893.0139320001"/>
            <a:ext cx="4572.0" cy="4104.970199999865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3" name="Connector 252"/>
          <p:cNvCxnSpPr/>
          <p:nvPr/>
        </p:nvCxnSpPr>
        <p:spPr>
          <a:xfrm flipV="1">
            <a:off x="5801868.0" y="1146781.473768"/>
            <a:ext cx="4572.0" cy="4111.540164000122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4" name="Connector 253"/>
          <p:cNvCxnSpPr/>
          <p:nvPr/>
        </p:nvCxnSpPr>
        <p:spPr>
          <a:xfrm flipV="1">
            <a:off x="5806440.0" y="1142663.36364"/>
            <a:ext cx="4572.0" cy="4118.110127999913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5" name="Connector 254"/>
          <p:cNvCxnSpPr/>
          <p:nvPr/>
        </p:nvCxnSpPr>
        <p:spPr>
          <a:xfrm flipV="1">
            <a:off x="5811012.0" y="1138538.6835480002"/>
            <a:ext cx="4572.0" cy="4124.680091999937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6" name="Connector 255"/>
          <p:cNvCxnSpPr/>
          <p:nvPr/>
        </p:nvCxnSpPr>
        <p:spPr>
          <a:xfrm flipV="1">
            <a:off x="5815584.0" y="1134407.442636"/>
            <a:ext cx="4572.0" cy="4131.240912000183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7" name="Connector 256"/>
          <p:cNvCxnSpPr/>
          <p:nvPr/>
        </p:nvCxnSpPr>
        <p:spPr>
          <a:xfrm flipV="1">
            <a:off x="5820156.0" y="1130269.636332"/>
            <a:ext cx="4572.0" cy="4137.806304000085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8" name="Connector 257"/>
          <p:cNvCxnSpPr/>
          <p:nvPr/>
        </p:nvCxnSpPr>
        <p:spPr>
          <a:xfrm flipV="1">
            <a:off x="5824728.0" y="1126125.269208"/>
            <a:ext cx="4572.0" cy="4144.367123999866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9" name="Connector 258"/>
          <p:cNvCxnSpPr/>
          <p:nvPr/>
        </p:nvCxnSpPr>
        <p:spPr>
          <a:xfrm flipV="1">
            <a:off x="5829300.0" y="1121974.341264"/>
            <a:ext cx="4572.0" cy="4150.927944000112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0" name="Connector 259"/>
          <p:cNvCxnSpPr/>
          <p:nvPr/>
        </p:nvCxnSpPr>
        <p:spPr>
          <a:xfrm flipV="1">
            <a:off x="5833872.0" y="1117816.8570720002"/>
            <a:ext cx="4572.0" cy="4157.484191999771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1" name="Connector 260"/>
          <p:cNvCxnSpPr/>
          <p:nvPr/>
        </p:nvCxnSpPr>
        <p:spPr>
          <a:xfrm flipV="1">
            <a:off x="5838444.0" y="1113652.8166319998"/>
            <a:ext cx="4572.0" cy="4164.040440000361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2" name="Connector 261"/>
          <p:cNvCxnSpPr/>
          <p:nvPr/>
        </p:nvCxnSpPr>
        <p:spPr>
          <a:xfrm flipV="1">
            <a:off x="5843016.0" y="1109482.224516"/>
            <a:ext cx="4572.0" cy="4170.592115999898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3" name="Connector 262"/>
          <p:cNvCxnSpPr/>
          <p:nvPr/>
        </p:nvCxnSpPr>
        <p:spPr>
          <a:xfrm flipV="1">
            <a:off x="5847588.0" y="1105305.080724"/>
            <a:ext cx="4572.0" cy="4177.143791999901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4" name="Connector 263"/>
          <p:cNvCxnSpPr/>
          <p:nvPr/>
        </p:nvCxnSpPr>
        <p:spPr>
          <a:xfrm flipV="1">
            <a:off x="5852160.0" y="1101121.3852559999"/>
            <a:ext cx="4572.0" cy="4183.695468000136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5" name="Connector 264"/>
          <p:cNvCxnSpPr/>
          <p:nvPr/>
        </p:nvCxnSpPr>
        <p:spPr>
          <a:xfrm flipV="1">
            <a:off x="5856732.0" y="1096931.142684"/>
            <a:ext cx="4572.0" cy="4190.242571999785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6" name="Connector 265"/>
          <p:cNvCxnSpPr/>
          <p:nvPr/>
        </p:nvCxnSpPr>
        <p:spPr>
          <a:xfrm flipV="1">
            <a:off x="5861304.0" y="1092734.3530080002"/>
            <a:ext cx="4572.0" cy="4196.7896759998985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7" name="Connector 266"/>
          <p:cNvCxnSpPr/>
          <p:nvPr/>
        </p:nvCxnSpPr>
        <p:spPr>
          <a:xfrm flipV="1">
            <a:off x="5865876.0" y="1088531.0208"/>
            <a:ext cx="4572.0" cy="4203.3322080001235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8" name="Connector 267"/>
          <p:cNvCxnSpPr/>
          <p:nvPr/>
        </p:nvCxnSpPr>
        <p:spPr>
          <a:xfrm flipV="1">
            <a:off x="5870448.0" y="1084321.1232"/>
            <a:ext cx="4572.0" cy="4209.897600000026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9" name="Connector 268"/>
          <p:cNvCxnSpPr/>
          <p:nvPr/>
        </p:nvCxnSpPr>
        <p:spPr>
          <a:xfrm flipV="1">
            <a:off x="5875020.0" y="1080104.7013559998"/>
            <a:ext cx="4572.0" cy="4216.42184400023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0" name="Connector 269"/>
          <p:cNvCxnSpPr/>
          <p:nvPr/>
        </p:nvCxnSpPr>
        <p:spPr>
          <a:xfrm flipV="1">
            <a:off x="5879592.0" y="1075881.73698"/>
            <a:ext cx="4572.0" cy="4222.964375999756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1" name="Connector 270"/>
          <p:cNvCxnSpPr/>
          <p:nvPr/>
        </p:nvCxnSpPr>
        <p:spPr>
          <a:xfrm flipV="1">
            <a:off x="5884164.0" y="1071652.230072"/>
            <a:ext cx="4572.0" cy="4229.506907999981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2" name="Connector 271"/>
          <p:cNvCxnSpPr/>
          <p:nvPr/>
        </p:nvCxnSpPr>
        <p:spPr>
          <a:xfrm flipV="1">
            <a:off x="5888736.0" y="1067416.1806319999"/>
            <a:ext cx="4572.0" cy="4236.049440000206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3" name="Connector 272"/>
          <p:cNvCxnSpPr/>
          <p:nvPr/>
        </p:nvCxnSpPr>
        <p:spPr>
          <a:xfrm flipV="1">
            <a:off x="5893308.0" y="1063173.593232"/>
            <a:ext cx="4572.0" cy="4242.587399999844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4" name="Connector 273"/>
          <p:cNvCxnSpPr/>
          <p:nvPr/>
        </p:nvCxnSpPr>
        <p:spPr>
          <a:xfrm flipV="1">
            <a:off x="5897880.0" y="1058924.467872"/>
            <a:ext cx="4572.0" cy="4249.125359999947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5" name="Connector 274"/>
          <p:cNvCxnSpPr/>
          <p:nvPr/>
        </p:nvCxnSpPr>
        <p:spPr>
          <a:xfrm flipV="1">
            <a:off x="5902452.0" y="1054668.804552"/>
            <a:ext cx="4572.0" cy="4255.663320000051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6" name="Connector 275"/>
          <p:cNvCxnSpPr/>
          <p:nvPr/>
        </p:nvCxnSpPr>
        <p:spPr>
          <a:xfrm flipV="1">
            <a:off x="5907024.0" y="1050406.607844"/>
            <a:ext cx="4572.0" cy="4262.196708000032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7" name="Connector 276"/>
          <p:cNvCxnSpPr/>
          <p:nvPr/>
        </p:nvCxnSpPr>
        <p:spPr>
          <a:xfrm flipV="1">
            <a:off x="5911596.0" y="1046137.8731759998"/>
            <a:ext cx="4572.0" cy="4268.734668000136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8" name="Connector 277"/>
          <p:cNvCxnSpPr/>
          <p:nvPr/>
        </p:nvCxnSpPr>
        <p:spPr>
          <a:xfrm flipV="1">
            <a:off x="5916168.0" y="1041862.60512"/>
            <a:ext cx="4572.0" cy="4275.268055999884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9" name="Connector 278"/>
          <p:cNvCxnSpPr/>
          <p:nvPr/>
        </p:nvCxnSpPr>
        <p:spPr>
          <a:xfrm flipV="1">
            <a:off x="5920740.0" y="1037580.8036760001"/>
            <a:ext cx="4572.0" cy="4281.801443999866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0" name="Connector 279"/>
          <p:cNvCxnSpPr/>
          <p:nvPr/>
        </p:nvCxnSpPr>
        <p:spPr>
          <a:xfrm flipV="1">
            <a:off x="5925312.0" y="1033292.468844"/>
            <a:ext cx="4572.0" cy="4288.3348320000805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1" name="Connector 280"/>
          <p:cNvCxnSpPr/>
          <p:nvPr/>
        </p:nvCxnSpPr>
        <p:spPr>
          <a:xfrm flipV="1">
            <a:off x="5929884.0" y="1028997.6051960001"/>
            <a:ext cx="4572.0" cy="4294.86364799994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2" name="Connector 281"/>
          <p:cNvCxnSpPr/>
          <p:nvPr/>
        </p:nvCxnSpPr>
        <p:spPr>
          <a:xfrm flipV="1">
            <a:off x="5934456.0" y="1024696.2081600002"/>
            <a:ext cx="4572.0" cy="4301.397035999922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3" name="Connector 282"/>
          <p:cNvCxnSpPr/>
          <p:nvPr/>
        </p:nvCxnSpPr>
        <p:spPr>
          <a:xfrm flipV="1">
            <a:off x="5948172.0" y="1657258.56"/>
            <a:ext cx="4572.0" cy="68.5800000000745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4" name="Connector 283"/>
          <p:cNvCxnSpPr/>
          <p:nvPr/>
        </p:nvCxnSpPr>
        <p:spPr>
          <a:xfrm flipV="1">
            <a:off x="5952744.0" y="1657144.2600000002"/>
            <a:ext cx="4572.0" cy="114.29999999981374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5" name="Connector 284"/>
          <p:cNvCxnSpPr/>
          <p:nvPr/>
        </p:nvCxnSpPr>
        <p:spPr>
          <a:xfrm flipV="1">
            <a:off x="5957316.0" y="1656984.24"/>
            <a:ext cx="4572.0" cy="160.02000000025146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6" name="Connector 285"/>
          <p:cNvCxnSpPr/>
          <p:nvPr/>
        </p:nvCxnSpPr>
        <p:spPr>
          <a:xfrm flipV="1">
            <a:off x="5961888.0" y="1656778.5"/>
            <a:ext cx="4572.0" cy="205.7399999999907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7" name="Connector 286"/>
          <p:cNvCxnSpPr/>
          <p:nvPr/>
        </p:nvCxnSpPr>
        <p:spPr>
          <a:xfrm flipV="1">
            <a:off x="5966460.0" y="1656527.04"/>
            <a:ext cx="4572.0" cy="251.45999999996275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8" name="Connector 287"/>
          <p:cNvCxnSpPr/>
          <p:nvPr/>
        </p:nvCxnSpPr>
        <p:spPr>
          <a:xfrm flipV="1">
            <a:off x="5971032.0" y="1656229.8599999999"/>
            <a:ext cx="4572.0" cy="297.18000000016764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9" name="Connector 288"/>
          <p:cNvCxnSpPr/>
          <p:nvPr/>
        </p:nvCxnSpPr>
        <p:spPr>
          <a:xfrm flipV="1">
            <a:off x="5975604.0" y="1655886.96"/>
            <a:ext cx="4572.0" cy="342.89999999990687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0" name="Connector 289"/>
          <p:cNvCxnSpPr/>
          <p:nvPr/>
        </p:nvCxnSpPr>
        <p:spPr>
          <a:xfrm flipV="1">
            <a:off x="5980176.0" y="1655498.34"/>
            <a:ext cx="4572.0" cy="388.6199999998789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1" name="Connector 290"/>
          <p:cNvCxnSpPr/>
          <p:nvPr/>
        </p:nvCxnSpPr>
        <p:spPr>
          <a:xfrm flipV="1">
            <a:off x="5984748.0" y="1655064.0"/>
            <a:ext cx="4572.0" cy="434.3400000000838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2" name="Connector 291"/>
          <p:cNvCxnSpPr/>
          <p:nvPr/>
        </p:nvCxnSpPr>
        <p:spPr>
          <a:xfrm flipV="1">
            <a:off x="5989320.0" y="1654583.94"/>
            <a:ext cx="4572.0" cy="480.0600000000559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3" name="Connector 292"/>
          <p:cNvCxnSpPr/>
          <p:nvPr/>
        </p:nvCxnSpPr>
        <p:spPr>
          <a:xfrm flipV="1">
            <a:off x="5993892.0" y="1654058.16"/>
            <a:ext cx="4572.0" cy="525.7800000000279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4" name="Connector 293"/>
          <p:cNvCxnSpPr/>
          <p:nvPr/>
        </p:nvCxnSpPr>
        <p:spPr>
          <a:xfrm flipV="1">
            <a:off x="5998464.0" y="1653486.6600000001"/>
            <a:ext cx="4572.0" cy="571.4999999997672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5" name="Connector 294"/>
          <p:cNvCxnSpPr/>
          <p:nvPr/>
        </p:nvCxnSpPr>
        <p:spPr>
          <a:xfrm flipV="1">
            <a:off x="6003036.0" y="1652869.44"/>
            <a:ext cx="4572.0" cy="617.2200000002049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6" name="Connector 295"/>
          <p:cNvCxnSpPr/>
          <p:nvPr/>
        </p:nvCxnSpPr>
        <p:spPr>
          <a:xfrm flipV="1">
            <a:off x="6007608.0" y="1652206.5"/>
            <a:ext cx="4572.0" cy="662.9399999999441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7" name="Connector 296"/>
          <p:cNvCxnSpPr/>
          <p:nvPr/>
        </p:nvCxnSpPr>
        <p:spPr>
          <a:xfrm flipV="1">
            <a:off x="6012180.0" y="1651497.84"/>
            <a:ext cx="4572.0" cy="708.6599999999162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8" name="Connector 297"/>
          <p:cNvCxnSpPr/>
          <p:nvPr/>
        </p:nvCxnSpPr>
        <p:spPr>
          <a:xfrm flipV="1">
            <a:off x="6016752.0" y="1650743.46"/>
            <a:ext cx="4572.0" cy="754.3800000001211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9" name="Connector 298"/>
          <p:cNvCxnSpPr/>
          <p:nvPr/>
        </p:nvCxnSpPr>
        <p:spPr>
          <a:xfrm flipV="1">
            <a:off x="6021324.0" y="1649943.3599999999"/>
            <a:ext cx="4572.0" cy="800.1000000000931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" name="Connector 299"/>
          <p:cNvCxnSpPr/>
          <p:nvPr/>
        </p:nvCxnSpPr>
        <p:spPr>
          <a:xfrm flipV="1">
            <a:off x="6025896.0" y="1649097.54"/>
            <a:ext cx="4572.0" cy="845.8199999998324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1" name="Connector 300"/>
          <p:cNvCxnSpPr/>
          <p:nvPr/>
        </p:nvCxnSpPr>
        <p:spPr>
          <a:xfrm flipV="1">
            <a:off x="6030468.0" y="1648206.0"/>
            <a:ext cx="4572.0" cy="891.5400000000373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2" name="Connector 301"/>
          <p:cNvCxnSpPr/>
          <p:nvPr/>
        </p:nvCxnSpPr>
        <p:spPr>
          <a:xfrm flipV="1">
            <a:off x="6035040.0" y="1647268.74"/>
            <a:ext cx="4572.0" cy="937.2600000000093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3" name="Connector 302"/>
          <p:cNvCxnSpPr/>
          <p:nvPr/>
        </p:nvCxnSpPr>
        <p:spPr>
          <a:xfrm flipV="1">
            <a:off x="6039612.0" y="1646285.76"/>
            <a:ext cx="4572.0" cy="982.9799999999814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4" name="Connector 303"/>
          <p:cNvCxnSpPr/>
          <p:nvPr/>
        </p:nvCxnSpPr>
        <p:spPr>
          <a:xfrm flipV="1">
            <a:off x="6044184.0" y="1645257.06"/>
            <a:ext cx="4572.0" cy="1028.6999999999534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5" name="Connector 304"/>
          <p:cNvCxnSpPr/>
          <p:nvPr/>
        </p:nvCxnSpPr>
        <p:spPr>
          <a:xfrm flipV="1">
            <a:off x="6048756.0" y="1644182.6400000001"/>
            <a:ext cx="4572.0" cy="1074.4199999999255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6" name="Connector 305"/>
          <p:cNvCxnSpPr/>
          <p:nvPr/>
        </p:nvCxnSpPr>
        <p:spPr>
          <a:xfrm flipV="1">
            <a:off x="6053328.0" y="1643062.5"/>
            <a:ext cx="4572.0" cy="1120.1400000001304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7" name="Connector 306"/>
          <p:cNvCxnSpPr/>
          <p:nvPr/>
        </p:nvCxnSpPr>
        <p:spPr>
          <a:xfrm flipV="1">
            <a:off x="6057900.0" y="1641896.6400000001"/>
            <a:ext cx="4572.0" cy="1165.8599999998696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8" name="Connector 307"/>
          <p:cNvCxnSpPr/>
          <p:nvPr/>
        </p:nvCxnSpPr>
        <p:spPr>
          <a:xfrm flipV="1">
            <a:off x="6062472.0" y="1640685.06"/>
            <a:ext cx="4572.0" cy="1211.5800000000745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9" name="Connector 308"/>
          <p:cNvCxnSpPr/>
          <p:nvPr/>
        </p:nvCxnSpPr>
        <p:spPr>
          <a:xfrm flipV="1">
            <a:off x="6067044.0" y="1639427.7599999998"/>
            <a:ext cx="4572.0" cy="1257.3000000002794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0" name="Connector 309"/>
          <p:cNvCxnSpPr/>
          <p:nvPr/>
        </p:nvCxnSpPr>
        <p:spPr>
          <a:xfrm flipV="1">
            <a:off x="6071616.0" y="1638124.74"/>
            <a:ext cx="4572.0" cy="1303.0199999997858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1" name="Connector 310"/>
          <p:cNvCxnSpPr/>
          <p:nvPr/>
        </p:nvCxnSpPr>
        <p:spPr>
          <a:xfrm flipV="1">
            <a:off x="6076188.0" y="1636776.0"/>
            <a:ext cx="4572.0" cy="1348.7399999999907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2" name="Connector 311"/>
          <p:cNvCxnSpPr/>
          <p:nvPr/>
        </p:nvCxnSpPr>
        <p:spPr>
          <a:xfrm flipV="1">
            <a:off x="6080760.0" y="1635381.54"/>
            <a:ext cx="4572.0" cy="1394.4599999999627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3" name="Connector 312"/>
          <p:cNvCxnSpPr/>
          <p:nvPr/>
        </p:nvCxnSpPr>
        <p:spPr>
          <a:xfrm flipV="1">
            <a:off x="6085332.0" y="1633941.3599999999"/>
            <a:ext cx="4572.0" cy="1440.1800000001676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4" name="Connector 313"/>
          <p:cNvCxnSpPr/>
          <p:nvPr/>
        </p:nvCxnSpPr>
        <p:spPr>
          <a:xfrm flipV="1">
            <a:off x="6089904.0" y="1632455.46"/>
            <a:ext cx="4572.0" cy="1485.8999999999069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5" name="Connector 314"/>
          <p:cNvCxnSpPr/>
          <p:nvPr/>
        </p:nvCxnSpPr>
        <p:spPr>
          <a:xfrm flipV="1">
            <a:off x="6094476.0" y="1630923.84"/>
            <a:ext cx="4572.0" cy="1531.619999999879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6" name="Connector 315"/>
          <p:cNvCxnSpPr/>
          <p:nvPr/>
        </p:nvCxnSpPr>
        <p:spPr>
          <a:xfrm flipV="1">
            <a:off x="6099048.0" y="1629346.5"/>
            <a:ext cx="4572.0" cy="1577.3400000000838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7" name="Connector 316"/>
          <p:cNvCxnSpPr/>
          <p:nvPr/>
        </p:nvCxnSpPr>
        <p:spPr>
          <a:xfrm flipV="1">
            <a:off x="6103620.0" y="1627723.44"/>
            <a:ext cx="4572.0" cy="1623.0600000000559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8" name="Connector 317"/>
          <p:cNvCxnSpPr/>
          <p:nvPr/>
        </p:nvCxnSpPr>
        <p:spPr>
          <a:xfrm flipV="1">
            <a:off x="6108192.0" y="1626054.6600000001"/>
            <a:ext cx="4572.0" cy="1668.779999999795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9" name="Connector 318"/>
          <p:cNvCxnSpPr/>
          <p:nvPr/>
        </p:nvCxnSpPr>
        <p:spPr>
          <a:xfrm flipV="1">
            <a:off x="6112764.0" y="1624340.1600000001"/>
            <a:ext cx="4572.0" cy="1714.5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0" name="Connector 319"/>
          <p:cNvCxnSpPr/>
          <p:nvPr/>
        </p:nvCxnSpPr>
        <p:spPr>
          <a:xfrm flipV="1">
            <a:off x="6117336.0" y="1622579.94"/>
            <a:ext cx="4572.0" cy="1760.220000000205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1" name="Connector 320"/>
          <p:cNvCxnSpPr/>
          <p:nvPr/>
        </p:nvCxnSpPr>
        <p:spPr>
          <a:xfrm flipV="1">
            <a:off x="6121908.0" y="1620774.0"/>
            <a:ext cx="4572.0" cy="1805.9399999999441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2" name="Connector 321"/>
          <p:cNvCxnSpPr/>
          <p:nvPr/>
        </p:nvCxnSpPr>
        <p:spPr>
          <a:xfrm flipV="1">
            <a:off x="6126480.0" y="1618922.3399999999"/>
            <a:ext cx="4572.0" cy="1851.660000000149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3" name="Connector 322"/>
          <p:cNvCxnSpPr/>
          <p:nvPr/>
        </p:nvCxnSpPr>
        <p:spPr>
          <a:xfrm flipV="1">
            <a:off x="6131052.0" y="1617024.96"/>
            <a:ext cx="4572.0" cy="1897.3799999998882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4" name="Connector 323"/>
          <p:cNvCxnSpPr/>
          <p:nvPr/>
        </p:nvCxnSpPr>
        <p:spPr>
          <a:xfrm flipV="1">
            <a:off x="6135624.0" y="1615081.8599999999"/>
            <a:ext cx="4572.0" cy="1943.1000000000931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5" name="Connector 324"/>
          <p:cNvCxnSpPr/>
          <p:nvPr/>
        </p:nvCxnSpPr>
        <p:spPr>
          <a:xfrm flipV="1">
            <a:off x="6140196.0" y="1613093.04"/>
            <a:ext cx="4572.0" cy="1988.8199999998324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6" name="Connector 325"/>
          <p:cNvCxnSpPr/>
          <p:nvPr/>
        </p:nvCxnSpPr>
        <p:spPr>
          <a:xfrm flipV="1">
            <a:off x="6144768.0" y="1611058.5"/>
            <a:ext cx="4572.0" cy="2034.5400000000373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7" name="Connector 326"/>
          <p:cNvCxnSpPr/>
          <p:nvPr/>
        </p:nvCxnSpPr>
        <p:spPr>
          <a:xfrm flipV="1">
            <a:off x="6149340.0" y="1608978.24"/>
            <a:ext cx="4572.0" cy="2080.2600000000093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8" name="Connector 327"/>
          <p:cNvCxnSpPr/>
          <p:nvPr/>
        </p:nvCxnSpPr>
        <p:spPr>
          <a:xfrm flipV="1">
            <a:off x="6153912.0" y="1606852.2599999998"/>
            <a:ext cx="4572.0" cy="2125.980000000214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9" name="Connector 328"/>
          <p:cNvCxnSpPr/>
          <p:nvPr/>
        </p:nvCxnSpPr>
        <p:spPr>
          <a:xfrm flipV="1">
            <a:off x="6158484.0" y="1604680.56"/>
            <a:ext cx="4572.0" cy="2171.6999999997206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0" name="Connector 329"/>
          <p:cNvCxnSpPr/>
          <p:nvPr/>
        </p:nvCxnSpPr>
        <p:spPr>
          <a:xfrm flipV="1">
            <a:off x="6163056.0" y="1602463.1400000001"/>
            <a:ext cx="4572.0" cy="2217.4199999999255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1" name="Connector 330"/>
          <p:cNvCxnSpPr/>
          <p:nvPr/>
        </p:nvCxnSpPr>
        <p:spPr>
          <a:xfrm flipV="1">
            <a:off x="6167628.0" y="1600200.0"/>
            <a:ext cx="4572.0" cy="2263.1400000001304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2" name="Connector 331"/>
          <p:cNvCxnSpPr/>
          <p:nvPr/>
        </p:nvCxnSpPr>
        <p:spPr>
          <a:xfrm flipV="1">
            <a:off x="6172200.0" y="1597891.14"/>
            <a:ext cx="4572.0" cy="2308.8600000001024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3" name="Connector 332"/>
          <p:cNvCxnSpPr/>
          <p:nvPr/>
        </p:nvCxnSpPr>
        <p:spPr>
          <a:xfrm flipV="1">
            <a:off x="6176772.0" y="1595536.56"/>
            <a:ext cx="4572.0" cy="2354.5799999998417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4" name="Connector 333"/>
          <p:cNvCxnSpPr/>
          <p:nvPr/>
        </p:nvCxnSpPr>
        <p:spPr>
          <a:xfrm flipV="1">
            <a:off x="6181344.0" y="1593136.26"/>
            <a:ext cx="4572.0" cy="2400.3000000000466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5" name="Connector 334"/>
          <p:cNvCxnSpPr/>
          <p:nvPr/>
        </p:nvCxnSpPr>
        <p:spPr>
          <a:xfrm flipV="1">
            <a:off x="6185916.0" y="1590690.24"/>
            <a:ext cx="4572.0" cy="2446.0200000000186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6" name="Connector 335"/>
          <p:cNvCxnSpPr/>
          <p:nvPr/>
        </p:nvCxnSpPr>
        <p:spPr>
          <a:xfrm flipV="1">
            <a:off x="6190488.0" y="1588198.5"/>
            <a:ext cx="4572.0" cy="2491.7399999999907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7" name="Connector 336"/>
          <p:cNvCxnSpPr/>
          <p:nvPr/>
        </p:nvCxnSpPr>
        <p:spPr>
          <a:xfrm flipV="1">
            <a:off x="6195060.0" y="1585661.04"/>
            <a:ext cx="4572.0" cy="2537.4599999999627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8" name="Connector 337"/>
          <p:cNvCxnSpPr/>
          <p:nvPr/>
        </p:nvCxnSpPr>
        <p:spPr>
          <a:xfrm flipV="1">
            <a:off x="6199632.0" y="1583077.8599999999"/>
            <a:ext cx="4572.0" cy="2583.1800000001676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9" name="Connector 338"/>
          <p:cNvCxnSpPr/>
          <p:nvPr/>
        </p:nvCxnSpPr>
        <p:spPr>
          <a:xfrm flipV="1">
            <a:off x="6204204.0" y="1580448.96"/>
            <a:ext cx="4572.0" cy="2628.899999999907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0" name="Connector 339"/>
          <p:cNvCxnSpPr/>
          <p:nvPr/>
        </p:nvCxnSpPr>
        <p:spPr>
          <a:xfrm flipV="1">
            <a:off x="6208776.0" y="1577774.34"/>
            <a:ext cx="4572.0" cy="2674.619999999879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1" name="Connector 340"/>
          <p:cNvCxnSpPr/>
          <p:nvPr/>
        </p:nvCxnSpPr>
        <p:spPr>
          <a:xfrm flipV="1">
            <a:off x="6213348.0" y="1575054.0"/>
            <a:ext cx="4572.0" cy="2720.340000000084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2" name="Connector 341"/>
          <p:cNvCxnSpPr/>
          <p:nvPr/>
        </p:nvCxnSpPr>
        <p:spPr>
          <a:xfrm flipV="1">
            <a:off x="6217920.0" y="1572287.94"/>
            <a:ext cx="4572.0" cy="2766.060000000056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3" name="Connector 342"/>
          <p:cNvCxnSpPr/>
          <p:nvPr/>
        </p:nvCxnSpPr>
        <p:spPr>
          <a:xfrm flipV="1">
            <a:off x="6222492.0" y="1569476.16"/>
            <a:ext cx="4572.0" cy="2811.780000000028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4" name="Connector 343"/>
          <p:cNvCxnSpPr/>
          <p:nvPr/>
        </p:nvCxnSpPr>
        <p:spPr>
          <a:xfrm flipV="1">
            <a:off x="6227064.0" y="1566618.6600000001"/>
            <a:ext cx="4572.0" cy="2857.499999999767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5" name="Connector 344"/>
          <p:cNvCxnSpPr/>
          <p:nvPr/>
        </p:nvCxnSpPr>
        <p:spPr>
          <a:xfrm flipV="1">
            <a:off x="6231636.0" y="1563715.44"/>
            <a:ext cx="4572.0" cy="2903.220000000205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6" name="Connector 345"/>
          <p:cNvCxnSpPr/>
          <p:nvPr/>
        </p:nvCxnSpPr>
        <p:spPr>
          <a:xfrm flipV="1">
            <a:off x="6236208.0" y="1560766.5"/>
            <a:ext cx="4572.0" cy="2948.939999999944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7" name="Connector 346"/>
          <p:cNvCxnSpPr/>
          <p:nvPr/>
        </p:nvCxnSpPr>
        <p:spPr>
          <a:xfrm flipV="1">
            <a:off x="6240780.0" y="1557771.8399999999"/>
            <a:ext cx="4572.0" cy="2994.660000000149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8" name="Connector 347"/>
          <p:cNvCxnSpPr/>
          <p:nvPr/>
        </p:nvCxnSpPr>
        <p:spPr>
          <a:xfrm flipV="1">
            <a:off x="6245352.0" y="1554731.46"/>
            <a:ext cx="4572.0" cy="3040.3799999998882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9" name="Connector 348"/>
          <p:cNvCxnSpPr/>
          <p:nvPr/>
        </p:nvCxnSpPr>
        <p:spPr>
          <a:xfrm flipV="1">
            <a:off x="6249924.0" y="1551645.36"/>
            <a:ext cx="4572.0" cy="3086.0999999998603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0" name="Connector 349"/>
          <p:cNvCxnSpPr/>
          <p:nvPr/>
        </p:nvCxnSpPr>
        <p:spPr>
          <a:xfrm flipV="1">
            <a:off x="6254496.0" y="1548513.54"/>
            <a:ext cx="4572.0" cy="3131.820000000065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1" name="Connector 350"/>
          <p:cNvCxnSpPr/>
          <p:nvPr/>
        </p:nvCxnSpPr>
        <p:spPr>
          <a:xfrm flipV="1">
            <a:off x="6259068.0" y="1545336.0"/>
            <a:ext cx="4572.0" cy="3177.5400000000373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2" name="Connector 351"/>
          <p:cNvCxnSpPr/>
          <p:nvPr/>
        </p:nvCxnSpPr>
        <p:spPr>
          <a:xfrm flipV="1">
            <a:off x="6263640.0" y="1542112.74"/>
            <a:ext cx="4572.0" cy="3223.2600000000093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3" name="Connector 352"/>
          <p:cNvCxnSpPr/>
          <p:nvPr/>
        </p:nvCxnSpPr>
        <p:spPr>
          <a:xfrm flipV="1">
            <a:off x="6268212.0" y="1538843.76"/>
            <a:ext cx="4572.0" cy="3268.9799999999814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4" name="Connector 353"/>
          <p:cNvCxnSpPr/>
          <p:nvPr/>
        </p:nvCxnSpPr>
        <p:spPr>
          <a:xfrm flipV="1">
            <a:off x="6272784.0" y="1535529.06"/>
            <a:ext cx="4572.0" cy="3314.6999999999534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5" name="Connector 354"/>
          <p:cNvCxnSpPr/>
          <p:nvPr/>
        </p:nvCxnSpPr>
        <p:spPr>
          <a:xfrm flipV="1">
            <a:off x="6277356.0" y="1532168.6400000001"/>
            <a:ext cx="4572.0" cy="3360.4199999999255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6" name="Connector 355"/>
          <p:cNvCxnSpPr/>
          <p:nvPr/>
        </p:nvCxnSpPr>
        <p:spPr>
          <a:xfrm flipV="1">
            <a:off x="6281928.0" y="1528762.5"/>
            <a:ext cx="4572.0" cy="3406.1400000001304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7" name="Connector 356"/>
          <p:cNvCxnSpPr/>
          <p:nvPr/>
        </p:nvCxnSpPr>
        <p:spPr>
          <a:xfrm flipV="1">
            <a:off x="6286500.0" y="1525310.64"/>
            <a:ext cx="4572.0" cy="3451.8600000001024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8" name="Connector 357"/>
          <p:cNvCxnSpPr/>
          <p:nvPr/>
        </p:nvCxnSpPr>
        <p:spPr>
          <a:xfrm flipV="1">
            <a:off x="6291072.0" y="1521813.06"/>
            <a:ext cx="4572.0" cy="3497.5799999998417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9" name="Connector 358"/>
          <p:cNvCxnSpPr/>
          <p:nvPr/>
        </p:nvCxnSpPr>
        <p:spPr>
          <a:xfrm flipV="1">
            <a:off x="6295644.0" y="1518269.76"/>
            <a:ext cx="4572.0" cy="3543.3000000000466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0" name="Connector 359"/>
          <p:cNvCxnSpPr/>
          <p:nvPr/>
        </p:nvCxnSpPr>
        <p:spPr>
          <a:xfrm flipV="1">
            <a:off x="6300216.0" y="1514680.74"/>
            <a:ext cx="4572.0" cy="3589.0200000000186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1" name="Connector 360"/>
          <p:cNvCxnSpPr/>
          <p:nvPr/>
        </p:nvCxnSpPr>
        <p:spPr>
          <a:xfrm flipV="1">
            <a:off x="6304788.0" y="1511046.0"/>
            <a:ext cx="4572.0" cy="3634.7399999999907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2" name="Connector 361"/>
          <p:cNvCxnSpPr/>
          <p:nvPr/>
        </p:nvCxnSpPr>
        <p:spPr>
          <a:xfrm flipV="1">
            <a:off x="6309360.0" y="1507365.5399999998"/>
            <a:ext cx="4572.0" cy="3680.4600000001956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3" name="Connector 362"/>
          <p:cNvCxnSpPr/>
          <p:nvPr/>
        </p:nvCxnSpPr>
        <p:spPr>
          <a:xfrm flipV="1">
            <a:off x="6313932.0" y="1503639.36"/>
            <a:ext cx="4572.0" cy="3726.179999999702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4" name="Connector 363"/>
          <p:cNvCxnSpPr/>
          <p:nvPr/>
        </p:nvCxnSpPr>
        <p:spPr>
          <a:xfrm flipV="1">
            <a:off x="6318504.0" y="1499867.46"/>
            <a:ext cx="4572.0" cy="3771.9000000001397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5" name="Connector 364"/>
          <p:cNvCxnSpPr/>
          <p:nvPr/>
        </p:nvCxnSpPr>
        <p:spPr>
          <a:xfrm flipV="1">
            <a:off x="6323076.0" y="1496049.84"/>
            <a:ext cx="4572.0" cy="3817.619999999879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6" name="Connector 365"/>
          <p:cNvCxnSpPr/>
          <p:nvPr/>
        </p:nvCxnSpPr>
        <p:spPr>
          <a:xfrm flipV="1">
            <a:off x="6327648.0" y="1492186.5"/>
            <a:ext cx="4572.0" cy="3863.340000000084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7" name="Connector 366"/>
          <p:cNvCxnSpPr/>
          <p:nvPr/>
        </p:nvCxnSpPr>
        <p:spPr>
          <a:xfrm flipV="1">
            <a:off x="6332220.0" y="1488277.44"/>
            <a:ext cx="4572.0" cy="3909.060000000056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8" name="Connector 367"/>
          <p:cNvCxnSpPr/>
          <p:nvPr/>
        </p:nvCxnSpPr>
        <p:spPr>
          <a:xfrm flipV="1">
            <a:off x="6336792.0" y="1484322.66"/>
            <a:ext cx="4572.0" cy="3954.780000000028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9" name="Connector 368"/>
          <p:cNvCxnSpPr/>
          <p:nvPr/>
        </p:nvCxnSpPr>
        <p:spPr>
          <a:xfrm flipV="1">
            <a:off x="6341364.0" y="1480322.16"/>
            <a:ext cx="4572.0" cy="4000.5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0" name="Connector 369"/>
          <p:cNvCxnSpPr/>
          <p:nvPr/>
        </p:nvCxnSpPr>
        <p:spPr>
          <a:xfrm flipV="1">
            <a:off x="6345936.0" y="1476275.9400000002"/>
            <a:ext cx="4572.0" cy="4046.2199999997392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1" name="Connector 370"/>
          <p:cNvCxnSpPr/>
          <p:nvPr/>
        </p:nvCxnSpPr>
        <p:spPr>
          <a:xfrm flipV="1">
            <a:off x="6350508.0" y="1472184.0"/>
            <a:ext cx="4572.0" cy="4091.940000000177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2" name="Connector 371"/>
          <p:cNvCxnSpPr/>
          <p:nvPr/>
        </p:nvCxnSpPr>
        <p:spPr>
          <a:xfrm flipV="1">
            <a:off x="6355080.0" y="1468046.34"/>
            <a:ext cx="4572.0" cy="4137.659999999916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3" name="Connector 372"/>
          <p:cNvCxnSpPr/>
          <p:nvPr/>
        </p:nvCxnSpPr>
        <p:spPr>
          <a:xfrm flipV="1">
            <a:off x="6359652.0" y="1463862.96"/>
            <a:ext cx="4572.0" cy="4183.380000000121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4" name="Connector 373"/>
          <p:cNvCxnSpPr/>
          <p:nvPr/>
        </p:nvCxnSpPr>
        <p:spPr>
          <a:xfrm flipV="1">
            <a:off x="6364224.0" y="1459633.86"/>
            <a:ext cx="4572.0" cy="4229.09999999986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5" name="Connector 374"/>
          <p:cNvCxnSpPr/>
          <p:nvPr/>
        </p:nvCxnSpPr>
        <p:spPr>
          <a:xfrm flipV="1">
            <a:off x="6368796.0" y="1455359.0399999998"/>
            <a:ext cx="4572.0" cy="4274.820000000298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6" name="Connector 375"/>
          <p:cNvCxnSpPr/>
          <p:nvPr/>
        </p:nvCxnSpPr>
        <p:spPr>
          <a:xfrm flipV="1">
            <a:off x="6373368.0" y="1451038.5"/>
            <a:ext cx="4572.0" cy="4320.539999999804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7" name="Connector 376"/>
          <p:cNvCxnSpPr/>
          <p:nvPr/>
        </p:nvCxnSpPr>
        <p:spPr>
          <a:xfrm flipV="1">
            <a:off x="6377940.0" y="1446672.24"/>
            <a:ext cx="4572.0" cy="4366.260000000009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8" name="Connector 377"/>
          <p:cNvCxnSpPr/>
          <p:nvPr/>
        </p:nvCxnSpPr>
        <p:spPr>
          <a:xfrm flipV="1">
            <a:off x="6382512.0" y="1442260.26"/>
            <a:ext cx="4572.0" cy="4411.979999999981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9" name="Connector 378"/>
          <p:cNvCxnSpPr/>
          <p:nvPr/>
        </p:nvCxnSpPr>
        <p:spPr>
          <a:xfrm flipV="1">
            <a:off x="6387084.0" y="1437802.56"/>
            <a:ext cx="4572.0" cy="4457.699999999953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0" name="Connector 379"/>
          <p:cNvCxnSpPr/>
          <p:nvPr/>
        </p:nvCxnSpPr>
        <p:spPr>
          <a:xfrm flipV="1">
            <a:off x="6391656.0" y="1433299.14"/>
            <a:ext cx="4572.0" cy="4503.420000000158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1" name="Connector 380"/>
          <p:cNvCxnSpPr/>
          <p:nvPr/>
        </p:nvCxnSpPr>
        <p:spPr>
          <a:xfrm flipV="1">
            <a:off x="6396228.0" y="1428750.0"/>
            <a:ext cx="4572.0" cy="4549.139999999898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2" name="Connector 381"/>
          <p:cNvCxnSpPr/>
          <p:nvPr/>
        </p:nvCxnSpPr>
        <p:spPr>
          <a:xfrm flipV="1">
            <a:off x="6400800.0" y="1424155.14"/>
            <a:ext cx="4572.0" cy="4594.860000000102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3" name="Connector 382"/>
          <p:cNvCxnSpPr/>
          <p:nvPr/>
        </p:nvCxnSpPr>
        <p:spPr>
          <a:xfrm flipV="1">
            <a:off x="6405372.0" y="1419514.56"/>
            <a:ext cx="4572.0" cy="4640.579999999842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4" name="Connector 383"/>
          <p:cNvCxnSpPr/>
          <p:nvPr/>
        </p:nvCxnSpPr>
        <p:spPr>
          <a:xfrm flipV="1">
            <a:off x="6409944.0" y="1414828.26"/>
            <a:ext cx="4572.0" cy="4686.300000000047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5" name="Connector 384"/>
          <p:cNvCxnSpPr/>
          <p:nvPr/>
        </p:nvCxnSpPr>
        <p:spPr>
          <a:xfrm flipV="1">
            <a:off x="6414516.0" y="1410096.24"/>
            <a:ext cx="4572.0" cy="4732.020000000019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6" name="Connector 385"/>
          <p:cNvCxnSpPr/>
          <p:nvPr/>
        </p:nvCxnSpPr>
        <p:spPr>
          <a:xfrm flipV="1">
            <a:off x="6419088.0" y="1405318.5"/>
            <a:ext cx="4572.0" cy="4777.739999999991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7" name="Connector 386"/>
          <p:cNvCxnSpPr/>
          <p:nvPr/>
        </p:nvCxnSpPr>
        <p:spPr>
          <a:xfrm flipV="1">
            <a:off x="6423660.0" y="1400495.04"/>
            <a:ext cx="4572.0" cy="4823.459999999963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8" name="Connector 387"/>
          <p:cNvCxnSpPr/>
          <p:nvPr/>
        </p:nvCxnSpPr>
        <p:spPr>
          <a:xfrm flipV="1">
            <a:off x="6428232.0" y="1395625.86"/>
            <a:ext cx="4572.0" cy="4869.179999999935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9" name="Connector 388"/>
          <p:cNvCxnSpPr/>
          <p:nvPr/>
        </p:nvCxnSpPr>
        <p:spPr>
          <a:xfrm flipV="1">
            <a:off x="6432804.0" y="1390710.96"/>
            <a:ext cx="4572.0" cy="4914.90000000014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0" name="Connector 389"/>
          <p:cNvCxnSpPr/>
          <p:nvPr/>
        </p:nvCxnSpPr>
        <p:spPr>
          <a:xfrm flipV="1">
            <a:off x="6437376.0" y="1385750.3399999999"/>
            <a:ext cx="4572.0" cy="4960.620000000112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1" name="Connector 390"/>
          <p:cNvCxnSpPr/>
          <p:nvPr/>
        </p:nvCxnSpPr>
        <p:spPr>
          <a:xfrm flipV="1">
            <a:off x="6441948.0" y="1380744.0"/>
            <a:ext cx="4572.0" cy="5006.339999999851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2" name="Connector 391"/>
          <p:cNvCxnSpPr/>
          <p:nvPr/>
        </p:nvCxnSpPr>
        <p:spPr>
          <a:xfrm flipV="1">
            <a:off x="6446520.0" y="1375691.94"/>
            <a:ext cx="4572.0" cy="5052.060000000056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3" name="Connector 392"/>
          <p:cNvCxnSpPr/>
          <p:nvPr/>
        </p:nvCxnSpPr>
        <p:spPr>
          <a:xfrm flipV="1">
            <a:off x="6451092.0" y="1370594.16"/>
            <a:ext cx="4572.0" cy="5097.780000000028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4" name="Connector 393"/>
          <p:cNvCxnSpPr/>
          <p:nvPr/>
        </p:nvCxnSpPr>
        <p:spPr>
          <a:xfrm flipV="1">
            <a:off x="6455664.0" y="1365450.66"/>
            <a:ext cx="4572.0" cy="5143.5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5" name="Connector 394"/>
          <p:cNvCxnSpPr/>
          <p:nvPr/>
        </p:nvCxnSpPr>
        <p:spPr>
          <a:xfrm flipV="1">
            <a:off x="6460236.0" y="1360261.44"/>
            <a:ext cx="4572.0" cy="5189.219999999972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6" name="Connector 395"/>
          <p:cNvCxnSpPr/>
          <p:nvPr/>
        </p:nvCxnSpPr>
        <p:spPr>
          <a:xfrm flipV="1">
            <a:off x="6464808.0" y="1355026.5"/>
            <a:ext cx="4572.0" cy="5234.939999999944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7" name="Connector 396"/>
          <p:cNvCxnSpPr/>
          <p:nvPr/>
        </p:nvCxnSpPr>
        <p:spPr>
          <a:xfrm flipV="1">
            <a:off x="6469380.0" y="1349745.84"/>
            <a:ext cx="4572.0" cy="5280.659999999916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8" name="Connector 397"/>
          <p:cNvCxnSpPr/>
          <p:nvPr/>
        </p:nvCxnSpPr>
        <p:spPr>
          <a:xfrm flipV="1">
            <a:off x="6473952.0" y="1344419.46"/>
            <a:ext cx="4572.0" cy="5326.380000000121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9" name="Connector 398"/>
          <p:cNvCxnSpPr/>
          <p:nvPr/>
        </p:nvCxnSpPr>
        <p:spPr>
          <a:xfrm flipV="1">
            <a:off x="6478524.0" y="1339047.3599999999"/>
            <a:ext cx="4572.0" cy="5372.100000000093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0" name="Connector 399"/>
          <p:cNvCxnSpPr/>
          <p:nvPr/>
        </p:nvCxnSpPr>
        <p:spPr>
          <a:xfrm flipV="1">
            <a:off x="6483096.0" y="1333629.54"/>
            <a:ext cx="4572.0" cy="5417.819999999832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1" name="Connector 400"/>
          <p:cNvCxnSpPr/>
          <p:nvPr/>
        </p:nvCxnSpPr>
        <p:spPr>
          <a:xfrm flipV="1">
            <a:off x="6487668.0" y="1328166.0"/>
            <a:ext cx="4572.0" cy="5463.540000000037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2" name="Connector 401"/>
          <p:cNvCxnSpPr/>
          <p:nvPr/>
        </p:nvCxnSpPr>
        <p:spPr>
          <a:xfrm flipV="1">
            <a:off x="6492240.0" y="1322656.74"/>
            <a:ext cx="4572.0" cy="5509.260000000009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3" name="Connector 402"/>
          <p:cNvCxnSpPr/>
          <p:nvPr/>
        </p:nvCxnSpPr>
        <p:spPr>
          <a:xfrm flipV="1">
            <a:off x="6496812.0" y="1317101.76"/>
            <a:ext cx="4572.0" cy="5554.979999999981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4" name="Connector 403"/>
          <p:cNvCxnSpPr/>
          <p:nvPr/>
        </p:nvCxnSpPr>
        <p:spPr>
          <a:xfrm flipV="1">
            <a:off x="6501384.0" y="1311501.06"/>
            <a:ext cx="4572.0" cy="5600.699999999953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5" name="Connector 404"/>
          <p:cNvCxnSpPr/>
          <p:nvPr/>
        </p:nvCxnSpPr>
        <p:spPr>
          <a:xfrm flipV="1">
            <a:off x="6505956.0" y="1305854.64"/>
            <a:ext cx="4572.0" cy="5646.420000000158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6" name="Connector 405"/>
          <p:cNvCxnSpPr/>
          <p:nvPr/>
        </p:nvCxnSpPr>
        <p:spPr>
          <a:xfrm flipV="1">
            <a:off x="6510528.0" y="1300162.5"/>
            <a:ext cx="4572.0" cy="5692.139999999898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7" name="Connector 406"/>
          <p:cNvCxnSpPr/>
          <p:nvPr/>
        </p:nvCxnSpPr>
        <p:spPr>
          <a:xfrm flipV="1">
            <a:off x="6515100.0" y="1294424.64"/>
            <a:ext cx="4572.0" cy="5737.860000000102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8" name="Connector 407"/>
          <p:cNvCxnSpPr/>
          <p:nvPr/>
        </p:nvCxnSpPr>
        <p:spPr>
          <a:xfrm flipV="1">
            <a:off x="6519672.0" y="1288641.06"/>
            <a:ext cx="4572.0" cy="5783.579999999842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9" name="Connector 408"/>
          <p:cNvCxnSpPr/>
          <p:nvPr/>
        </p:nvCxnSpPr>
        <p:spPr>
          <a:xfrm flipV="1">
            <a:off x="6524244.0" y="1282811.76"/>
            <a:ext cx="4572.0" cy="5829.300000000047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0" name="Connector 409"/>
          <p:cNvCxnSpPr/>
          <p:nvPr/>
        </p:nvCxnSpPr>
        <p:spPr>
          <a:xfrm flipV="1">
            <a:off x="6528816.0" y="1276936.74"/>
            <a:ext cx="4572.0" cy="5875.020000000019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1" name="Connector 410"/>
          <p:cNvCxnSpPr/>
          <p:nvPr/>
        </p:nvCxnSpPr>
        <p:spPr>
          <a:xfrm flipV="1">
            <a:off x="6533388.0" y="1271016.0"/>
            <a:ext cx="4572.0" cy="5920.739999999991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2" name="Connector 411"/>
          <p:cNvCxnSpPr/>
          <p:nvPr/>
        </p:nvCxnSpPr>
        <p:spPr>
          <a:xfrm flipV="1">
            <a:off x="6537960.0" y="1265049.54"/>
            <a:ext cx="4572.0" cy="5966.459999999963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3" name="Connector 412"/>
          <p:cNvCxnSpPr/>
          <p:nvPr/>
        </p:nvCxnSpPr>
        <p:spPr>
          <a:xfrm flipV="1">
            <a:off x="6542532.0" y="1259037.36"/>
            <a:ext cx="4572.0" cy="6012.179999999935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4" name="Connector 413"/>
          <p:cNvCxnSpPr/>
          <p:nvPr/>
        </p:nvCxnSpPr>
        <p:spPr>
          <a:xfrm flipV="1">
            <a:off x="6547104.0" y="1252979.46"/>
            <a:ext cx="4572.0" cy="6057.90000000014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5" name="Connector 414"/>
          <p:cNvCxnSpPr/>
          <p:nvPr/>
        </p:nvCxnSpPr>
        <p:spPr>
          <a:xfrm flipV="1">
            <a:off x="6551676.0" y="1246875.8399999999"/>
            <a:ext cx="4572.0" cy="6103.620000000112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6" name="Connector 415"/>
          <p:cNvCxnSpPr/>
          <p:nvPr/>
        </p:nvCxnSpPr>
        <p:spPr>
          <a:xfrm flipV="1">
            <a:off x="6556248.0" y="1240726.5"/>
            <a:ext cx="4572.0" cy="6149.339999999851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7" name="Connector 416"/>
          <p:cNvCxnSpPr/>
          <p:nvPr/>
        </p:nvCxnSpPr>
        <p:spPr>
          <a:xfrm flipV="1">
            <a:off x="6560820.0" y="1234531.4400000002"/>
            <a:ext cx="4572.0" cy="6195.059999999823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8" name="Connector 417"/>
          <p:cNvCxnSpPr/>
          <p:nvPr/>
        </p:nvCxnSpPr>
        <p:spPr>
          <a:xfrm flipV="1">
            <a:off x="6565392.0" y="1228290.66"/>
            <a:ext cx="4572.0" cy="6240.780000000261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9" name="Connector 418"/>
          <p:cNvCxnSpPr/>
          <p:nvPr/>
        </p:nvCxnSpPr>
        <p:spPr>
          <a:xfrm flipV="1">
            <a:off x="6569964.0" y="1222004.16"/>
            <a:ext cx="4572.0" cy="6286.5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0" name="Connector 419"/>
          <p:cNvCxnSpPr/>
          <p:nvPr/>
        </p:nvCxnSpPr>
        <p:spPr>
          <a:xfrm flipV="1">
            <a:off x="6574536.0" y="1215671.94"/>
            <a:ext cx="4572.0" cy="6332.219999999972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1" name="Connector 420"/>
          <p:cNvCxnSpPr/>
          <p:nvPr/>
        </p:nvCxnSpPr>
        <p:spPr>
          <a:xfrm flipV="1">
            <a:off x="6579108.0" y="1209294.0"/>
            <a:ext cx="4572.0" cy="6377.939999999944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2" name="Connector 421"/>
          <p:cNvCxnSpPr/>
          <p:nvPr/>
        </p:nvCxnSpPr>
        <p:spPr>
          <a:xfrm flipV="1">
            <a:off x="6583680.0" y="1202870.3399999999"/>
            <a:ext cx="4572.0" cy="6423.660000000149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3" name="Connector 422"/>
          <p:cNvCxnSpPr/>
          <p:nvPr/>
        </p:nvCxnSpPr>
        <p:spPr>
          <a:xfrm flipV="1">
            <a:off x="6588252.0" y="1196400.96"/>
            <a:ext cx="4572.0" cy="6469.379999999888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4" name="Connector 423"/>
          <p:cNvCxnSpPr/>
          <p:nvPr/>
        </p:nvCxnSpPr>
        <p:spPr>
          <a:xfrm flipV="1">
            <a:off x="6592824.0" y="1189885.8599999999"/>
            <a:ext cx="4572.0" cy="6515.100000000093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5" name="Connector 424"/>
          <p:cNvCxnSpPr/>
          <p:nvPr/>
        </p:nvCxnSpPr>
        <p:spPr>
          <a:xfrm flipV="1">
            <a:off x="6597396.0" y="1183325.04"/>
            <a:ext cx="4572.0" cy="6560.819999999832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6" name="Connector 425"/>
          <p:cNvCxnSpPr/>
          <p:nvPr/>
        </p:nvCxnSpPr>
        <p:spPr>
          <a:xfrm flipV="1">
            <a:off x="6601968.0" y="1176718.5"/>
            <a:ext cx="4572.0" cy="6606.540000000037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7" name="Connector 426"/>
          <p:cNvCxnSpPr/>
          <p:nvPr/>
        </p:nvCxnSpPr>
        <p:spPr>
          <a:xfrm flipV="1">
            <a:off x="6606540.0" y="1170066.24"/>
            <a:ext cx="4572.0" cy="6652.260000000009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8" name="Connector 427"/>
          <p:cNvCxnSpPr/>
          <p:nvPr/>
        </p:nvCxnSpPr>
        <p:spPr>
          <a:xfrm flipV="1">
            <a:off x="6611112.0" y="1163368.26"/>
            <a:ext cx="4572.0" cy="6697.979999999981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9" name="Connector 428"/>
          <p:cNvCxnSpPr/>
          <p:nvPr/>
        </p:nvCxnSpPr>
        <p:spPr>
          <a:xfrm flipV="1">
            <a:off x="6615684.0" y="1156624.5599999998"/>
            <a:ext cx="4572.0" cy="6743.700000000186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0" name="Connector 429"/>
          <p:cNvCxnSpPr/>
          <p:nvPr/>
        </p:nvCxnSpPr>
        <p:spPr>
          <a:xfrm flipV="1">
            <a:off x="6620256.0" y="1149835.14"/>
            <a:ext cx="4572.0" cy="6789.4199999999255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1" name="Connector 430"/>
          <p:cNvCxnSpPr/>
          <p:nvPr/>
        </p:nvCxnSpPr>
        <p:spPr>
          <a:xfrm flipV="1">
            <a:off x="6624828.0" y="1143000.0"/>
            <a:ext cx="4572.0" cy="6835.139999999898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2" name="Connector 431"/>
          <p:cNvCxnSpPr/>
          <p:nvPr/>
        </p:nvCxnSpPr>
        <p:spPr>
          <a:xfrm flipV="1">
            <a:off x="6629400.0" y="1136119.14"/>
            <a:ext cx="4572.0" cy="6880.860000000102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3" name="Connector 432"/>
          <p:cNvCxnSpPr/>
          <p:nvPr/>
        </p:nvCxnSpPr>
        <p:spPr>
          <a:xfrm flipV="1">
            <a:off x="6633972.0" y="1129192.56"/>
            <a:ext cx="4572.0" cy="6926.579999999842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4" name="Connector 433"/>
          <p:cNvCxnSpPr/>
          <p:nvPr/>
        </p:nvCxnSpPr>
        <p:spPr>
          <a:xfrm flipV="1">
            <a:off x="6638544.0" y="1122220.26"/>
            <a:ext cx="4572.0" cy="6972.300000000047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5" name="Connector 434"/>
          <p:cNvCxnSpPr/>
          <p:nvPr/>
        </p:nvCxnSpPr>
        <p:spPr>
          <a:xfrm flipV="1">
            <a:off x="6643116.0" y="1115202.24"/>
            <a:ext cx="4572.0" cy="7018.020000000019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6" name="Connector 435"/>
          <p:cNvCxnSpPr/>
          <p:nvPr/>
        </p:nvCxnSpPr>
        <p:spPr>
          <a:xfrm flipV="1">
            <a:off x="6647688.0" y="1108138.5"/>
            <a:ext cx="4572.0" cy="7063.739999999991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7" name="Connector 436"/>
          <p:cNvCxnSpPr/>
          <p:nvPr/>
        </p:nvCxnSpPr>
        <p:spPr>
          <a:xfrm flipV="1">
            <a:off x="6652260.0" y="1101029.04"/>
            <a:ext cx="4572.0" cy="7109.459999999963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8" name="Connector 437"/>
          <p:cNvCxnSpPr/>
          <p:nvPr/>
        </p:nvCxnSpPr>
        <p:spPr>
          <a:xfrm flipV="1">
            <a:off x="6656832.0" y="1093873.8599999999"/>
            <a:ext cx="4572.0" cy="7155.180000000168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9" name="Connector 438"/>
          <p:cNvCxnSpPr/>
          <p:nvPr/>
        </p:nvCxnSpPr>
        <p:spPr>
          <a:xfrm flipV="1">
            <a:off x="6661404.0" y="1086672.96"/>
            <a:ext cx="4572.0" cy="7200.899999999907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0" name="Connector 439"/>
          <p:cNvCxnSpPr/>
          <p:nvPr/>
        </p:nvCxnSpPr>
        <p:spPr>
          <a:xfrm flipV="1">
            <a:off x="6665976.0" y="1079426.3399999999"/>
            <a:ext cx="4572.0" cy="7246.620000000112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1" name="Connector 440"/>
          <p:cNvCxnSpPr/>
          <p:nvPr/>
        </p:nvCxnSpPr>
        <p:spPr>
          <a:xfrm flipV="1">
            <a:off x="6670548.0" y="1072134.0"/>
            <a:ext cx="4572.0" cy="7292.339999999851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2" name="Connector 441"/>
          <p:cNvCxnSpPr/>
          <p:nvPr/>
        </p:nvCxnSpPr>
        <p:spPr>
          <a:xfrm flipV="1">
            <a:off x="6675120.0" y="1064795.94"/>
            <a:ext cx="4572.0" cy="7338.060000000056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3" name="Connector 442"/>
          <p:cNvCxnSpPr/>
          <p:nvPr/>
        </p:nvCxnSpPr>
        <p:spPr>
          <a:xfrm flipV="1">
            <a:off x="6679692.0" y="1057412.1600000001"/>
            <a:ext cx="4572.0" cy="7383.779999999795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4" name="Connector 443"/>
          <p:cNvCxnSpPr/>
          <p:nvPr/>
        </p:nvCxnSpPr>
        <p:spPr>
          <a:xfrm flipV="1">
            <a:off x="6684264.0" y="1049982.66"/>
            <a:ext cx="4572.0" cy="7429.500000000233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5" name="Connector 444"/>
          <p:cNvCxnSpPr/>
          <p:nvPr/>
        </p:nvCxnSpPr>
        <p:spPr>
          <a:xfrm flipV="1">
            <a:off x="6688836.0" y="1042507.44"/>
            <a:ext cx="4572.0" cy="7475.219999999972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6" name="Connector 445"/>
          <p:cNvCxnSpPr/>
          <p:nvPr/>
        </p:nvCxnSpPr>
        <p:spPr>
          <a:xfrm flipV="1">
            <a:off x="6693408.0" y="1034986.5"/>
            <a:ext cx="4572.0" cy="7520.939999999944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7" name="Connector 446"/>
          <p:cNvCxnSpPr/>
          <p:nvPr/>
        </p:nvCxnSpPr>
        <p:spPr>
          <a:xfrm flipV="1">
            <a:off x="6697980.0" y="1027419.8399999999"/>
            <a:ext cx="4572.0" cy="7566.660000000149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8" name="Connector 447"/>
          <p:cNvCxnSpPr/>
          <p:nvPr/>
        </p:nvCxnSpPr>
        <p:spPr>
          <a:xfrm flipV="1">
            <a:off x="6702552.0" y="1019807.46"/>
            <a:ext cx="4572.0" cy="7612.379999999888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9" name="Connector 448"/>
          <p:cNvCxnSpPr/>
          <p:nvPr/>
        </p:nvCxnSpPr>
        <p:spPr>
          <a:xfrm flipV="1">
            <a:off x="6707124.0" y="1012149.3600000001"/>
            <a:ext cx="4572.0" cy="7658.09999999986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0" name="Connector 449"/>
          <p:cNvCxnSpPr/>
          <p:nvPr/>
        </p:nvCxnSpPr>
        <p:spPr>
          <a:xfrm flipV="1">
            <a:off x="6711696.0" y="1004445.54"/>
            <a:ext cx="4572.0" cy="7703.820000000065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1" name="Connector 450"/>
          <p:cNvCxnSpPr/>
          <p:nvPr/>
        </p:nvCxnSpPr>
        <p:spPr>
          <a:xfrm flipV="1">
            <a:off x="6716268.0" y="996696.0"/>
            <a:ext cx="4572.0" cy="7749.540000000037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2" name="Connector 451"/>
          <p:cNvCxnSpPr/>
          <p:nvPr/>
        </p:nvCxnSpPr>
        <p:spPr>
          <a:xfrm flipV="1">
            <a:off x="6720840.0" y="988900.74"/>
            <a:ext cx="4572.0" cy="7795.260000000009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3" name="Connector 452"/>
          <p:cNvCxnSpPr/>
          <p:nvPr/>
        </p:nvCxnSpPr>
        <p:spPr>
          <a:xfrm flipV="1">
            <a:off x="6725412.0" y="981059.76"/>
            <a:ext cx="4572.0" cy="7840.979999999981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4" name="Connector 453"/>
          <p:cNvCxnSpPr/>
          <p:nvPr/>
        </p:nvCxnSpPr>
        <p:spPr>
          <a:xfrm flipV="1">
            <a:off x="6729984.0" y="973173.06"/>
            <a:ext cx="4572.0" cy="7886.699999999953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5" name="Connector 454"/>
          <p:cNvCxnSpPr/>
          <p:nvPr/>
        </p:nvCxnSpPr>
        <p:spPr>
          <a:xfrm flipV="1">
            <a:off x="6734556.0" y="965240.6400000001"/>
            <a:ext cx="4572.0" cy="7932.4199999999255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6" name="Connector 455"/>
          <p:cNvCxnSpPr/>
          <p:nvPr/>
        </p:nvCxnSpPr>
        <p:spPr>
          <a:xfrm flipV="1">
            <a:off x="6739128.0" y="957262.5"/>
            <a:ext cx="4572.0" cy="7978.14000000013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7" name="Connector 456"/>
          <p:cNvCxnSpPr/>
          <p:nvPr/>
        </p:nvCxnSpPr>
        <p:spPr>
          <a:xfrm flipV="1">
            <a:off x="6743700.0" y="949238.6400000001"/>
            <a:ext cx="4572.0" cy="8023.85999999987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8" name="Connector 457"/>
          <p:cNvCxnSpPr/>
          <p:nvPr/>
        </p:nvCxnSpPr>
        <p:spPr>
          <a:xfrm flipV="1">
            <a:off x="6748272.0" y="941169.06"/>
            <a:ext cx="4572.0" cy="8069.5800000000745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9" name="Connector 458"/>
          <p:cNvCxnSpPr/>
          <p:nvPr/>
        </p:nvCxnSpPr>
        <p:spPr>
          <a:xfrm flipV="1">
            <a:off x="6752844.0" y="933053.76"/>
            <a:ext cx="4572.0" cy="8115.300000000047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0" name="Connector 459"/>
          <p:cNvCxnSpPr/>
          <p:nvPr/>
        </p:nvCxnSpPr>
        <p:spPr>
          <a:xfrm flipV="1">
            <a:off x="6757416.0" y="924892.74"/>
            <a:ext cx="4572.0" cy="8161.020000000019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1" name="Connector 460"/>
          <p:cNvCxnSpPr/>
          <p:nvPr/>
        </p:nvCxnSpPr>
        <p:spPr>
          <a:xfrm flipV="1">
            <a:off x="6761988.0" y="916686.0"/>
            <a:ext cx="4572.0" cy="8206.73999999999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2" name="Connector 461"/>
          <p:cNvCxnSpPr/>
          <p:nvPr/>
        </p:nvCxnSpPr>
        <p:spPr>
          <a:xfrm flipV="1">
            <a:off x="6766560.0" y="908433.54"/>
            <a:ext cx="4572.0" cy="8252.459999999963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3" name="Connector 462"/>
          <p:cNvCxnSpPr/>
          <p:nvPr/>
        </p:nvCxnSpPr>
        <p:spPr>
          <a:xfrm flipV="1">
            <a:off x="6771132.0" y="900135.3599999999"/>
            <a:ext cx="4572.0" cy="8298.180000000168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4" name="Connector 463"/>
          <p:cNvCxnSpPr/>
          <p:nvPr/>
        </p:nvCxnSpPr>
        <p:spPr>
          <a:xfrm flipV="1">
            <a:off x="6775704.0" y="891791.46"/>
            <a:ext cx="4572.0" cy="8343.899999999907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5" name="Connector 464"/>
          <p:cNvCxnSpPr/>
          <p:nvPr/>
        </p:nvCxnSpPr>
        <p:spPr>
          <a:xfrm flipV="1">
            <a:off x="6780276.0" y="883401.8399999999"/>
            <a:ext cx="4572.0" cy="8389.620000000112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6" name="Connector 465"/>
          <p:cNvCxnSpPr/>
          <p:nvPr/>
        </p:nvCxnSpPr>
        <p:spPr>
          <a:xfrm flipV="1">
            <a:off x="6784848.0" y="874966.5"/>
            <a:ext cx="4572.0" cy="8435.339999999851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7" name="Connector 466"/>
          <p:cNvCxnSpPr/>
          <p:nvPr/>
        </p:nvCxnSpPr>
        <p:spPr>
          <a:xfrm flipV="1">
            <a:off x="6789420.0" y="866485.44"/>
            <a:ext cx="4572.0" cy="8481.060000000056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8" name="Connector 467"/>
          <p:cNvCxnSpPr/>
          <p:nvPr/>
        </p:nvCxnSpPr>
        <p:spPr>
          <a:xfrm flipV="1">
            <a:off x="6793992.0" y="857958.6599999999"/>
            <a:ext cx="4572.0" cy="8526.780000000028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9" name="Connector 468"/>
          <p:cNvCxnSpPr/>
          <p:nvPr/>
        </p:nvCxnSpPr>
        <p:spPr>
          <a:xfrm flipV="1">
            <a:off x="6798564.0" y="849386.1600000001"/>
            <a:ext cx="4572.0" cy="8572.499999999767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0" name="Connector 469"/>
          <p:cNvCxnSpPr/>
          <p:nvPr/>
        </p:nvCxnSpPr>
        <p:spPr>
          <a:xfrm flipV="1">
            <a:off x="6803136.0" y="840767.94"/>
            <a:ext cx="4572.0" cy="8618.220000000205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1" name="Connector 470"/>
          <p:cNvCxnSpPr/>
          <p:nvPr/>
        </p:nvCxnSpPr>
        <p:spPr>
          <a:xfrm flipV="1">
            <a:off x="6807708.0" y="832104.0"/>
            <a:ext cx="4572.0" cy="8663.939999999944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2" name="Connector 471"/>
          <p:cNvCxnSpPr/>
          <p:nvPr/>
        </p:nvCxnSpPr>
        <p:spPr>
          <a:xfrm flipV="1">
            <a:off x="6812280.0" y="823394.3399999999"/>
            <a:ext cx="4572.0" cy="8709.660000000149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3" name="Connector 472"/>
          <p:cNvCxnSpPr/>
          <p:nvPr/>
        </p:nvCxnSpPr>
        <p:spPr>
          <a:xfrm flipV="1">
            <a:off x="6816852.0" y="814638.96"/>
            <a:ext cx="4572.0" cy="8755.379999999888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4" name="Connector 473"/>
          <p:cNvCxnSpPr/>
          <p:nvPr/>
        </p:nvCxnSpPr>
        <p:spPr>
          <a:xfrm flipV="1">
            <a:off x="6821424.0" y="805837.8600000001"/>
            <a:ext cx="4572.0" cy="8801.09999999986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5" name="Connector 474"/>
          <p:cNvCxnSpPr/>
          <p:nvPr/>
        </p:nvCxnSpPr>
        <p:spPr>
          <a:xfrm flipV="1">
            <a:off x="6825996.0" y="796991.04"/>
            <a:ext cx="4572.0" cy="8846.820000000065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6" name="Connector 475"/>
          <p:cNvCxnSpPr/>
          <p:nvPr/>
        </p:nvCxnSpPr>
        <p:spPr>
          <a:xfrm flipV="1">
            <a:off x="6830568.0" y="788098.5"/>
            <a:ext cx="4572.0" cy="8892.540000000037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7" name="Connector 476"/>
          <p:cNvCxnSpPr/>
          <p:nvPr/>
        </p:nvCxnSpPr>
        <p:spPr>
          <a:xfrm flipV="1">
            <a:off x="6835140.0" y="779160.24"/>
            <a:ext cx="4572.0" cy="8938.26000000001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8" name="Connector 477"/>
          <p:cNvCxnSpPr/>
          <p:nvPr/>
        </p:nvCxnSpPr>
        <p:spPr>
          <a:xfrm flipV="1">
            <a:off x="6839712.0" y="770176.26"/>
            <a:ext cx="4572.0" cy="8983.979999999981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9" name="Connector 478"/>
          <p:cNvCxnSpPr/>
          <p:nvPr/>
        </p:nvCxnSpPr>
        <p:spPr>
          <a:xfrm flipV="1">
            <a:off x="6844284.0" y="761146.56"/>
            <a:ext cx="4572.0" cy="9029.699999999953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0" name="Connector 479"/>
          <p:cNvCxnSpPr/>
          <p:nvPr/>
        </p:nvCxnSpPr>
        <p:spPr>
          <a:xfrm flipV="1">
            <a:off x="6848856.0" y="752071.1400000001"/>
            <a:ext cx="4572.0" cy="9075.419999999925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1" name="Connector 480"/>
          <p:cNvCxnSpPr/>
          <p:nvPr/>
        </p:nvCxnSpPr>
        <p:spPr>
          <a:xfrm flipV="1">
            <a:off x="6853428.0" y="742950.0"/>
            <a:ext cx="4572.0" cy="9121.14000000013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2" name="Oval 481"/>
          <p:cNvSpPr/>
          <p:nvPr/>
        </p:nvSpPr>
        <p:spPr>
          <a:xfrm>
            <a:off x="5905500" y="1162050"/>
            <a:ext cx="76200" cy="76200"/>
          </a:xfrm>
          <a:prstGeom prst="ellipse">
            <a:avLst/>
          </a:prstGeom>
          <a:noFill/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3" name="Oval 482"/>
          <p:cNvSpPr/>
          <p:nvPr/>
        </p:nvSpPr>
        <p:spPr>
          <a:xfrm>
            <a:off x="5905500" y="1619250"/>
            <a:ext cx="76200" cy="76200"/>
          </a:xfrm>
          <a:prstGeom prst="ellipse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4" name="TextBox 483"/>
          <p:cNvSpPr txBox="1"/>
          <p:nvPr/>
        </p:nvSpPr>
        <p:spPr>
          <a:xfrm>
            <a:off x="6492240" y="834390"/>
            <a:ext cx="635000" cy="254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FFFFFF"/>
                </a:solidFill>
                <a:latin typeface="Inter"/>
              </a:defRPr>
            </a:pPr>
            <a:r>
              <a:t>$y=f(x)$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