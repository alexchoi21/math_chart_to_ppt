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286000.0" y="2571750.0"/>
            <a:ext cx="4572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285750.0"/>
            <a:ext cx="0.0" cy="4572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4572000.0" y="2023110.0"/>
            <a:ext cx="91440.0" cy="9144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4663440.0" y="1931670.0"/>
            <a:ext cx="91440.0" cy="9144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754880.0" y="1863090.0"/>
            <a:ext cx="91440.0" cy="6858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4846320.0" y="1794510.0"/>
            <a:ext cx="91440.0" cy="6858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4937760.0" y="1725930.0"/>
            <a:ext cx="91440.0" cy="6858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5029200.0" y="1666494.0"/>
            <a:ext cx="91440.0" cy="59436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5120640.0" y="1611630.0"/>
            <a:ext cx="91440.0" cy="5486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5212080.0" y="1556766.0"/>
            <a:ext cx="91440.0" cy="5486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5303520.0" y="1497330.0"/>
            <a:ext cx="91440.0" cy="59436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394960.0" y="1437894.0"/>
            <a:ext cx="91440.0" cy="59436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5486400.0" y="1383030.0"/>
            <a:ext cx="91440.0" cy="5486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5577840.0" y="1328166.0"/>
            <a:ext cx="91440.0" cy="5486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669280.0" y="1268730.0"/>
            <a:ext cx="91440.0" cy="59436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760720.0" y="1223010.0"/>
            <a:ext cx="9144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5852160.0" y="1204722.0"/>
            <a:ext cx="68580.0" cy="18288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943600.0" y="1634490.0"/>
            <a:ext cx="9144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035040.0" y="1588770.0"/>
            <a:ext cx="9144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6126480.0" y="1543050.0"/>
            <a:ext cx="9144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217920.0" y="1483614.0"/>
            <a:ext cx="91440.0" cy="59436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6309360.0" y="1428750.0"/>
            <a:ext cx="91440.0" cy="5486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400800.0" y="1360170.0"/>
            <a:ext cx="91440.0" cy="6858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6492240.0" y="1291590.0"/>
            <a:ext cx="91440.0" cy="6858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6583680.0" y="1209294.0"/>
            <a:ext cx="91440.0" cy="82296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6675120.0" y="1131570.0"/>
            <a:ext cx="91440.0" cy="7772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6766560.0" y="1040130.0"/>
            <a:ext cx="91440.0" cy="9144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858000.0" y="948690.0"/>
            <a:ext cx="91440.0" cy="9144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6949440.0" y="834390.0"/>
            <a:ext cx="91440.0" cy="11430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7040880.0" y="720090.0"/>
            <a:ext cx="91440.0" cy="11430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7132320.0" y="605790.0"/>
            <a:ext cx="91440.0" cy="11430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5905500" y="1162050"/>
            <a:ext cx="76200" cy="762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905500" y="1619250"/>
            <a:ext cx="76200" cy="76200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0" y="266319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74295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y=f(x)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