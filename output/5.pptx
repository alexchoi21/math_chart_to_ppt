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.0" y="2571750.0"/>
            <a:ext cx="27432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285750.0"/>
            <a:ext cx="0.0" cy="22860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4663440" y="717347"/>
            <a:ext cx="1508760" cy="1400861"/>
          </a:xfrm>
          <a:custGeom>
            <a:avLst/>
            <a:gdLst/>
            <a:ahLst/>
            <a:cxnLst/>
            <a:rect l="l" t="t" r="r" b="b"/>
            <a:pathLst>
              <a:path w="1508760" h="1400861">
                <a:moveTo>
                  <a:pt x="0" y="1400861"/>
                </a:moveTo>
                <a:lnTo>
                  <a:pt x="5046" y="1387863"/>
                </a:lnTo>
                <a:close/>
                <a:lnTo>
                  <a:pt x="10092" y="1375400"/>
                </a:lnTo>
                <a:close/>
                <a:lnTo>
                  <a:pt x="15138" y="1363434"/>
                </a:lnTo>
                <a:close/>
                <a:lnTo>
                  <a:pt x="20184" y="1351926"/>
                </a:lnTo>
                <a:close/>
                <a:lnTo>
                  <a:pt x="25230" y="1340839"/>
                </a:lnTo>
                <a:close/>
                <a:lnTo>
                  <a:pt x="30276" y="1330136"/>
                </a:lnTo>
                <a:close/>
                <a:lnTo>
                  <a:pt x="35322" y="1319778"/>
                </a:lnTo>
                <a:close/>
                <a:lnTo>
                  <a:pt x="40368" y="1309727"/>
                </a:lnTo>
                <a:close/>
                <a:lnTo>
                  <a:pt x="45414" y="1299947"/>
                </a:lnTo>
                <a:close/>
                <a:lnTo>
                  <a:pt x="50460" y="1290402"/>
                </a:lnTo>
                <a:close/>
                <a:lnTo>
                  <a:pt x="55506" y="1281070"/>
                </a:lnTo>
                <a:close/>
                <a:lnTo>
                  <a:pt x="60552" y="1271934"/>
                </a:lnTo>
                <a:close/>
                <a:lnTo>
                  <a:pt x="65598" y="1262975"/>
                </a:lnTo>
                <a:close/>
                <a:lnTo>
                  <a:pt x="70644" y="1254176"/>
                </a:lnTo>
                <a:close/>
                <a:lnTo>
                  <a:pt x="75690" y="1245522"/>
                </a:lnTo>
                <a:close/>
                <a:lnTo>
                  <a:pt x="80736" y="1237005"/>
                </a:lnTo>
                <a:close/>
                <a:lnTo>
                  <a:pt x="85782" y="1228617"/>
                </a:lnTo>
                <a:close/>
                <a:lnTo>
                  <a:pt x="90828" y="1220347"/>
                </a:lnTo>
                <a:close/>
                <a:lnTo>
                  <a:pt x="95874" y="1212188"/>
                </a:lnTo>
                <a:close/>
                <a:lnTo>
                  <a:pt x="100920" y="1204133"/>
                </a:lnTo>
                <a:close/>
                <a:lnTo>
                  <a:pt x="105966" y="1196176"/>
                </a:lnTo>
                <a:close/>
                <a:lnTo>
                  <a:pt x="111012" y="1188311"/>
                </a:lnTo>
                <a:close/>
                <a:lnTo>
                  <a:pt x="116058" y="1180532"/>
                </a:lnTo>
                <a:close/>
                <a:lnTo>
                  <a:pt x="121104" y="1172837"/>
                </a:lnTo>
                <a:close/>
                <a:lnTo>
                  <a:pt x="126151" y="1165228"/>
                </a:lnTo>
                <a:close/>
                <a:lnTo>
                  <a:pt x="131197" y="1157709"/>
                </a:lnTo>
                <a:close/>
                <a:lnTo>
                  <a:pt x="136243" y="1150283"/>
                </a:lnTo>
                <a:close/>
                <a:lnTo>
                  <a:pt x="141289" y="1142953"/>
                </a:lnTo>
                <a:close/>
                <a:lnTo>
                  <a:pt x="146335" y="1135713"/>
                </a:lnTo>
                <a:close/>
                <a:lnTo>
                  <a:pt x="151381" y="1128557"/>
                </a:lnTo>
                <a:close/>
                <a:lnTo>
                  <a:pt x="156427" y="1121479"/>
                </a:lnTo>
                <a:close/>
                <a:lnTo>
                  <a:pt x="161473" y="1114472"/>
                </a:lnTo>
                <a:close/>
                <a:lnTo>
                  <a:pt x="166519" y="1107528"/>
                </a:lnTo>
                <a:close/>
                <a:lnTo>
                  <a:pt x="171565" y="1100644"/>
                </a:lnTo>
                <a:close/>
                <a:lnTo>
                  <a:pt x="176611" y="1093813"/>
                </a:lnTo>
                <a:close/>
                <a:lnTo>
                  <a:pt x="181657" y="1087030"/>
                </a:lnTo>
                <a:close/>
                <a:lnTo>
                  <a:pt x="186703" y="1080291"/>
                </a:lnTo>
                <a:close/>
                <a:lnTo>
                  <a:pt x="191749" y="1073593"/>
                </a:lnTo>
                <a:close/>
                <a:lnTo>
                  <a:pt x="196795" y="1066933"/>
                </a:lnTo>
                <a:close/>
                <a:lnTo>
                  <a:pt x="201841" y="1060311"/>
                </a:lnTo>
                <a:close/>
                <a:lnTo>
                  <a:pt x="206887" y="1053723"/>
                </a:lnTo>
                <a:close/>
                <a:lnTo>
                  <a:pt x="211933" y="1047174"/>
                </a:lnTo>
                <a:close/>
                <a:lnTo>
                  <a:pt x="216979" y="1040673"/>
                </a:lnTo>
                <a:close/>
                <a:lnTo>
                  <a:pt x="222025" y="1034234"/>
                </a:lnTo>
                <a:close/>
                <a:lnTo>
                  <a:pt x="227071" y="1027869"/>
                </a:lnTo>
                <a:close/>
                <a:lnTo>
                  <a:pt x="232117" y="1021588"/>
                </a:lnTo>
                <a:close/>
                <a:lnTo>
                  <a:pt x="237163" y="1015385"/>
                </a:lnTo>
                <a:close/>
                <a:lnTo>
                  <a:pt x="242209" y="1009240"/>
                </a:lnTo>
                <a:close/>
                <a:lnTo>
                  <a:pt x="247255" y="1003136"/>
                </a:lnTo>
                <a:close/>
                <a:lnTo>
                  <a:pt x="252301" y="997055"/>
                </a:lnTo>
                <a:close/>
                <a:lnTo>
                  <a:pt x="257347" y="990982"/>
                </a:lnTo>
                <a:close/>
                <a:lnTo>
                  <a:pt x="262393" y="984918"/>
                </a:lnTo>
                <a:close/>
                <a:lnTo>
                  <a:pt x="267439" y="978866"/>
                </a:lnTo>
                <a:close/>
                <a:lnTo>
                  <a:pt x="272485" y="972828"/>
                </a:lnTo>
                <a:close/>
                <a:lnTo>
                  <a:pt x="277531" y="966805"/>
                </a:lnTo>
                <a:close/>
                <a:lnTo>
                  <a:pt x="282577" y="960804"/>
                </a:lnTo>
                <a:close/>
                <a:lnTo>
                  <a:pt x="287623" y="954837"/>
                </a:lnTo>
                <a:close/>
                <a:lnTo>
                  <a:pt x="292669" y="948912"/>
                </a:lnTo>
                <a:close/>
                <a:lnTo>
                  <a:pt x="297715" y="943041"/>
                </a:lnTo>
                <a:close/>
                <a:lnTo>
                  <a:pt x="302761" y="937227"/>
                </a:lnTo>
                <a:close/>
                <a:lnTo>
                  <a:pt x="307807" y="931462"/>
                </a:lnTo>
                <a:close/>
                <a:lnTo>
                  <a:pt x="312853" y="925730"/>
                </a:lnTo>
                <a:close/>
                <a:lnTo>
                  <a:pt x="317899" y="920020"/>
                </a:lnTo>
                <a:close/>
                <a:lnTo>
                  <a:pt x="322945" y="914318"/>
                </a:lnTo>
                <a:close/>
                <a:lnTo>
                  <a:pt x="327991" y="908626"/>
                </a:lnTo>
                <a:close/>
                <a:lnTo>
                  <a:pt x="333037" y="902957"/>
                </a:lnTo>
                <a:close/>
                <a:lnTo>
                  <a:pt x="338083" y="897326"/>
                </a:lnTo>
                <a:close/>
                <a:lnTo>
                  <a:pt x="343129" y="891745"/>
                </a:lnTo>
                <a:close/>
                <a:lnTo>
                  <a:pt x="348175" y="886223"/>
                </a:lnTo>
                <a:close/>
                <a:lnTo>
                  <a:pt x="353221" y="880753"/>
                </a:lnTo>
                <a:close/>
                <a:lnTo>
                  <a:pt x="358267" y="875322"/>
                </a:lnTo>
                <a:close/>
                <a:lnTo>
                  <a:pt x="363313" y="869921"/>
                </a:lnTo>
                <a:close/>
                <a:lnTo>
                  <a:pt x="368359" y="864536"/>
                </a:lnTo>
                <a:close/>
                <a:lnTo>
                  <a:pt x="373405" y="859164"/>
                </a:lnTo>
                <a:close/>
                <a:lnTo>
                  <a:pt x="378452" y="853808"/>
                </a:lnTo>
                <a:close/>
                <a:lnTo>
                  <a:pt x="383498" y="848472"/>
                </a:lnTo>
                <a:close/>
                <a:lnTo>
                  <a:pt x="388544" y="843157"/>
                </a:lnTo>
                <a:close/>
                <a:lnTo>
                  <a:pt x="393590" y="837867"/>
                </a:lnTo>
                <a:close/>
                <a:lnTo>
                  <a:pt x="398636" y="832601"/>
                </a:lnTo>
                <a:close/>
                <a:lnTo>
                  <a:pt x="403682" y="827359"/>
                </a:lnTo>
                <a:close/>
                <a:lnTo>
                  <a:pt x="408728" y="822140"/>
                </a:lnTo>
                <a:close/>
                <a:lnTo>
                  <a:pt x="413774" y="816942"/>
                </a:lnTo>
                <a:close/>
                <a:lnTo>
                  <a:pt x="418820" y="811767"/>
                </a:lnTo>
                <a:close/>
                <a:lnTo>
                  <a:pt x="423866" y="806613"/>
                </a:lnTo>
                <a:close/>
                <a:lnTo>
                  <a:pt x="428912" y="801481"/>
                </a:lnTo>
                <a:close/>
                <a:lnTo>
                  <a:pt x="433958" y="796371"/>
                </a:lnTo>
                <a:close/>
                <a:lnTo>
                  <a:pt x="439004" y="791284"/>
                </a:lnTo>
                <a:close/>
                <a:lnTo>
                  <a:pt x="444050" y="786219"/>
                </a:lnTo>
                <a:close/>
                <a:lnTo>
                  <a:pt x="449096" y="781177"/>
                </a:lnTo>
                <a:close/>
                <a:lnTo>
                  <a:pt x="454142" y="776157"/>
                </a:lnTo>
                <a:close/>
                <a:lnTo>
                  <a:pt x="459188" y="771159"/>
                </a:lnTo>
                <a:close/>
                <a:lnTo>
                  <a:pt x="464234" y="766183"/>
                </a:lnTo>
                <a:close/>
                <a:lnTo>
                  <a:pt x="469280" y="761229"/>
                </a:lnTo>
                <a:close/>
                <a:lnTo>
                  <a:pt x="474326" y="756298"/>
                </a:lnTo>
                <a:close/>
                <a:lnTo>
                  <a:pt x="479372" y="751390"/>
                </a:lnTo>
                <a:close/>
                <a:lnTo>
                  <a:pt x="484418" y="746504"/>
                </a:lnTo>
                <a:close/>
                <a:lnTo>
                  <a:pt x="489464" y="741641"/>
                </a:lnTo>
                <a:close/>
                <a:lnTo>
                  <a:pt x="494510" y="736800"/>
                </a:lnTo>
                <a:close/>
                <a:lnTo>
                  <a:pt x="499556" y="731979"/>
                </a:lnTo>
                <a:close/>
                <a:lnTo>
                  <a:pt x="504602" y="727179"/>
                </a:lnTo>
                <a:close/>
                <a:lnTo>
                  <a:pt x="509648" y="722399"/>
                </a:lnTo>
                <a:close/>
                <a:lnTo>
                  <a:pt x="514694" y="717642"/>
                </a:lnTo>
                <a:close/>
                <a:lnTo>
                  <a:pt x="519740" y="712912"/>
                </a:lnTo>
                <a:close/>
                <a:lnTo>
                  <a:pt x="524786" y="708211"/>
                </a:lnTo>
                <a:close/>
                <a:lnTo>
                  <a:pt x="529832" y="703540"/>
                </a:lnTo>
                <a:close/>
                <a:lnTo>
                  <a:pt x="534878" y="698893"/>
                </a:lnTo>
                <a:close/>
                <a:lnTo>
                  <a:pt x="539924" y="694260"/>
                </a:lnTo>
                <a:close/>
                <a:lnTo>
                  <a:pt x="544970" y="689629"/>
                </a:lnTo>
                <a:close/>
                <a:lnTo>
                  <a:pt x="550016" y="684991"/>
                </a:lnTo>
                <a:close/>
                <a:lnTo>
                  <a:pt x="555062" y="680341"/>
                </a:lnTo>
                <a:close/>
                <a:lnTo>
                  <a:pt x="560108" y="675688"/>
                </a:lnTo>
                <a:close/>
                <a:lnTo>
                  <a:pt x="565154" y="671042"/>
                </a:lnTo>
                <a:close/>
                <a:lnTo>
                  <a:pt x="570200" y="666414"/>
                </a:lnTo>
                <a:close/>
                <a:lnTo>
                  <a:pt x="575246" y="661812"/>
                </a:lnTo>
                <a:close/>
                <a:lnTo>
                  <a:pt x="580292" y="657240"/>
                </a:lnTo>
                <a:close/>
                <a:lnTo>
                  <a:pt x="585338" y="652698"/>
                </a:lnTo>
                <a:close/>
                <a:lnTo>
                  <a:pt x="590384" y="648186"/>
                </a:lnTo>
                <a:close/>
                <a:lnTo>
                  <a:pt x="595430" y="643703"/>
                </a:lnTo>
                <a:close/>
                <a:lnTo>
                  <a:pt x="600476" y="639248"/>
                </a:lnTo>
                <a:close/>
                <a:lnTo>
                  <a:pt x="605522" y="634810"/>
                </a:lnTo>
                <a:close/>
                <a:lnTo>
                  <a:pt x="610568" y="630380"/>
                </a:lnTo>
                <a:close/>
                <a:lnTo>
                  <a:pt x="615614" y="625947"/>
                </a:lnTo>
                <a:close/>
                <a:lnTo>
                  <a:pt x="620660" y="621504"/>
                </a:lnTo>
                <a:close/>
                <a:lnTo>
                  <a:pt x="625706" y="617053"/>
                </a:lnTo>
                <a:close/>
                <a:lnTo>
                  <a:pt x="630753" y="612604"/>
                </a:lnTo>
                <a:close/>
                <a:lnTo>
                  <a:pt x="635799" y="608166"/>
                </a:lnTo>
                <a:close/>
                <a:lnTo>
                  <a:pt x="640845" y="603751"/>
                </a:lnTo>
                <a:close/>
                <a:lnTo>
                  <a:pt x="645891" y="599365"/>
                </a:lnTo>
                <a:close/>
                <a:lnTo>
                  <a:pt x="650937" y="595009"/>
                </a:lnTo>
                <a:close/>
                <a:lnTo>
                  <a:pt x="655983" y="590681"/>
                </a:lnTo>
                <a:close/>
                <a:lnTo>
                  <a:pt x="661029" y="586380"/>
                </a:lnTo>
                <a:close/>
                <a:lnTo>
                  <a:pt x="666075" y="582107"/>
                </a:lnTo>
                <a:close/>
                <a:lnTo>
                  <a:pt x="671121" y="577855"/>
                </a:lnTo>
                <a:close/>
                <a:lnTo>
                  <a:pt x="676167" y="573620"/>
                </a:lnTo>
                <a:close/>
                <a:lnTo>
                  <a:pt x="681213" y="569394"/>
                </a:lnTo>
                <a:close/>
                <a:lnTo>
                  <a:pt x="686259" y="565172"/>
                </a:lnTo>
                <a:close/>
                <a:lnTo>
                  <a:pt x="691305" y="560949"/>
                </a:lnTo>
                <a:close/>
                <a:lnTo>
                  <a:pt x="696351" y="556719"/>
                </a:lnTo>
                <a:close/>
                <a:lnTo>
                  <a:pt x="701397" y="552480"/>
                </a:lnTo>
                <a:close/>
                <a:lnTo>
                  <a:pt x="706443" y="548227"/>
                </a:lnTo>
                <a:close/>
                <a:lnTo>
                  <a:pt x="711489" y="543959"/>
                </a:lnTo>
                <a:close/>
                <a:lnTo>
                  <a:pt x="716535" y="539684"/>
                </a:lnTo>
                <a:close/>
                <a:lnTo>
                  <a:pt x="721581" y="535423"/>
                </a:lnTo>
                <a:close/>
                <a:lnTo>
                  <a:pt x="726627" y="531197"/>
                </a:lnTo>
                <a:close/>
                <a:lnTo>
                  <a:pt x="731673" y="527026"/>
                </a:lnTo>
                <a:close/>
                <a:lnTo>
                  <a:pt x="736719" y="522924"/>
                </a:lnTo>
                <a:close/>
                <a:lnTo>
                  <a:pt x="741765" y="518877"/>
                </a:lnTo>
                <a:close/>
                <a:lnTo>
                  <a:pt x="746811" y="514864"/>
                </a:lnTo>
                <a:close/>
                <a:lnTo>
                  <a:pt x="751857" y="510865"/>
                </a:lnTo>
                <a:close/>
                <a:lnTo>
                  <a:pt x="756903" y="506858"/>
                </a:lnTo>
                <a:close/>
                <a:lnTo>
                  <a:pt x="761949" y="502836"/>
                </a:lnTo>
                <a:close/>
                <a:lnTo>
                  <a:pt x="766995" y="498800"/>
                </a:lnTo>
                <a:close/>
                <a:lnTo>
                  <a:pt x="772041" y="494753"/>
                </a:lnTo>
                <a:close/>
                <a:lnTo>
                  <a:pt x="777087" y="490698"/>
                </a:lnTo>
                <a:close/>
                <a:lnTo>
                  <a:pt x="782133" y="486639"/>
                </a:lnTo>
                <a:close/>
                <a:lnTo>
                  <a:pt x="787179" y="482583"/>
                </a:lnTo>
                <a:close/>
                <a:lnTo>
                  <a:pt x="792225" y="478542"/>
                </a:lnTo>
                <a:close/>
                <a:lnTo>
                  <a:pt x="797271" y="474525"/>
                </a:lnTo>
                <a:close/>
                <a:lnTo>
                  <a:pt x="802317" y="470542"/>
                </a:lnTo>
                <a:close/>
                <a:lnTo>
                  <a:pt x="807363" y="466593"/>
                </a:lnTo>
                <a:close/>
                <a:lnTo>
                  <a:pt x="812409" y="462664"/>
                </a:lnTo>
                <a:close/>
                <a:lnTo>
                  <a:pt x="817455" y="458742"/>
                </a:lnTo>
                <a:close/>
                <a:lnTo>
                  <a:pt x="822501" y="454814"/>
                </a:lnTo>
                <a:close/>
                <a:lnTo>
                  <a:pt x="827547" y="450870"/>
                </a:lnTo>
                <a:close/>
                <a:lnTo>
                  <a:pt x="832593" y="446918"/>
                </a:lnTo>
                <a:close/>
                <a:lnTo>
                  <a:pt x="837639" y="442972"/>
                </a:lnTo>
                <a:close/>
                <a:lnTo>
                  <a:pt x="842685" y="439047"/>
                </a:lnTo>
                <a:close/>
                <a:lnTo>
                  <a:pt x="847731" y="435157"/>
                </a:lnTo>
                <a:close/>
                <a:lnTo>
                  <a:pt x="852777" y="431304"/>
                </a:lnTo>
                <a:close/>
                <a:lnTo>
                  <a:pt x="857823" y="427476"/>
                </a:lnTo>
                <a:close/>
                <a:lnTo>
                  <a:pt x="862869" y="423657"/>
                </a:lnTo>
                <a:close/>
                <a:lnTo>
                  <a:pt x="867915" y="419833"/>
                </a:lnTo>
                <a:close/>
                <a:lnTo>
                  <a:pt x="872961" y="415993"/>
                </a:lnTo>
                <a:close/>
                <a:lnTo>
                  <a:pt x="878007" y="412143"/>
                </a:lnTo>
                <a:close/>
                <a:lnTo>
                  <a:pt x="883054" y="408298"/>
                </a:lnTo>
                <a:close/>
                <a:lnTo>
                  <a:pt x="888100" y="404471"/>
                </a:lnTo>
                <a:close/>
                <a:lnTo>
                  <a:pt x="893146" y="400675"/>
                </a:lnTo>
                <a:close/>
                <a:lnTo>
                  <a:pt x="898192" y="396915"/>
                </a:lnTo>
                <a:close/>
                <a:lnTo>
                  <a:pt x="903238" y="393182"/>
                </a:lnTo>
                <a:close/>
                <a:lnTo>
                  <a:pt x="908284" y="389464"/>
                </a:lnTo>
                <a:close/>
                <a:lnTo>
                  <a:pt x="913330" y="385751"/>
                </a:lnTo>
                <a:close/>
                <a:lnTo>
                  <a:pt x="918376" y="382031"/>
                </a:lnTo>
                <a:close/>
                <a:lnTo>
                  <a:pt x="923422" y="378302"/>
                </a:lnTo>
                <a:close/>
                <a:lnTo>
                  <a:pt x="928468" y="374567"/>
                </a:lnTo>
                <a:close/>
                <a:lnTo>
                  <a:pt x="933514" y="370826"/>
                </a:lnTo>
                <a:close/>
                <a:lnTo>
                  <a:pt x="938560" y="367081"/>
                </a:lnTo>
                <a:close/>
                <a:lnTo>
                  <a:pt x="943606" y="363334"/>
                </a:lnTo>
                <a:close/>
                <a:lnTo>
                  <a:pt x="948652" y="359591"/>
                </a:lnTo>
                <a:close/>
                <a:lnTo>
                  <a:pt x="953698" y="355858"/>
                </a:lnTo>
                <a:close/>
                <a:lnTo>
                  <a:pt x="958744" y="352140"/>
                </a:lnTo>
                <a:close/>
                <a:lnTo>
                  <a:pt x="963790" y="348443"/>
                </a:lnTo>
                <a:close/>
                <a:lnTo>
                  <a:pt x="968836" y="344774"/>
                </a:lnTo>
                <a:close/>
                <a:lnTo>
                  <a:pt x="973882" y="341135"/>
                </a:lnTo>
                <a:close/>
                <a:lnTo>
                  <a:pt x="978928" y="337533"/>
                </a:lnTo>
                <a:close/>
                <a:lnTo>
                  <a:pt x="983974" y="333972"/>
                </a:lnTo>
                <a:close/>
                <a:lnTo>
                  <a:pt x="989020" y="330449"/>
                </a:lnTo>
                <a:close/>
                <a:lnTo>
                  <a:pt x="994066" y="326941"/>
                </a:lnTo>
                <a:close/>
                <a:lnTo>
                  <a:pt x="999112" y="323422"/>
                </a:lnTo>
                <a:close/>
                <a:lnTo>
                  <a:pt x="1004158" y="319866"/>
                </a:lnTo>
                <a:close/>
                <a:lnTo>
                  <a:pt x="1009204" y="316251"/>
                </a:lnTo>
                <a:close/>
                <a:lnTo>
                  <a:pt x="1014250" y="312593"/>
                </a:lnTo>
                <a:close/>
                <a:lnTo>
                  <a:pt x="1019296" y="308927"/>
                </a:lnTo>
                <a:close/>
                <a:lnTo>
                  <a:pt x="1024342" y="305293"/>
                </a:lnTo>
                <a:close/>
                <a:lnTo>
                  <a:pt x="1029388" y="301728"/>
                </a:lnTo>
                <a:close/>
                <a:lnTo>
                  <a:pt x="1034434" y="298253"/>
                </a:lnTo>
                <a:close/>
                <a:lnTo>
                  <a:pt x="1039480" y="294837"/>
                </a:lnTo>
                <a:close/>
                <a:lnTo>
                  <a:pt x="1044526" y="291440"/>
                </a:lnTo>
                <a:close/>
                <a:lnTo>
                  <a:pt x="1049572" y="288024"/>
                </a:lnTo>
                <a:close/>
                <a:lnTo>
                  <a:pt x="1054618" y="284552"/>
                </a:lnTo>
                <a:close/>
                <a:lnTo>
                  <a:pt x="1059664" y="281025"/>
                </a:lnTo>
                <a:close/>
                <a:lnTo>
                  <a:pt x="1064710" y="277470"/>
                </a:lnTo>
                <a:close/>
                <a:lnTo>
                  <a:pt x="1069756" y="273918"/>
                </a:lnTo>
                <a:close/>
                <a:lnTo>
                  <a:pt x="1074802" y="270397"/>
                </a:lnTo>
                <a:close/>
                <a:lnTo>
                  <a:pt x="1079848" y="266927"/>
                </a:lnTo>
                <a:close/>
                <a:lnTo>
                  <a:pt x="1084894" y="263495"/>
                </a:lnTo>
                <a:close/>
                <a:lnTo>
                  <a:pt x="1089940" y="260082"/>
                </a:lnTo>
                <a:close/>
                <a:lnTo>
                  <a:pt x="1094986" y="256672"/>
                </a:lnTo>
                <a:close/>
                <a:lnTo>
                  <a:pt x="1100032" y="253246"/>
                </a:lnTo>
                <a:close/>
                <a:lnTo>
                  <a:pt x="1105078" y="249803"/>
                </a:lnTo>
                <a:close/>
                <a:lnTo>
                  <a:pt x="1110124" y="246358"/>
                </a:lnTo>
                <a:close/>
                <a:lnTo>
                  <a:pt x="1115170" y="242926"/>
                </a:lnTo>
                <a:close/>
                <a:lnTo>
                  <a:pt x="1120216" y="239521"/>
                </a:lnTo>
                <a:close/>
                <a:lnTo>
                  <a:pt x="1125262" y="236154"/>
                </a:lnTo>
                <a:close/>
                <a:lnTo>
                  <a:pt x="1130308" y="232817"/>
                </a:lnTo>
                <a:close/>
                <a:lnTo>
                  <a:pt x="1135355" y="229500"/>
                </a:lnTo>
                <a:close/>
                <a:lnTo>
                  <a:pt x="1140401" y="226190"/>
                </a:lnTo>
                <a:close/>
                <a:lnTo>
                  <a:pt x="1145447" y="222878"/>
                </a:lnTo>
                <a:close/>
                <a:lnTo>
                  <a:pt x="1150493" y="219558"/>
                </a:lnTo>
                <a:close/>
                <a:lnTo>
                  <a:pt x="1155539" y="216230"/>
                </a:lnTo>
                <a:close/>
                <a:lnTo>
                  <a:pt x="1160585" y="212893"/>
                </a:lnTo>
                <a:close/>
                <a:lnTo>
                  <a:pt x="1165631" y="209550"/>
                </a:lnTo>
                <a:close/>
                <a:lnTo>
                  <a:pt x="1170677" y="206200"/>
                </a:lnTo>
                <a:close/>
                <a:lnTo>
                  <a:pt x="1175723" y="202853"/>
                </a:lnTo>
                <a:close/>
                <a:lnTo>
                  <a:pt x="1180769" y="199518"/>
                </a:lnTo>
                <a:close/>
                <a:lnTo>
                  <a:pt x="1185815" y="196204"/>
                </a:lnTo>
                <a:close/>
                <a:lnTo>
                  <a:pt x="1190861" y="192922"/>
                </a:lnTo>
                <a:close/>
                <a:lnTo>
                  <a:pt x="1195907" y="189671"/>
                </a:lnTo>
                <a:close/>
                <a:lnTo>
                  <a:pt x="1200953" y="186444"/>
                </a:lnTo>
                <a:close/>
                <a:lnTo>
                  <a:pt x="1205999" y="183230"/>
                </a:lnTo>
                <a:close/>
                <a:lnTo>
                  <a:pt x="1211045" y="180020"/>
                </a:lnTo>
                <a:close/>
                <a:lnTo>
                  <a:pt x="1216091" y="176805"/>
                </a:lnTo>
                <a:close/>
                <a:lnTo>
                  <a:pt x="1221137" y="173582"/>
                </a:lnTo>
                <a:close/>
                <a:lnTo>
                  <a:pt x="1226183" y="170351"/>
                </a:lnTo>
                <a:close/>
                <a:lnTo>
                  <a:pt x="1231229" y="167113"/>
                </a:lnTo>
                <a:close/>
                <a:lnTo>
                  <a:pt x="1236275" y="163868"/>
                </a:lnTo>
                <a:close/>
                <a:lnTo>
                  <a:pt x="1241321" y="160620"/>
                </a:lnTo>
                <a:close/>
                <a:lnTo>
                  <a:pt x="1246367" y="157377"/>
                </a:lnTo>
                <a:close/>
                <a:lnTo>
                  <a:pt x="1251413" y="154150"/>
                </a:lnTo>
                <a:close/>
                <a:lnTo>
                  <a:pt x="1256459" y="150949"/>
                </a:lnTo>
                <a:close/>
                <a:lnTo>
                  <a:pt x="1261505" y="147781"/>
                </a:lnTo>
                <a:close/>
                <a:lnTo>
                  <a:pt x="1266551" y="144643"/>
                </a:lnTo>
                <a:close/>
                <a:lnTo>
                  <a:pt x="1271597" y="141523"/>
                </a:lnTo>
                <a:close/>
                <a:lnTo>
                  <a:pt x="1276643" y="138413"/>
                </a:lnTo>
                <a:close/>
                <a:lnTo>
                  <a:pt x="1281689" y="135302"/>
                </a:lnTo>
                <a:close/>
                <a:lnTo>
                  <a:pt x="1286735" y="132185"/>
                </a:lnTo>
                <a:close/>
                <a:lnTo>
                  <a:pt x="1291781" y="129060"/>
                </a:lnTo>
                <a:close/>
                <a:lnTo>
                  <a:pt x="1296827" y="125927"/>
                </a:lnTo>
                <a:close/>
                <a:lnTo>
                  <a:pt x="1301873" y="122787"/>
                </a:lnTo>
                <a:close/>
                <a:lnTo>
                  <a:pt x="1306919" y="119640"/>
                </a:lnTo>
                <a:close/>
                <a:lnTo>
                  <a:pt x="1311965" y="116493"/>
                </a:lnTo>
                <a:close/>
                <a:lnTo>
                  <a:pt x="1317011" y="113356"/>
                </a:lnTo>
                <a:close/>
                <a:lnTo>
                  <a:pt x="1322057" y="110240"/>
                </a:lnTo>
                <a:close/>
                <a:lnTo>
                  <a:pt x="1327103" y="107154"/>
                </a:lnTo>
                <a:close/>
                <a:lnTo>
                  <a:pt x="1332149" y="104102"/>
                </a:lnTo>
                <a:close/>
                <a:lnTo>
                  <a:pt x="1337195" y="101075"/>
                </a:lnTo>
                <a:close/>
                <a:lnTo>
                  <a:pt x="1342241" y="98061"/>
                </a:lnTo>
                <a:close/>
                <a:lnTo>
                  <a:pt x="1347287" y="95051"/>
                </a:lnTo>
                <a:close/>
                <a:lnTo>
                  <a:pt x="1352333" y="92033"/>
                </a:lnTo>
                <a:close/>
                <a:lnTo>
                  <a:pt x="1357379" y="89007"/>
                </a:lnTo>
                <a:close/>
                <a:lnTo>
                  <a:pt x="1362425" y="85977"/>
                </a:lnTo>
                <a:close/>
                <a:lnTo>
                  <a:pt x="1367471" y="82946"/>
                </a:lnTo>
                <a:close/>
                <a:lnTo>
                  <a:pt x="1372517" y="79917"/>
                </a:lnTo>
                <a:close/>
                <a:lnTo>
                  <a:pt x="1377563" y="76892"/>
                </a:lnTo>
                <a:close/>
                <a:lnTo>
                  <a:pt x="1382609" y="73868"/>
                </a:lnTo>
                <a:close/>
                <a:lnTo>
                  <a:pt x="1387656" y="70842"/>
                </a:lnTo>
                <a:close/>
                <a:lnTo>
                  <a:pt x="1392702" y="67810"/>
                </a:lnTo>
                <a:close/>
                <a:lnTo>
                  <a:pt x="1397748" y="64768"/>
                </a:lnTo>
                <a:close/>
                <a:lnTo>
                  <a:pt x="1402794" y="61723"/>
                </a:lnTo>
                <a:close/>
                <a:lnTo>
                  <a:pt x="1407840" y="58685"/>
                </a:lnTo>
                <a:close/>
                <a:lnTo>
                  <a:pt x="1412886" y="55665"/>
                </a:lnTo>
                <a:close/>
                <a:lnTo>
                  <a:pt x="1417932" y="52674"/>
                </a:lnTo>
                <a:close/>
                <a:lnTo>
                  <a:pt x="1422978" y="49718"/>
                </a:lnTo>
                <a:close/>
                <a:lnTo>
                  <a:pt x="1428024" y="46789"/>
                </a:lnTo>
                <a:close/>
                <a:lnTo>
                  <a:pt x="1433070" y="43876"/>
                </a:lnTo>
                <a:close/>
                <a:lnTo>
                  <a:pt x="1438116" y="40967"/>
                </a:lnTo>
                <a:close/>
                <a:lnTo>
                  <a:pt x="1443162" y="38053"/>
                </a:lnTo>
                <a:close/>
                <a:lnTo>
                  <a:pt x="1448208" y="35131"/>
                </a:lnTo>
                <a:close/>
                <a:lnTo>
                  <a:pt x="1453254" y="32202"/>
                </a:lnTo>
                <a:close/>
                <a:lnTo>
                  <a:pt x="1458300" y="29271"/>
                </a:lnTo>
                <a:close/>
                <a:lnTo>
                  <a:pt x="1463346" y="26340"/>
                </a:lnTo>
                <a:close/>
                <a:lnTo>
                  <a:pt x="1468392" y="23411"/>
                </a:lnTo>
                <a:close/>
                <a:lnTo>
                  <a:pt x="1473438" y="20483"/>
                </a:lnTo>
                <a:close/>
                <a:lnTo>
                  <a:pt x="1478484" y="17557"/>
                </a:lnTo>
                <a:close/>
                <a:lnTo>
                  <a:pt x="1483530" y="14632"/>
                </a:lnTo>
                <a:close/>
                <a:lnTo>
                  <a:pt x="1488576" y="11708"/>
                </a:lnTo>
                <a:close/>
                <a:lnTo>
                  <a:pt x="1493622" y="8783"/>
                </a:lnTo>
                <a:close/>
                <a:lnTo>
                  <a:pt x="1498668" y="5857"/>
                </a:lnTo>
                <a:close/>
                <a:lnTo>
                  <a:pt x="1503714" y="2929"/>
                </a:lnTo>
                <a:close/>
                <a:lnTo>
                  <a:pt x="1508760" y="0"/>
                </a:lnTo>
                <a:close/>
              </a:path>
            </a:pathLst>
          </a:custGeom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172200" y="877824"/>
            <a:ext cx="914400" cy="413766"/>
          </a:xfrm>
          <a:custGeom>
            <a:avLst/>
            <a:gdLst/>
            <a:ahLst/>
            <a:cxnLst/>
            <a:rect l="l" t="t" r="r" b="b"/>
            <a:pathLst>
              <a:path w="914400" h="413766">
                <a:moveTo>
                  <a:pt x="0" y="413766"/>
                </a:moveTo>
                <a:lnTo>
                  <a:pt x="3058" y="413711"/>
                </a:lnTo>
                <a:close/>
                <a:lnTo>
                  <a:pt x="6116" y="413654"/>
                </a:lnTo>
                <a:close/>
                <a:lnTo>
                  <a:pt x="9175" y="413594"/>
                </a:lnTo>
                <a:close/>
                <a:lnTo>
                  <a:pt x="12233" y="413532"/>
                </a:lnTo>
                <a:close/>
                <a:lnTo>
                  <a:pt x="15291" y="413469"/>
                </a:lnTo>
                <a:close/>
                <a:lnTo>
                  <a:pt x="18349" y="413405"/>
                </a:lnTo>
                <a:close/>
                <a:lnTo>
                  <a:pt x="21407" y="413340"/>
                </a:lnTo>
                <a:close/>
                <a:lnTo>
                  <a:pt x="24466" y="413275"/>
                </a:lnTo>
                <a:close/>
                <a:lnTo>
                  <a:pt x="27524" y="413210"/>
                </a:lnTo>
                <a:close/>
                <a:lnTo>
                  <a:pt x="30582" y="413146"/>
                </a:lnTo>
                <a:close/>
                <a:lnTo>
                  <a:pt x="33640" y="413083"/>
                </a:lnTo>
                <a:close/>
                <a:lnTo>
                  <a:pt x="36698" y="413021"/>
                </a:lnTo>
                <a:close/>
                <a:lnTo>
                  <a:pt x="39757" y="412961"/>
                </a:lnTo>
                <a:close/>
                <a:lnTo>
                  <a:pt x="42815" y="412904"/>
                </a:lnTo>
                <a:close/>
                <a:lnTo>
                  <a:pt x="45873" y="412849"/>
                </a:lnTo>
                <a:close/>
                <a:lnTo>
                  <a:pt x="48931" y="412797"/>
                </a:lnTo>
                <a:close/>
                <a:lnTo>
                  <a:pt x="51989" y="412746"/>
                </a:lnTo>
                <a:close/>
                <a:lnTo>
                  <a:pt x="55047" y="412693"/>
                </a:lnTo>
                <a:close/>
                <a:lnTo>
                  <a:pt x="58106" y="412638"/>
                </a:lnTo>
                <a:close/>
                <a:lnTo>
                  <a:pt x="61164" y="412577"/>
                </a:lnTo>
                <a:close/>
                <a:lnTo>
                  <a:pt x="64222" y="412509"/>
                </a:lnTo>
                <a:close/>
                <a:lnTo>
                  <a:pt x="67280" y="412431"/>
                </a:lnTo>
                <a:close/>
                <a:lnTo>
                  <a:pt x="70338" y="412342"/>
                </a:lnTo>
                <a:close/>
                <a:lnTo>
                  <a:pt x="73397" y="412241"/>
                </a:lnTo>
                <a:close/>
                <a:lnTo>
                  <a:pt x="76455" y="412129"/>
                </a:lnTo>
                <a:close/>
                <a:lnTo>
                  <a:pt x="79513" y="412009"/>
                </a:lnTo>
                <a:close/>
                <a:lnTo>
                  <a:pt x="82571" y="411881"/>
                </a:lnTo>
                <a:close/>
                <a:lnTo>
                  <a:pt x="85629" y="411747"/>
                </a:lnTo>
                <a:close/>
                <a:lnTo>
                  <a:pt x="88688" y="411608"/>
                </a:lnTo>
                <a:close/>
                <a:lnTo>
                  <a:pt x="91746" y="411466"/>
                </a:lnTo>
                <a:close/>
                <a:lnTo>
                  <a:pt x="94804" y="411320"/>
                </a:lnTo>
                <a:close/>
                <a:lnTo>
                  <a:pt x="97862" y="411168"/>
                </a:lnTo>
                <a:close/>
                <a:lnTo>
                  <a:pt x="100920" y="411007"/>
                </a:lnTo>
                <a:close/>
                <a:lnTo>
                  <a:pt x="103979" y="410833"/>
                </a:lnTo>
                <a:close/>
                <a:lnTo>
                  <a:pt x="107037" y="410644"/>
                </a:lnTo>
                <a:close/>
                <a:lnTo>
                  <a:pt x="110095" y="410434"/>
                </a:lnTo>
                <a:close/>
                <a:lnTo>
                  <a:pt x="113153" y="410202"/>
                </a:lnTo>
                <a:close/>
                <a:lnTo>
                  <a:pt x="116211" y="409944"/>
                </a:lnTo>
                <a:close/>
                <a:lnTo>
                  <a:pt x="119270" y="409662"/>
                </a:lnTo>
                <a:close/>
                <a:lnTo>
                  <a:pt x="122328" y="409362"/>
                </a:lnTo>
                <a:close/>
                <a:lnTo>
                  <a:pt x="125386" y="409048"/>
                </a:lnTo>
                <a:close/>
                <a:lnTo>
                  <a:pt x="128444" y="408728"/>
                </a:lnTo>
                <a:close/>
                <a:lnTo>
                  <a:pt x="131502" y="408405"/>
                </a:lnTo>
                <a:close/>
                <a:lnTo>
                  <a:pt x="134561" y="408086"/>
                </a:lnTo>
                <a:close/>
                <a:lnTo>
                  <a:pt x="137619" y="407777"/>
                </a:lnTo>
                <a:close/>
                <a:lnTo>
                  <a:pt x="140677" y="407479"/>
                </a:lnTo>
                <a:close/>
                <a:lnTo>
                  <a:pt x="143735" y="407189"/>
                </a:lnTo>
                <a:close/>
                <a:lnTo>
                  <a:pt x="146793" y="406901"/>
                </a:lnTo>
                <a:close/>
                <a:lnTo>
                  <a:pt x="149852" y="406609"/>
                </a:lnTo>
                <a:close/>
                <a:lnTo>
                  <a:pt x="152910" y="406307"/>
                </a:lnTo>
                <a:close/>
                <a:lnTo>
                  <a:pt x="155968" y="405990"/>
                </a:lnTo>
                <a:close/>
                <a:lnTo>
                  <a:pt x="159026" y="405652"/>
                </a:lnTo>
                <a:close/>
                <a:lnTo>
                  <a:pt x="162084" y="405287"/>
                </a:lnTo>
                <a:close/>
                <a:lnTo>
                  <a:pt x="165142" y="404897"/>
                </a:lnTo>
                <a:close/>
                <a:lnTo>
                  <a:pt x="168201" y="404486"/>
                </a:lnTo>
                <a:close/>
                <a:lnTo>
                  <a:pt x="171259" y="404056"/>
                </a:lnTo>
                <a:close/>
                <a:lnTo>
                  <a:pt x="174317" y="403613"/>
                </a:lnTo>
                <a:close/>
                <a:lnTo>
                  <a:pt x="177375" y="403161"/>
                </a:lnTo>
                <a:close/>
                <a:lnTo>
                  <a:pt x="180433" y="402703"/>
                </a:lnTo>
                <a:close/>
                <a:lnTo>
                  <a:pt x="183492" y="402244"/>
                </a:lnTo>
                <a:close/>
                <a:lnTo>
                  <a:pt x="186550" y="401786"/>
                </a:lnTo>
                <a:close/>
                <a:lnTo>
                  <a:pt x="189608" y="401325"/>
                </a:lnTo>
                <a:close/>
                <a:lnTo>
                  <a:pt x="192666" y="400856"/>
                </a:lnTo>
                <a:close/>
                <a:lnTo>
                  <a:pt x="195724" y="400377"/>
                </a:lnTo>
                <a:close/>
                <a:lnTo>
                  <a:pt x="198783" y="399882"/>
                </a:lnTo>
                <a:close/>
                <a:lnTo>
                  <a:pt x="201841" y="399368"/>
                </a:lnTo>
                <a:close/>
                <a:lnTo>
                  <a:pt x="204899" y="398831"/>
                </a:lnTo>
                <a:close/>
                <a:lnTo>
                  <a:pt x="207957" y="398267"/>
                </a:lnTo>
                <a:close/>
                <a:lnTo>
                  <a:pt x="211015" y="397678"/>
                </a:lnTo>
                <a:close/>
                <a:lnTo>
                  <a:pt x="214074" y="397071"/>
                </a:lnTo>
                <a:close/>
                <a:lnTo>
                  <a:pt x="217132" y="396450"/>
                </a:lnTo>
                <a:close/>
                <a:lnTo>
                  <a:pt x="220190" y="395823"/>
                </a:lnTo>
                <a:close/>
                <a:lnTo>
                  <a:pt x="223248" y="395194"/>
                </a:lnTo>
                <a:close/>
                <a:lnTo>
                  <a:pt x="226306" y="394569"/>
                </a:lnTo>
                <a:close/>
                <a:lnTo>
                  <a:pt x="229365" y="393954"/>
                </a:lnTo>
                <a:close/>
                <a:lnTo>
                  <a:pt x="232423" y="393351"/>
                </a:lnTo>
                <a:close/>
                <a:lnTo>
                  <a:pt x="235481" y="392756"/>
                </a:lnTo>
                <a:close/>
                <a:lnTo>
                  <a:pt x="238539" y="392161"/>
                </a:lnTo>
                <a:close/>
                <a:lnTo>
                  <a:pt x="241597" y="391563"/>
                </a:lnTo>
                <a:close/>
                <a:lnTo>
                  <a:pt x="244656" y="390954"/>
                </a:lnTo>
                <a:close/>
                <a:lnTo>
                  <a:pt x="247714" y="390329"/>
                </a:lnTo>
                <a:close/>
                <a:lnTo>
                  <a:pt x="250772" y="389683"/>
                </a:lnTo>
                <a:close/>
                <a:lnTo>
                  <a:pt x="253830" y="389011"/>
                </a:lnTo>
                <a:close/>
                <a:lnTo>
                  <a:pt x="256888" y="388312"/>
                </a:lnTo>
                <a:close/>
                <a:lnTo>
                  <a:pt x="259946" y="387593"/>
                </a:lnTo>
                <a:close/>
                <a:lnTo>
                  <a:pt x="263005" y="386856"/>
                </a:lnTo>
                <a:close/>
                <a:lnTo>
                  <a:pt x="266063" y="386106"/>
                </a:lnTo>
                <a:close/>
                <a:lnTo>
                  <a:pt x="269121" y="385347"/>
                </a:lnTo>
                <a:close/>
                <a:lnTo>
                  <a:pt x="272179" y="384583"/>
                </a:lnTo>
                <a:close/>
                <a:lnTo>
                  <a:pt x="275237" y="383819"/>
                </a:lnTo>
                <a:close/>
                <a:lnTo>
                  <a:pt x="278296" y="383054"/>
                </a:lnTo>
                <a:close/>
                <a:lnTo>
                  <a:pt x="281354" y="382287"/>
                </a:lnTo>
                <a:close/>
                <a:lnTo>
                  <a:pt x="284412" y="381512"/>
                </a:lnTo>
                <a:close/>
                <a:lnTo>
                  <a:pt x="287470" y="380725"/>
                </a:lnTo>
                <a:close/>
                <a:lnTo>
                  <a:pt x="290528" y="379923"/>
                </a:lnTo>
                <a:close/>
                <a:lnTo>
                  <a:pt x="293587" y="379101"/>
                </a:lnTo>
                <a:close/>
                <a:lnTo>
                  <a:pt x="296645" y="378255"/>
                </a:lnTo>
                <a:close/>
                <a:lnTo>
                  <a:pt x="299703" y="377382"/>
                </a:lnTo>
                <a:close/>
                <a:lnTo>
                  <a:pt x="302761" y="376486"/>
                </a:lnTo>
                <a:close/>
                <a:lnTo>
                  <a:pt x="305819" y="375571"/>
                </a:lnTo>
                <a:close/>
                <a:lnTo>
                  <a:pt x="308878" y="374644"/>
                </a:lnTo>
                <a:close/>
                <a:lnTo>
                  <a:pt x="311936" y="373710"/>
                </a:lnTo>
                <a:close/>
                <a:lnTo>
                  <a:pt x="314994" y="372775"/>
                </a:lnTo>
                <a:close/>
                <a:lnTo>
                  <a:pt x="318052" y="371846"/>
                </a:lnTo>
                <a:close/>
                <a:lnTo>
                  <a:pt x="321110" y="370926"/>
                </a:lnTo>
                <a:close/>
                <a:lnTo>
                  <a:pt x="324169" y="370019"/>
                </a:lnTo>
                <a:close/>
                <a:lnTo>
                  <a:pt x="327227" y="369117"/>
                </a:lnTo>
                <a:close/>
                <a:lnTo>
                  <a:pt x="330285" y="368217"/>
                </a:lnTo>
                <a:close/>
                <a:lnTo>
                  <a:pt x="333343" y="367312"/>
                </a:lnTo>
                <a:close/>
                <a:lnTo>
                  <a:pt x="336401" y="366396"/>
                </a:lnTo>
                <a:close/>
                <a:lnTo>
                  <a:pt x="339460" y="365464"/>
                </a:lnTo>
                <a:close/>
                <a:lnTo>
                  <a:pt x="342518" y="364510"/>
                </a:lnTo>
                <a:close/>
                <a:lnTo>
                  <a:pt x="345576" y="363528"/>
                </a:lnTo>
                <a:close/>
                <a:lnTo>
                  <a:pt x="348634" y="362522"/>
                </a:lnTo>
                <a:close/>
                <a:lnTo>
                  <a:pt x="351692" y="361495"/>
                </a:lnTo>
                <a:close/>
                <a:lnTo>
                  <a:pt x="354751" y="360451"/>
                </a:lnTo>
                <a:close/>
                <a:lnTo>
                  <a:pt x="357809" y="359394"/>
                </a:lnTo>
                <a:close/>
                <a:lnTo>
                  <a:pt x="360867" y="358328"/>
                </a:lnTo>
                <a:close/>
                <a:lnTo>
                  <a:pt x="363925" y="357258"/>
                </a:lnTo>
                <a:close/>
                <a:lnTo>
                  <a:pt x="366983" y="356188"/>
                </a:lnTo>
                <a:close/>
                <a:lnTo>
                  <a:pt x="370041" y="355118"/>
                </a:lnTo>
                <a:close/>
                <a:lnTo>
                  <a:pt x="373100" y="354044"/>
                </a:lnTo>
                <a:close/>
                <a:lnTo>
                  <a:pt x="376158" y="352962"/>
                </a:lnTo>
                <a:close/>
                <a:lnTo>
                  <a:pt x="379216" y="351868"/>
                </a:lnTo>
                <a:close/>
                <a:lnTo>
                  <a:pt x="382274" y="350758"/>
                </a:lnTo>
                <a:close/>
                <a:lnTo>
                  <a:pt x="385332" y="349628"/>
                </a:lnTo>
                <a:close/>
                <a:lnTo>
                  <a:pt x="388391" y="348474"/>
                </a:lnTo>
                <a:close/>
                <a:lnTo>
                  <a:pt x="391449" y="347293"/>
                </a:lnTo>
                <a:close/>
                <a:lnTo>
                  <a:pt x="394507" y="346088"/>
                </a:lnTo>
                <a:close/>
                <a:lnTo>
                  <a:pt x="397565" y="344866"/>
                </a:lnTo>
                <a:close/>
                <a:lnTo>
                  <a:pt x="400623" y="343632"/>
                </a:lnTo>
                <a:close/>
                <a:lnTo>
                  <a:pt x="403682" y="342392"/>
                </a:lnTo>
                <a:close/>
                <a:lnTo>
                  <a:pt x="406740" y="341152"/>
                </a:lnTo>
                <a:close/>
                <a:lnTo>
                  <a:pt x="409798" y="339917"/>
                </a:lnTo>
                <a:close/>
                <a:lnTo>
                  <a:pt x="412856" y="338693"/>
                </a:lnTo>
                <a:close/>
                <a:lnTo>
                  <a:pt x="415914" y="337481"/>
                </a:lnTo>
                <a:close/>
                <a:lnTo>
                  <a:pt x="418973" y="336274"/>
                </a:lnTo>
                <a:close/>
                <a:lnTo>
                  <a:pt x="422031" y="335068"/>
                </a:lnTo>
                <a:close/>
                <a:lnTo>
                  <a:pt x="425089" y="333856"/>
                </a:lnTo>
                <a:close/>
                <a:lnTo>
                  <a:pt x="428147" y="332633"/>
                </a:lnTo>
                <a:close/>
                <a:lnTo>
                  <a:pt x="431205" y="331393"/>
                </a:lnTo>
                <a:close/>
                <a:lnTo>
                  <a:pt x="434264" y="330130"/>
                </a:lnTo>
                <a:close/>
                <a:lnTo>
                  <a:pt x="437322" y="328841"/>
                </a:lnTo>
                <a:close/>
                <a:lnTo>
                  <a:pt x="440380" y="327526"/>
                </a:lnTo>
                <a:close/>
                <a:lnTo>
                  <a:pt x="443438" y="326191"/>
                </a:lnTo>
                <a:close/>
                <a:lnTo>
                  <a:pt x="446496" y="324840"/>
                </a:lnTo>
                <a:close/>
                <a:lnTo>
                  <a:pt x="449555" y="323476"/>
                </a:lnTo>
                <a:close/>
                <a:lnTo>
                  <a:pt x="452613" y="322104"/>
                </a:lnTo>
                <a:close/>
                <a:lnTo>
                  <a:pt x="455671" y="320728"/>
                </a:lnTo>
                <a:close/>
                <a:lnTo>
                  <a:pt x="458729" y="319352"/>
                </a:lnTo>
                <a:close/>
                <a:lnTo>
                  <a:pt x="461787" y="317976"/>
                </a:lnTo>
                <a:close/>
                <a:lnTo>
                  <a:pt x="464845" y="316595"/>
                </a:lnTo>
                <a:close/>
                <a:lnTo>
                  <a:pt x="467904" y="315207"/>
                </a:lnTo>
                <a:close/>
                <a:lnTo>
                  <a:pt x="470962" y="313806"/>
                </a:lnTo>
                <a:close/>
                <a:lnTo>
                  <a:pt x="474020" y="312388"/>
                </a:lnTo>
                <a:close/>
                <a:lnTo>
                  <a:pt x="477078" y="310950"/>
                </a:lnTo>
                <a:close/>
                <a:lnTo>
                  <a:pt x="480136" y="309488"/>
                </a:lnTo>
                <a:close/>
                <a:lnTo>
                  <a:pt x="483195" y="307998"/>
                </a:lnTo>
                <a:close/>
                <a:lnTo>
                  <a:pt x="486253" y="306486"/>
                </a:lnTo>
                <a:close/>
                <a:lnTo>
                  <a:pt x="489311" y="304956"/>
                </a:lnTo>
                <a:close/>
                <a:lnTo>
                  <a:pt x="492369" y="303416"/>
                </a:lnTo>
                <a:close/>
                <a:lnTo>
                  <a:pt x="495427" y="301870"/>
                </a:lnTo>
                <a:close/>
                <a:lnTo>
                  <a:pt x="498486" y="300324"/>
                </a:lnTo>
                <a:close/>
                <a:lnTo>
                  <a:pt x="501544" y="298784"/>
                </a:lnTo>
                <a:close/>
                <a:lnTo>
                  <a:pt x="504602" y="297255"/>
                </a:lnTo>
                <a:close/>
                <a:lnTo>
                  <a:pt x="507660" y="295738"/>
                </a:lnTo>
                <a:close/>
                <a:lnTo>
                  <a:pt x="510718" y="294226"/>
                </a:lnTo>
                <a:close/>
                <a:lnTo>
                  <a:pt x="513777" y="292713"/>
                </a:lnTo>
                <a:close/>
                <a:lnTo>
                  <a:pt x="516835" y="291195"/>
                </a:lnTo>
                <a:close/>
                <a:lnTo>
                  <a:pt x="519893" y="289665"/>
                </a:lnTo>
                <a:close/>
                <a:lnTo>
                  <a:pt x="522951" y="288117"/>
                </a:lnTo>
                <a:close/>
                <a:lnTo>
                  <a:pt x="526009" y="286546"/>
                </a:lnTo>
                <a:close/>
                <a:lnTo>
                  <a:pt x="529068" y="284947"/>
                </a:lnTo>
                <a:close/>
                <a:lnTo>
                  <a:pt x="532126" y="283325"/>
                </a:lnTo>
                <a:close/>
                <a:lnTo>
                  <a:pt x="535184" y="281682"/>
                </a:lnTo>
                <a:close/>
                <a:lnTo>
                  <a:pt x="538242" y="280024"/>
                </a:lnTo>
                <a:close/>
                <a:lnTo>
                  <a:pt x="541300" y="278353"/>
                </a:lnTo>
                <a:close/>
                <a:lnTo>
                  <a:pt x="544359" y="276675"/>
                </a:lnTo>
                <a:close/>
                <a:lnTo>
                  <a:pt x="547417" y="274993"/>
                </a:lnTo>
                <a:close/>
                <a:lnTo>
                  <a:pt x="550475" y="273311"/>
                </a:lnTo>
                <a:close/>
                <a:lnTo>
                  <a:pt x="553533" y="271629"/>
                </a:lnTo>
                <a:close/>
                <a:lnTo>
                  <a:pt x="556591" y="269942"/>
                </a:lnTo>
                <a:close/>
                <a:lnTo>
                  <a:pt x="559649" y="268246"/>
                </a:lnTo>
                <a:close/>
                <a:lnTo>
                  <a:pt x="562708" y="266538"/>
                </a:lnTo>
                <a:close/>
                <a:lnTo>
                  <a:pt x="565766" y="264813"/>
                </a:lnTo>
                <a:close/>
                <a:lnTo>
                  <a:pt x="568824" y="263067"/>
                </a:lnTo>
                <a:close/>
                <a:lnTo>
                  <a:pt x="571882" y="261296"/>
                </a:lnTo>
                <a:close/>
                <a:lnTo>
                  <a:pt x="574940" y="259498"/>
                </a:lnTo>
                <a:close/>
                <a:lnTo>
                  <a:pt x="577999" y="257677"/>
                </a:lnTo>
                <a:close/>
                <a:lnTo>
                  <a:pt x="581057" y="255841"/>
                </a:lnTo>
                <a:close/>
                <a:lnTo>
                  <a:pt x="584115" y="253994"/>
                </a:lnTo>
                <a:close/>
                <a:lnTo>
                  <a:pt x="587173" y="252142"/>
                </a:lnTo>
                <a:close/>
                <a:lnTo>
                  <a:pt x="590231" y="250290"/>
                </a:lnTo>
                <a:close/>
                <a:lnTo>
                  <a:pt x="593290" y="248445"/>
                </a:lnTo>
                <a:close/>
                <a:lnTo>
                  <a:pt x="596348" y="246612"/>
                </a:lnTo>
                <a:close/>
                <a:lnTo>
                  <a:pt x="599406" y="244790"/>
                </a:lnTo>
                <a:close/>
                <a:lnTo>
                  <a:pt x="602464" y="242972"/>
                </a:lnTo>
                <a:close/>
                <a:lnTo>
                  <a:pt x="605522" y="241154"/>
                </a:lnTo>
                <a:close/>
                <a:lnTo>
                  <a:pt x="608581" y="239329"/>
                </a:lnTo>
                <a:close/>
                <a:lnTo>
                  <a:pt x="611639" y="237491"/>
                </a:lnTo>
                <a:close/>
                <a:lnTo>
                  <a:pt x="614697" y="235635"/>
                </a:lnTo>
                <a:close/>
                <a:lnTo>
                  <a:pt x="617755" y="233755"/>
                </a:lnTo>
                <a:close/>
                <a:lnTo>
                  <a:pt x="620813" y="231849"/>
                </a:lnTo>
                <a:close/>
                <a:lnTo>
                  <a:pt x="623872" y="229918"/>
                </a:lnTo>
                <a:close/>
                <a:lnTo>
                  <a:pt x="626930" y="227968"/>
                </a:lnTo>
                <a:close/>
                <a:lnTo>
                  <a:pt x="629988" y="226002"/>
                </a:lnTo>
                <a:close/>
                <a:lnTo>
                  <a:pt x="633046" y="224025"/>
                </a:lnTo>
                <a:close/>
                <a:lnTo>
                  <a:pt x="636104" y="222040"/>
                </a:lnTo>
                <a:close/>
                <a:lnTo>
                  <a:pt x="639163" y="220052"/>
                </a:lnTo>
                <a:close/>
                <a:lnTo>
                  <a:pt x="642221" y="218065"/>
                </a:lnTo>
                <a:close/>
                <a:lnTo>
                  <a:pt x="645279" y="216076"/>
                </a:lnTo>
                <a:close/>
                <a:lnTo>
                  <a:pt x="648337" y="214083"/>
                </a:lnTo>
                <a:close/>
                <a:lnTo>
                  <a:pt x="651395" y="212080"/>
                </a:lnTo>
                <a:close/>
                <a:lnTo>
                  <a:pt x="654454" y="210065"/>
                </a:lnTo>
                <a:close/>
                <a:lnTo>
                  <a:pt x="657512" y="208032"/>
                </a:lnTo>
                <a:close/>
                <a:lnTo>
                  <a:pt x="660570" y="205978"/>
                </a:lnTo>
                <a:close/>
                <a:lnTo>
                  <a:pt x="663628" y="203898"/>
                </a:lnTo>
                <a:close/>
                <a:lnTo>
                  <a:pt x="666686" y="201792"/>
                </a:lnTo>
                <a:close/>
                <a:lnTo>
                  <a:pt x="669744" y="199664"/>
                </a:lnTo>
                <a:close/>
                <a:lnTo>
                  <a:pt x="672803" y="197520"/>
                </a:lnTo>
                <a:close/>
                <a:lnTo>
                  <a:pt x="675861" y="195367"/>
                </a:lnTo>
                <a:close/>
                <a:lnTo>
                  <a:pt x="678919" y="193208"/>
                </a:lnTo>
                <a:close/>
                <a:lnTo>
                  <a:pt x="681977" y="191052"/>
                </a:lnTo>
                <a:close/>
                <a:lnTo>
                  <a:pt x="685035" y="188902"/>
                </a:lnTo>
                <a:close/>
                <a:lnTo>
                  <a:pt x="688094" y="186764"/>
                </a:lnTo>
                <a:close/>
                <a:lnTo>
                  <a:pt x="691152" y="184637"/>
                </a:lnTo>
                <a:close/>
                <a:lnTo>
                  <a:pt x="694210" y="182514"/>
                </a:lnTo>
                <a:close/>
                <a:lnTo>
                  <a:pt x="697268" y="180389"/>
                </a:lnTo>
                <a:close/>
                <a:lnTo>
                  <a:pt x="700326" y="178257"/>
                </a:lnTo>
                <a:close/>
                <a:lnTo>
                  <a:pt x="703385" y="176112"/>
                </a:lnTo>
                <a:close/>
                <a:lnTo>
                  <a:pt x="706443" y="173948"/>
                </a:lnTo>
                <a:close/>
                <a:lnTo>
                  <a:pt x="709501" y="171760"/>
                </a:lnTo>
                <a:close/>
                <a:lnTo>
                  <a:pt x="712559" y="169545"/>
                </a:lnTo>
                <a:close/>
                <a:lnTo>
                  <a:pt x="715617" y="167306"/>
                </a:lnTo>
                <a:close/>
                <a:lnTo>
                  <a:pt x="718676" y="165049"/>
                </a:lnTo>
                <a:close/>
                <a:lnTo>
                  <a:pt x="721734" y="162776"/>
                </a:lnTo>
                <a:close/>
                <a:lnTo>
                  <a:pt x="724792" y="160492"/>
                </a:lnTo>
                <a:close/>
                <a:lnTo>
                  <a:pt x="727850" y="158201"/>
                </a:lnTo>
                <a:close/>
                <a:lnTo>
                  <a:pt x="730908" y="155907"/>
                </a:lnTo>
                <a:close/>
                <a:lnTo>
                  <a:pt x="733967" y="153613"/>
                </a:lnTo>
                <a:close/>
                <a:lnTo>
                  <a:pt x="737025" y="151319"/>
                </a:lnTo>
                <a:close/>
                <a:lnTo>
                  <a:pt x="740083" y="149019"/>
                </a:lnTo>
                <a:close/>
                <a:lnTo>
                  <a:pt x="743141" y="146709"/>
                </a:lnTo>
                <a:close/>
                <a:lnTo>
                  <a:pt x="746199" y="144386"/>
                </a:lnTo>
                <a:close/>
                <a:lnTo>
                  <a:pt x="749258" y="142046"/>
                </a:lnTo>
                <a:close/>
                <a:lnTo>
                  <a:pt x="752316" y="139683"/>
                </a:lnTo>
                <a:close/>
                <a:lnTo>
                  <a:pt x="755374" y="137295"/>
                </a:lnTo>
                <a:close/>
                <a:lnTo>
                  <a:pt x="758432" y="134881"/>
                </a:lnTo>
                <a:close/>
                <a:lnTo>
                  <a:pt x="761490" y="132445"/>
                </a:lnTo>
                <a:close/>
                <a:lnTo>
                  <a:pt x="764548" y="129994"/>
                </a:lnTo>
                <a:close/>
                <a:lnTo>
                  <a:pt x="767607" y="127534"/>
                </a:lnTo>
                <a:close/>
                <a:lnTo>
                  <a:pt x="770665" y="125070"/>
                </a:lnTo>
                <a:close/>
                <a:lnTo>
                  <a:pt x="773723" y="122608"/>
                </a:lnTo>
                <a:close/>
                <a:lnTo>
                  <a:pt x="776781" y="120154"/>
                </a:lnTo>
                <a:close/>
                <a:lnTo>
                  <a:pt x="779839" y="117711"/>
                </a:lnTo>
                <a:close/>
                <a:lnTo>
                  <a:pt x="782898" y="115279"/>
                </a:lnTo>
                <a:close/>
                <a:lnTo>
                  <a:pt x="785956" y="112850"/>
                </a:lnTo>
                <a:close/>
                <a:lnTo>
                  <a:pt x="789014" y="110418"/>
                </a:lnTo>
                <a:close/>
                <a:lnTo>
                  <a:pt x="792072" y="107980"/>
                </a:lnTo>
                <a:close/>
                <a:lnTo>
                  <a:pt x="795130" y="105527"/>
                </a:lnTo>
                <a:close/>
                <a:lnTo>
                  <a:pt x="798189" y="103056"/>
                </a:lnTo>
                <a:close/>
                <a:lnTo>
                  <a:pt x="801247" y="100559"/>
                </a:lnTo>
                <a:close/>
                <a:lnTo>
                  <a:pt x="804305" y="98036"/>
                </a:lnTo>
                <a:close/>
                <a:lnTo>
                  <a:pt x="807363" y="95490"/>
                </a:lnTo>
                <a:close/>
                <a:lnTo>
                  <a:pt x="810421" y="92924"/>
                </a:lnTo>
                <a:close/>
                <a:lnTo>
                  <a:pt x="813480" y="90344"/>
                </a:lnTo>
                <a:close/>
                <a:lnTo>
                  <a:pt x="816538" y="87754"/>
                </a:lnTo>
                <a:close/>
                <a:lnTo>
                  <a:pt x="819596" y="85156"/>
                </a:lnTo>
                <a:close/>
                <a:lnTo>
                  <a:pt x="822654" y="82556"/>
                </a:lnTo>
                <a:close/>
                <a:lnTo>
                  <a:pt x="825712" y="79956"/>
                </a:lnTo>
                <a:close/>
                <a:lnTo>
                  <a:pt x="828771" y="77355"/>
                </a:lnTo>
                <a:close/>
                <a:lnTo>
                  <a:pt x="831829" y="74748"/>
                </a:lnTo>
                <a:close/>
                <a:lnTo>
                  <a:pt x="834887" y="72131"/>
                </a:lnTo>
                <a:close/>
                <a:lnTo>
                  <a:pt x="837945" y="69500"/>
                </a:lnTo>
                <a:close/>
                <a:lnTo>
                  <a:pt x="841003" y="66852"/>
                </a:lnTo>
                <a:close/>
                <a:lnTo>
                  <a:pt x="844062" y="64183"/>
                </a:lnTo>
                <a:close/>
                <a:lnTo>
                  <a:pt x="847120" y="61488"/>
                </a:lnTo>
                <a:close/>
                <a:lnTo>
                  <a:pt x="850178" y="58768"/>
                </a:lnTo>
                <a:close/>
                <a:lnTo>
                  <a:pt x="853236" y="56027"/>
                </a:lnTo>
                <a:close/>
                <a:lnTo>
                  <a:pt x="856294" y="53271"/>
                </a:lnTo>
                <a:close/>
                <a:lnTo>
                  <a:pt x="859353" y="50506"/>
                </a:lnTo>
                <a:close/>
                <a:lnTo>
                  <a:pt x="862411" y="47735"/>
                </a:lnTo>
                <a:close/>
                <a:lnTo>
                  <a:pt x="865469" y="44965"/>
                </a:lnTo>
                <a:close/>
                <a:lnTo>
                  <a:pt x="868527" y="42200"/>
                </a:lnTo>
                <a:close/>
                <a:lnTo>
                  <a:pt x="871585" y="39445"/>
                </a:lnTo>
                <a:close/>
                <a:lnTo>
                  <a:pt x="874643" y="36698"/>
                </a:lnTo>
                <a:close/>
                <a:lnTo>
                  <a:pt x="877702" y="33954"/>
                </a:lnTo>
                <a:close/>
                <a:lnTo>
                  <a:pt x="880760" y="31211"/>
                </a:lnTo>
                <a:close/>
                <a:lnTo>
                  <a:pt x="883818" y="28464"/>
                </a:lnTo>
                <a:close/>
                <a:lnTo>
                  <a:pt x="886876" y="25710"/>
                </a:lnTo>
                <a:close/>
                <a:lnTo>
                  <a:pt x="889934" y="22945"/>
                </a:lnTo>
                <a:close/>
                <a:lnTo>
                  <a:pt x="892993" y="20166"/>
                </a:lnTo>
                <a:close/>
                <a:lnTo>
                  <a:pt x="896051" y="17369"/>
                </a:lnTo>
                <a:close/>
                <a:lnTo>
                  <a:pt x="899109" y="14550"/>
                </a:lnTo>
                <a:close/>
                <a:lnTo>
                  <a:pt x="902167" y="11706"/>
                </a:lnTo>
                <a:close/>
                <a:lnTo>
                  <a:pt x="905225" y="8832"/>
                </a:lnTo>
                <a:close/>
                <a:lnTo>
                  <a:pt x="908284" y="5926"/>
                </a:lnTo>
                <a:close/>
                <a:lnTo>
                  <a:pt x="911342" y="2983"/>
                </a:lnTo>
                <a:close/>
                <a:lnTo>
                  <a:pt x="914400" y="0"/>
                </a:lnTo>
                <a:close/>
              </a:path>
            </a:pathLst>
          </a:custGeom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6172200.0" y="742950.0"/>
            <a:ext cx="0.0" cy="182880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121400" y="692150"/>
            <a:ext cx="101600" cy="1016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21400" y="1240790"/>
            <a:ext cx="10160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486400" y="743864"/>
            <a:ext cx="640080" cy="427940"/>
          </a:xfrm>
          <a:custGeom>
            <a:avLst/>
            <a:gdLst/>
            <a:ahLst/>
            <a:cxnLst/>
            <a:rect l="l" t="t" r="r" b="b"/>
            <a:pathLst>
              <a:path w="640080" h="427940">
                <a:moveTo>
                  <a:pt x="0" y="427940"/>
                </a:moveTo>
                <a:lnTo>
                  <a:pt x="6465" y="422805"/>
                </a:lnTo>
                <a:close/>
                <a:lnTo>
                  <a:pt x="12931" y="417752"/>
                </a:lnTo>
                <a:close/>
                <a:lnTo>
                  <a:pt x="19396" y="412762"/>
                </a:lnTo>
                <a:close/>
                <a:lnTo>
                  <a:pt x="25862" y="407818"/>
                </a:lnTo>
                <a:close/>
                <a:lnTo>
                  <a:pt x="32327" y="402902"/>
                </a:lnTo>
                <a:close/>
                <a:lnTo>
                  <a:pt x="38793" y="397998"/>
                </a:lnTo>
                <a:close/>
                <a:lnTo>
                  <a:pt x="45258" y="393087"/>
                </a:lnTo>
                <a:close/>
                <a:lnTo>
                  <a:pt x="51724" y="388157"/>
                </a:lnTo>
                <a:close/>
                <a:lnTo>
                  <a:pt x="58189" y="383226"/>
                </a:lnTo>
                <a:close/>
                <a:lnTo>
                  <a:pt x="64655" y="378319"/>
                </a:lnTo>
                <a:close/>
                <a:lnTo>
                  <a:pt x="71120" y="373460"/>
                </a:lnTo>
                <a:close/>
                <a:lnTo>
                  <a:pt x="77585" y="368656"/>
                </a:lnTo>
                <a:close/>
                <a:lnTo>
                  <a:pt x="84051" y="363885"/>
                </a:lnTo>
                <a:close/>
                <a:lnTo>
                  <a:pt x="90516" y="359126"/>
                </a:lnTo>
                <a:close/>
                <a:lnTo>
                  <a:pt x="96982" y="354357"/>
                </a:lnTo>
                <a:close/>
                <a:lnTo>
                  <a:pt x="103447" y="349576"/>
                </a:lnTo>
                <a:close/>
                <a:lnTo>
                  <a:pt x="109913" y="344784"/>
                </a:lnTo>
                <a:close/>
                <a:lnTo>
                  <a:pt x="116378" y="339986"/>
                </a:lnTo>
                <a:close/>
                <a:lnTo>
                  <a:pt x="122844" y="335186"/>
                </a:lnTo>
                <a:close/>
                <a:lnTo>
                  <a:pt x="129309" y="330396"/>
                </a:lnTo>
                <a:close/>
                <a:lnTo>
                  <a:pt x="135775" y="325630"/>
                </a:lnTo>
                <a:close/>
                <a:lnTo>
                  <a:pt x="142240" y="320898"/>
                </a:lnTo>
                <a:close/>
                <a:lnTo>
                  <a:pt x="148705" y="316212"/>
                </a:lnTo>
                <a:close/>
                <a:lnTo>
                  <a:pt x="155171" y="311582"/>
                </a:lnTo>
                <a:close/>
                <a:lnTo>
                  <a:pt x="161636" y="307019"/>
                </a:lnTo>
                <a:close/>
                <a:lnTo>
                  <a:pt x="168102" y="302512"/>
                </a:lnTo>
                <a:close/>
                <a:lnTo>
                  <a:pt x="174567" y="298012"/>
                </a:lnTo>
                <a:close/>
                <a:lnTo>
                  <a:pt x="181033" y="293466"/>
                </a:lnTo>
                <a:close/>
                <a:lnTo>
                  <a:pt x="187498" y="288828"/>
                </a:lnTo>
                <a:close/>
                <a:lnTo>
                  <a:pt x="193964" y="284132"/>
                </a:lnTo>
                <a:close/>
                <a:lnTo>
                  <a:pt x="200429" y="279458"/>
                </a:lnTo>
                <a:close/>
                <a:lnTo>
                  <a:pt x="206895" y="274887"/>
                </a:lnTo>
                <a:close/>
                <a:lnTo>
                  <a:pt x="213360" y="270455"/>
                </a:lnTo>
                <a:close/>
                <a:lnTo>
                  <a:pt x="219825" y="266095"/>
                </a:lnTo>
                <a:close/>
                <a:lnTo>
                  <a:pt x="226291" y="261726"/>
                </a:lnTo>
                <a:close/>
                <a:lnTo>
                  <a:pt x="232756" y="257271"/>
                </a:lnTo>
                <a:close/>
                <a:lnTo>
                  <a:pt x="239222" y="252736"/>
                </a:lnTo>
                <a:close/>
                <a:lnTo>
                  <a:pt x="245687" y="248180"/>
                </a:lnTo>
                <a:close/>
                <a:lnTo>
                  <a:pt x="252153" y="243665"/>
                </a:lnTo>
                <a:close/>
                <a:lnTo>
                  <a:pt x="258618" y="239230"/>
                </a:lnTo>
                <a:close/>
                <a:lnTo>
                  <a:pt x="265084" y="234847"/>
                </a:lnTo>
                <a:close/>
                <a:lnTo>
                  <a:pt x="271549" y="230478"/>
                </a:lnTo>
                <a:close/>
                <a:lnTo>
                  <a:pt x="278015" y="226087"/>
                </a:lnTo>
                <a:close/>
                <a:lnTo>
                  <a:pt x="284480" y="221673"/>
                </a:lnTo>
                <a:close/>
                <a:lnTo>
                  <a:pt x="290945" y="217268"/>
                </a:lnTo>
                <a:close/>
                <a:lnTo>
                  <a:pt x="297411" y="212901"/>
                </a:lnTo>
                <a:close/>
                <a:lnTo>
                  <a:pt x="303876" y="208593"/>
                </a:lnTo>
                <a:close/>
                <a:lnTo>
                  <a:pt x="310342" y="204330"/>
                </a:lnTo>
                <a:close/>
                <a:lnTo>
                  <a:pt x="316807" y="200088"/>
                </a:lnTo>
                <a:close/>
                <a:lnTo>
                  <a:pt x="323273" y="195844"/>
                </a:lnTo>
                <a:close/>
                <a:lnTo>
                  <a:pt x="329738" y="191587"/>
                </a:lnTo>
                <a:close/>
                <a:lnTo>
                  <a:pt x="336204" y="187317"/>
                </a:lnTo>
                <a:close/>
                <a:lnTo>
                  <a:pt x="342669" y="183034"/>
                </a:lnTo>
                <a:close/>
                <a:lnTo>
                  <a:pt x="349135" y="178742"/>
                </a:lnTo>
                <a:close/>
                <a:lnTo>
                  <a:pt x="355600" y="174458"/>
                </a:lnTo>
                <a:close/>
                <a:lnTo>
                  <a:pt x="362065" y="170203"/>
                </a:lnTo>
                <a:close/>
                <a:lnTo>
                  <a:pt x="368531" y="165997"/>
                </a:lnTo>
                <a:close/>
                <a:lnTo>
                  <a:pt x="374996" y="161841"/>
                </a:lnTo>
                <a:close/>
                <a:lnTo>
                  <a:pt x="381462" y="157717"/>
                </a:lnTo>
                <a:close/>
                <a:lnTo>
                  <a:pt x="387927" y="153603"/>
                </a:lnTo>
                <a:close/>
                <a:lnTo>
                  <a:pt x="394393" y="149482"/>
                </a:lnTo>
                <a:close/>
                <a:lnTo>
                  <a:pt x="400858" y="145349"/>
                </a:lnTo>
                <a:close/>
                <a:lnTo>
                  <a:pt x="407324" y="141203"/>
                </a:lnTo>
                <a:close/>
                <a:lnTo>
                  <a:pt x="413789" y="137046"/>
                </a:lnTo>
                <a:close/>
                <a:lnTo>
                  <a:pt x="420255" y="132884"/>
                </a:lnTo>
                <a:close/>
                <a:lnTo>
                  <a:pt x="426720" y="128739"/>
                </a:lnTo>
                <a:close/>
                <a:lnTo>
                  <a:pt x="433185" y="124630"/>
                </a:lnTo>
                <a:close/>
                <a:lnTo>
                  <a:pt x="439651" y="120574"/>
                </a:lnTo>
                <a:close/>
                <a:lnTo>
                  <a:pt x="446116" y="116563"/>
                </a:lnTo>
                <a:close/>
                <a:lnTo>
                  <a:pt x="452582" y="112574"/>
                </a:lnTo>
                <a:close/>
                <a:lnTo>
                  <a:pt x="459047" y="108589"/>
                </a:lnTo>
                <a:close/>
                <a:lnTo>
                  <a:pt x="465513" y="104592"/>
                </a:lnTo>
                <a:close/>
                <a:lnTo>
                  <a:pt x="471978" y="100584"/>
                </a:lnTo>
                <a:close/>
                <a:lnTo>
                  <a:pt x="478444" y="96562"/>
                </a:lnTo>
                <a:close/>
                <a:lnTo>
                  <a:pt x="484909" y="92530"/>
                </a:lnTo>
                <a:close/>
                <a:lnTo>
                  <a:pt x="491375" y="88501"/>
                </a:lnTo>
                <a:close/>
                <a:lnTo>
                  <a:pt x="497840" y="84497"/>
                </a:lnTo>
                <a:close/>
                <a:lnTo>
                  <a:pt x="504305" y="80539"/>
                </a:lnTo>
                <a:close/>
                <a:lnTo>
                  <a:pt x="510771" y="76634"/>
                </a:lnTo>
                <a:close/>
                <a:lnTo>
                  <a:pt x="517236" y="72764"/>
                </a:lnTo>
                <a:close/>
                <a:lnTo>
                  <a:pt x="523702" y="68907"/>
                </a:lnTo>
                <a:close/>
                <a:lnTo>
                  <a:pt x="530167" y="65041"/>
                </a:lnTo>
                <a:close/>
                <a:lnTo>
                  <a:pt x="536633" y="61162"/>
                </a:lnTo>
                <a:close/>
                <a:lnTo>
                  <a:pt x="543098" y="57278"/>
                </a:lnTo>
                <a:close/>
                <a:lnTo>
                  <a:pt x="549564" y="53396"/>
                </a:lnTo>
                <a:close/>
                <a:lnTo>
                  <a:pt x="556029" y="49520"/>
                </a:lnTo>
                <a:close/>
                <a:lnTo>
                  <a:pt x="562495" y="45645"/>
                </a:lnTo>
                <a:close/>
                <a:lnTo>
                  <a:pt x="568960" y="41763"/>
                </a:lnTo>
                <a:close/>
                <a:lnTo>
                  <a:pt x="575425" y="37867"/>
                </a:lnTo>
                <a:close/>
                <a:lnTo>
                  <a:pt x="581891" y="33969"/>
                </a:lnTo>
                <a:close/>
                <a:lnTo>
                  <a:pt x="588356" y="30087"/>
                </a:lnTo>
                <a:close/>
                <a:lnTo>
                  <a:pt x="594822" y="26245"/>
                </a:lnTo>
                <a:close/>
                <a:lnTo>
                  <a:pt x="601287" y="22456"/>
                </a:lnTo>
                <a:close/>
                <a:lnTo>
                  <a:pt x="607753" y="18708"/>
                </a:lnTo>
                <a:close/>
                <a:lnTo>
                  <a:pt x="614218" y="14984"/>
                </a:lnTo>
                <a:close/>
                <a:lnTo>
                  <a:pt x="620684" y="11269"/>
                </a:lnTo>
                <a:close/>
                <a:lnTo>
                  <a:pt x="627149" y="7544"/>
                </a:lnTo>
                <a:close/>
                <a:lnTo>
                  <a:pt x="633615" y="3793"/>
                </a:lnTo>
                <a:close/>
                <a:lnTo>
                  <a:pt x="640080" y="0"/>
                </a:lnTo>
                <a:close/>
              </a:path>
            </a:pathLst>
          </a:custGeom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217920" y="1066190"/>
            <a:ext cx="640080" cy="224486"/>
          </a:xfrm>
          <a:custGeom>
            <a:avLst/>
            <a:gdLst/>
            <a:ahLst/>
            <a:cxnLst/>
            <a:rect l="l" t="t" r="r" b="b"/>
            <a:pathLst>
              <a:path w="640080" h="224486">
                <a:moveTo>
                  <a:pt x="640080" y="0"/>
                </a:moveTo>
                <a:lnTo>
                  <a:pt x="633615" y="4668"/>
                </a:lnTo>
                <a:close/>
                <a:lnTo>
                  <a:pt x="627149" y="9214"/>
                </a:lnTo>
                <a:close/>
                <a:lnTo>
                  <a:pt x="620684" y="13657"/>
                </a:lnTo>
                <a:close/>
                <a:lnTo>
                  <a:pt x="614218" y="18018"/>
                </a:lnTo>
                <a:close/>
                <a:lnTo>
                  <a:pt x="607753" y="22313"/>
                </a:lnTo>
                <a:close/>
                <a:lnTo>
                  <a:pt x="601287" y="26564"/>
                </a:lnTo>
                <a:close/>
                <a:lnTo>
                  <a:pt x="594822" y="30789"/>
                </a:lnTo>
                <a:close/>
                <a:lnTo>
                  <a:pt x="588356" y="34999"/>
                </a:lnTo>
                <a:close/>
                <a:lnTo>
                  <a:pt x="581891" y="39173"/>
                </a:lnTo>
                <a:close/>
                <a:lnTo>
                  <a:pt x="575425" y="43277"/>
                </a:lnTo>
                <a:close/>
                <a:lnTo>
                  <a:pt x="568960" y="47278"/>
                </a:lnTo>
                <a:close/>
                <a:lnTo>
                  <a:pt x="562495" y="51179"/>
                </a:lnTo>
                <a:close/>
                <a:lnTo>
                  <a:pt x="556029" y="55030"/>
                </a:lnTo>
                <a:close/>
                <a:lnTo>
                  <a:pt x="549564" y="58883"/>
                </a:lnTo>
                <a:close/>
                <a:lnTo>
                  <a:pt x="543098" y="62780"/>
                </a:lnTo>
                <a:close/>
                <a:lnTo>
                  <a:pt x="536633" y="66694"/>
                </a:lnTo>
                <a:close/>
                <a:lnTo>
                  <a:pt x="530167" y="70570"/>
                </a:lnTo>
                <a:close/>
                <a:lnTo>
                  <a:pt x="523702" y="74356"/>
                </a:lnTo>
                <a:close/>
                <a:lnTo>
                  <a:pt x="517236" y="78032"/>
                </a:lnTo>
                <a:close/>
                <a:lnTo>
                  <a:pt x="510771" y="81631"/>
                </a:lnTo>
                <a:close/>
                <a:lnTo>
                  <a:pt x="504305" y="85192"/>
                </a:lnTo>
                <a:close/>
                <a:lnTo>
                  <a:pt x="497840" y="88748"/>
                </a:lnTo>
                <a:close/>
                <a:lnTo>
                  <a:pt x="491375" y="92282"/>
                </a:lnTo>
                <a:close/>
                <a:lnTo>
                  <a:pt x="484909" y="95756"/>
                </a:lnTo>
                <a:close/>
                <a:lnTo>
                  <a:pt x="478444" y="99131"/>
                </a:lnTo>
                <a:close/>
                <a:lnTo>
                  <a:pt x="471978" y="102398"/>
                </a:lnTo>
                <a:close/>
                <a:lnTo>
                  <a:pt x="465513" y="105606"/>
                </a:lnTo>
                <a:close/>
                <a:lnTo>
                  <a:pt x="459047" y="108807"/>
                </a:lnTo>
                <a:close/>
                <a:lnTo>
                  <a:pt x="452582" y="112051"/>
                </a:lnTo>
                <a:close/>
                <a:lnTo>
                  <a:pt x="446116" y="115319"/>
                </a:lnTo>
                <a:close/>
                <a:lnTo>
                  <a:pt x="439651" y="118558"/>
                </a:lnTo>
                <a:close/>
                <a:lnTo>
                  <a:pt x="433185" y="121713"/>
                </a:lnTo>
                <a:close/>
                <a:lnTo>
                  <a:pt x="426720" y="124757"/>
                </a:lnTo>
                <a:close/>
                <a:lnTo>
                  <a:pt x="420255" y="127718"/>
                </a:lnTo>
                <a:close/>
                <a:lnTo>
                  <a:pt x="413789" y="130635"/>
                </a:lnTo>
                <a:close/>
                <a:lnTo>
                  <a:pt x="407324" y="133545"/>
                </a:lnTo>
                <a:close/>
                <a:lnTo>
                  <a:pt x="400858" y="136437"/>
                </a:lnTo>
                <a:close/>
                <a:lnTo>
                  <a:pt x="394393" y="139276"/>
                </a:lnTo>
                <a:close/>
                <a:lnTo>
                  <a:pt x="387927" y="142021"/>
                </a:lnTo>
                <a:close/>
                <a:lnTo>
                  <a:pt x="381462" y="144655"/>
                </a:lnTo>
                <a:close/>
                <a:lnTo>
                  <a:pt x="374996" y="147221"/>
                </a:lnTo>
                <a:close/>
                <a:lnTo>
                  <a:pt x="368531" y="149773"/>
                </a:lnTo>
                <a:close/>
                <a:lnTo>
                  <a:pt x="362065" y="152363"/>
                </a:lnTo>
                <a:close/>
                <a:lnTo>
                  <a:pt x="355600" y="154984"/>
                </a:lnTo>
                <a:close/>
                <a:lnTo>
                  <a:pt x="349135" y="157584"/>
                </a:lnTo>
                <a:close/>
                <a:lnTo>
                  <a:pt x="342669" y="160109"/>
                </a:lnTo>
                <a:close/>
                <a:lnTo>
                  <a:pt x="336204" y="162520"/>
                </a:lnTo>
                <a:close/>
                <a:lnTo>
                  <a:pt x="329738" y="164844"/>
                </a:lnTo>
                <a:close/>
                <a:lnTo>
                  <a:pt x="323273" y="167119"/>
                </a:lnTo>
                <a:close/>
                <a:lnTo>
                  <a:pt x="316807" y="169382"/>
                </a:lnTo>
                <a:close/>
                <a:lnTo>
                  <a:pt x="310342" y="171633"/>
                </a:lnTo>
                <a:close/>
                <a:lnTo>
                  <a:pt x="303876" y="173835"/>
                </a:lnTo>
                <a:close/>
                <a:lnTo>
                  <a:pt x="297411" y="175949"/>
                </a:lnTo>
                <a:close/>
                <a:lnTo>
                  <a:pt x="290945" y="177950"/>
                </a:lnTo>
                <a:close/>
                <a:lnTo>
                  <a:pt x="284480" y="179876"/>
                </a:lnTo>
                <a:close/>
                <a:lnTo>
                  <a:pt x="278015" y="181781"/>
                </a:lnTo>
                <a:close/>
                <a:lnTo>
                  <a:pt x="271549" y="183717"/>
                </a:lnTo>
                <a:close/>
                <a:lnTo>
                  <a:pt x="265084" y="185690"/>
                </a:lnTo>
                <a:close/>
                <a:lnTo>
                  <a:pt x="258618" y="187650"/>
                </a:lnTo>
                <a:close/>
                <a:lnTo>
                  <a:pt x="252153" y="189542"/>
                </a:lnTo>
                <a:close/>
                <a:lnTo>
                  <a:pt x="245687" y="191323"/>
                </a:lnTo>
                <a:close/>
                <a:lnTo>
                  <a:pt x="239222" y="193010"/>
                </a:lnTo>
                <a:close/>
                <a:lnTo>
                  <a:pt x="232756" y="194643"/>
                </a:lnTo>
                <a:close/>
                <a:lnTo>
                  <a:pt x="226291" y="196260"/>
                </a:lnTo>
                <a:close/>
                <a:lnTo>
                  <a:pt x="219825" y="197868"/>
                </a:lnTo>
                <a:close/>
                <a:lnTo>
                  <a:pt x="213360" y="199433"/>
                </a:lnTo>
                <a:close/>
                <a:lnTo>
                  <a:pt x="206895" y="200915"/>
                </a:lnTo>
                <a:close/>
                <a:lnTo>
                  <a:pt x="200429" y="202285"/>
                </a:lnTo>
                <a:close/>
                <a:lnTo>
                  <a:pt x="193964" y="203572"/>
                </a:lnTo>
                <a:close/>
                <a:lnTo>
                  <a:pt x="187498" y="204830"/>
                </a:lnTo>
                <a:close/>
                <a:lnTo>
                  <a:pt x="181033" y="206112"/>
                </a:lnTo>
                <a:close/>
                <a:lnTo>
                  <a:pt x="174567" y="207437"/>
                </a:lnTo>
                <a:close/>
                <a:lnTo>
                  <a:pt x="168102" y="208755"/>
                </a:lnTo>
                <a:close/>
                <a:lnTo>
                  <a:pt x="161636" y="210014"/>
                </a:lnTo>
                <a:close/>
                <a:lnTo>
                  <a:pt x="155171" y="211164"/>
                </a:lnTo>
                <a:close/>
                <a:lnTo>
                  <a:pt x="148705" y="212216"/>
                </a:lnTo>
                <a:close/>
                <a:lnTo>
                  <a:pt x="142240" y="213208"/>
                </a:lnTo>
                <a:close/>
                <a:lnTo>
                  <a:pt x="135775" y="214178"/>
                </a:lnTo>
                <a:close/>
                <a:lnTo>
                  <a:pt x="129309" y="215143"/>
                </a:lnTo>
                <a:close/>
                <a:lnTo>
                  <a:pt x="122844" y="216069"/>
                </a:lnTo>
                <a:close/>
                <a:lnTo>
                  <a:pt x="116378" y="216920"/>
                </a:lnTo>
                <a:close/>
                <a:lnTo>
                  <a:pt x="109913" y="217660"/>
                </a:lnTo>
                <a:close/>
                <a:lnTo>
                  <a:pt x="103447" y="218309"/>
                </a:lnTo>
                <a:close/>
                <a:lnTo>
                  <a:pt x="96982" y="218921"/>
                </a:lnTo>
                <a:close/>
                <a:lnTo>
                  <a:pt x="90516" y="219549"/>
                </a:lnTo>
                <a:close/>
                <a:lnTo>
                  <a:pt x="84051" y="220221"/>
                </a:lnTo>
                <a:close/>
                <a:lnTo>
                  <a:pt x="77585" y="220896"/>
                </a:lnTo>
                <a:close/>
                <a:lnTo>
                  <a:pt x="71120" y="221521"/>
                </a:lnTo>
                <a:close/>
                <a:lnTo>
                  <a:pt x="64655" y="222049"/>
                </a:lnTo>
                <a:close/>
                <a:lnTo>
                  <a:pt x="58189" y="222474"/>
                </a:lnTo>
                <a:close/>
                <a:lnTo>
                  <a:pt x="51724" y="222826"/>
                </a:lnTo>
                <a:close/>
                <a:lnTo>
                  <a:pt x="45258" y="223135"/>
                </a:lnTo>
                <a:close/>
                <a:lnTo>
                  <a:pt x="38793" y="223424"/>
                </a:lnTo>
                <a:close/>
                <a:lnTo>
                  <a:pt x="32327" y="223690"/>
                </a:lnTo>
                <a:close/>
                <a:lnTo>
                  <a:pt x="25862" y="223929"/>
                </a:lnTo>
                <a:close/>
                <a:lnTo>
                  <a:pt x="19396" y="224134"/>
                </a:lnTo>
                <a:close/>
                <a:lnTo>
                  <a:pt x="12931" y="224299"/>
                </a:lnTo>
                <a:close/>
                <a:lnTo>
                  <a:pt x="6465" y="224418"/>
                </a:lnTo>
                <a:close/>
                <a:lnTo>
                  <a:pt x="0" y="224486"/>
                </a:lnTo>
                <a:close/>
              </a:path>
            </a:pathLst>
          </a:custGeom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5340" y="220853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