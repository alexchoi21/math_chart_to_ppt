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043684.0"/>
            <a:ext cx="45720.0" cy="20802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17720.0" y="1957273.2"/>
            <a:ext cx="45720.0" cy="86410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663440.0" y="1891436.4"/>
            <a:ext cx="45720.0" cy="65836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709160.0" y="1835658.0"/>
            <a:ext cx="45720.0" cy="55778.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754880.0" y="1786280.4"/>
            <a:ext cx="45720.0" cy="49377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00600.0" y="1741932.0"/>
            <a:ext cx="45720.0" cy="44348.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846320.0" y="1700784.0"/>
            <a:ext cx="45720.0" cy="4114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92040.0" y="1662836.4"/>
            <a:ext cx="45720.0" cy="37947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937760.0" y="1626717.6"/>
            <a:ext cx="45720.0" cy="36118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983480.0" y="1593342.0"/>
            <a:ext cx="45720.0" cy="33375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029200.0" y="1561795.2"/>
            <a:ext cx="45720.0" cy="31546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074920.0" y="1531162.8"/>
            <a:ext cx="45720.0" cy="30632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120640.0" y="1501902.0"/>
            <a:ext cx="45720.0" cy="29260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166360.0" y="1474012.8"/>
            <a:ext cx="45720.0" cy="27889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212080.0" y="1447038.0"/>
            <a:ext cx="45720.0" cy="26974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257800.0" y="1421434.8"/>
            <a:ext cx="45720.0" cy="25603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303520.0" y="1396288.7999999998"/>
            <a:ext cx="45720.0" cy="25146.0000000002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349240.0" y="1372057.2"/>
            <a:ext cx="45720.0" cy="24231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394960.0" y="1348740.0"/>
            <a:ext cx="45720.0" cy="2331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440680.0" y="1325422.8"/>
            <a:ext cx="45720.0" cy="2331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486400.0" y="1303477.2"/>
            <a:ext cx="45720.0" cy="21945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532120.0" y="1281531.5999999999"/>
            <a:ext cx="45720.0" cy="21945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577840.0" y="1260500.4000000001"/>
            <a:ext cx="45720.0" cy="21031.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623560.0" y="1239469.2"/>
            <a:ext cx="45720.0" cy="21031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669280.0" y="1218895.2"/>
            <a:ext cx="45720.0" cy="2057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715000.0" y="1199235.6"/>
            <a:ext cx="45720.0" cy="19659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760720.0" y="1179576.0"/>
            <a:ext cx="45720.0" cy="19659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806440.0" y="1159916.4"/>
            <a:ext cx="45720.0" cy="19659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852160.0" y="1141171.2"/>
            <a:ext cx="45720.0" cy="18745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943600.0" y="1296162.0"/>
            <a:ext cx="45720.0" cy="13258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989320.0" y="1241298.0"/>
            <a:ext cx="45720.0" cy="5486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035040.0" y="1195578.0"/>
            <a:ext cx="4572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080760.0" y="1158544.7999999998"/>
            <a:ext cx="45720.0" cy="37033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126480.0" y="1126540.8"/>
            <a:ext cx="45720.0" cy="32003.99999999976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172200.0" y="1097737.2"/>
            <a:ext cx="45720.0" cy="28803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217920.0" y="1071219.6"/>
            <a:ext cx="45720.0" cy="26517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263640.0" y="1046988.0"/>
            <a:ext cx="45720.0" cy="24231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309360.0" y="1024128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355080.0" y="1002639.6000000001"/>
            <a:ext cx="45720.0" cy="21488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400800.0" y="982522.8"/>
            <a:ext cx="45720.0" cy="20116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446520.0" y="963320.4000000001"/>
            <a:ext cx="45720.0" cy="19202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492240.0" y="944575.2"/>
            <a:ext cx="45720.0" cy="18745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537960.0" y="927201.6000000001"/>
            <a:ext cx="45720.0" cy="17373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583680.0" y="909828.0"/>
            <a:ext cx="45720.0" cy="17373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629400.0" y="893368.8"/>
            <a:ext cx="45720.0" cy="16459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6675120.0" y="877366.8"/>
            <a:ext cx="45720.0" cy="1600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720840.0" y="861822.0"/>
            <a:ext cx="45720.0" cy="15544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766560.0" y="847191.6000000001"/>
            <a:ext cx="45720.0" cy="14630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6812280.0" y="832561.2000000002"/>
            <a:ext cx="45720.0" cy="14630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858000.0" y="818388.0"/>
            <a:ext cx="45720.0" cy="14173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6903720.0" y="804672.0"/>
            <a:ext cx="45720.0" cy="1371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6949440.0" y="791413.2"/>
            <a:ext cx="45720.0" cy="13258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6995160.0" y="778611.5999999999"/>
            <a:ext cx="45720.0" cy="12801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7040880.0" y="765810.0"/>
            <a:ext cx="45720.0" cy="12801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086600.0" y="753465.6000000001"/>
            <a:ext cx="45720.0" cy="12344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132320.0" y="741121.2000000002"/>
            <a:ext cx="45720.0" cy="12344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7178040.0" y="729234.0"/>
            <a:ext cx="45720.0" cy="11887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223760.0" y="717804.0000000002"/>
            <a:ext cx="45720.0" cy="11429.99999999976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269480.0" y="706374.0"/>
            <a:ext cx="45720.0" cy="11430.0000000002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5905500" y="107061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905500" y="13906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29400" y="7429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$y=f(x)$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