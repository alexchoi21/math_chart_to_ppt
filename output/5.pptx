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2004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27432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343400" y="1004468"/>
            <a:ext cx="1600200" cy="1149401"/>
          </a:xfrm>
          <a:custGeom>
            <a:avLst/>
            <a:gdLst/>
            <a:ahLst/>
            <a:cxnLst/>
            <a:rect l="l" t="t" r="r" b="b"/>
            <a:pathLst>
              <a:path w="1600200" h="1149401">
                <a:moveTo>
                  <a:pt x="0" y="1149401"/>
                </a:moveTo>
                <a:lnTo>
                  <a:pt x="5364" y="1141441"/>
                </a:lnTo>
                <a:close/>
                <a:lnTo>
                  <a:pt x="10726" y="1133568"/>
                </a:lnTo>
                <a:close/>
                <a:lnTo>
                  <a:pt x="16087" y="1125782"/>
                </a:lnTo>
                <a:close/>
                <a:lnTo>
                  <a:pt x="21447" y="1118081"/>
                </a:lnTo>
                <a:close/>
                <a:lnTo>
                  <a:pt x="26806" y="1110464"/>
                </a:lnTo>
                <a:close/>
                <a:lnTo>
                  <a:pt x="32163" y="1102928"/>
                </a:lnTo>
                <a:close/>
                <a:lnTo>
                  <a:pt x="37520" y="1095473"/>
                </a:lnTo>
                <a:close/>
                <a:lnTo>
                  <a:pt x="42877" y="1088097"/>
                </a:lnTo>
                <a:close/>
                <a:lnTo>
                  <a:pt x="48232" y="1080798"/>
                </a:lnTo>
                <a:close/>
                <a:lnTo>
                  <a:pt x="53587" y="1073575"/>
                </a:lnTo>
                <a:close/>
                <a:lnTo>
                  <a:pt x="58942" y="1066427"/>
                </a:lnTo>
                <a:close/>
                <a:lnTo>
                  <a:pt x="64297" y="1059351"/>
                </a:lnTo>
                <a:close/>
                <a:lnTo>
                  <a:pt x="69652" y="1052347"/>
                </a:lnTo>
                <a:close/>
                <a:lnTo>
                  <a:pt x="75006" y="1045413"/>
                </a:lnTo>
                <a:close/>
                <a:lnTo>
                  <a:pt x="80361" y="1038547"/>
                </a:lnTo>
                <a:close/>
                <a:lnTo>
                  <a:pt x="85716" y="1031748"/>
                </a:lnTo>
                <a:close/>
                <a:lnTo>
                  <a:pt x="91072" y="1025015"/>
                </a:lnTo>
                <a:close/>
                <a:lnTo>
                  <a:pt x="96428" y="1018345"/>
                </a:lnTo>
                <a:close/>
                <a:lnTo>
                  <a:pt x="101785" y="1011737"/>
                </a:lnTo>
                <a:close/>
                <a:lnTo>
                  <a:pt x="107143" y="1005190"/>
                </a:lnTo>
                <a:close/>
                <a:lnTo>
                  <a:pt x="112502" y="998703"/>
                </a:lnTo>
                <a:close/>
                <a:lnTo>
                  <a:pt x="117862" y="992273"/>
                </a:lnTo>
                <a:close/>
                <a:lnTo>
                  <a:pt x="123223" y="985900"/>
                </a:lnTo>
                <a:close/>
                <a:lnTo>
                  <a:pt x="128585" y="979582"/>
                </a:lnTo>
                <a:close/>
                <a:lnTo>
                  <a:pt x="133949" y="973316"/>
                </a:lnTo>
                <a:close/>
                <a:lnTo>
                  <a:pt x="139315" y="967103"/>
                </a:lnTo>
                <a:close/>
                <a:lnTo>
                  <a:pt x="144681" y="960940"/>
                </a:lnTo>
                <a:close/>
                <a:lnTo>
                  <a:pt x="150048" y="954827"/>
                </a:lnTo>
                <a:close/>
                <a:lnTo>
                  <a:pt x="155414" y="948764"/>
                </a:lnTo>
                <a:close/>
                <a:lnTo>
                  <a:pt x="160779" y="942748"/>
                </a:lnTo>
                <a:close/>
                <a:lnTo>
                  <a:pt x="166143" y="936779"/>
                </a:lnTo>
                <a:close/>
                <a:lnTo>
                  <a:pt x="171504" y="930856"/>
                </a:lnTo>
                <a:close/>
                <a:lnTo>
                  <a:pt x="176862" y="924979"/>
                </a:lnTo>
                <a:close/>
                <a:lnTo>
                  <a:pt x="182217" y="919145"/>
                </a:lnTo>
                <a:close/>
                <a:lnTo>
                  <a:pt x="187567" y="913355"/>
                </a:lnTo>
                <a:close/>
                <a:lnTo>
                  <a:pt x="192913" y="907606"/>
                </a:lnTo>
                <a:close/>
                <a:lnTo>
                  <a:pt x="198253" y="901900"/>
                </a:lnTo>
                <a:close/>
                <a:lnTo>
                  <a:pt x="203587" y="896233"/>
                </a:lnTo>
                <a:close/>
                <a:lnTo>
                  <a:pt x="208915" y="890606"/>
                </a:lnTo>
                <a:close/>
                <a:lnTo>
                  <a:pt x="214238" y="885019"/>
                </a:lnTo>
                <a:close/>
                <a:lnTo>
                  <a:pt x="219557" y="879471"/>
                </a:lnTo>
                <a:close/>
                <a:lnTo>
                  <a:pt x="224874" y="873961"/>
                </a:lnTo>
                <a:close/>
                <a:lnTo>
                  <a:pt x="230190" y="868490"/>
                </a:lnTo>
                <a:close/>
                <a:lnTo>
                  <a:pt x="235504" y="863057"/>
                </a:lnTo>
                <a:close/>
                <a:lnTo>
                  <a:pt x="240819" y="857661"/>
                </a:lnTo>
                <a:close/>
                <a:lnTo>
                  <a:pt x="246136" y="852303"/>
                </a:lnTo>
                <a:close/>
                <a:lnTo>
                  <a:pt x="251455" y="846982"/>
                </a:lnTo>
                <a:close/>
                <a:lnTo>
                  <a:pt x="256777" y="841698"/>
                </a:lnTo>
                <a:close/>
                <a:lnTo>
                  <a:pt x="262104" y="836450"/>
                </a:lnTo>
                <a:close/>
                <a:lnTo>
                  <a:pt x="267437" y="831238"/>
                </a:lnTo>
                <a:close/>
                <a:lnTo>
                  <a:pt x="272776" y="826062"/>
                </a:lnTo>
                <a:close/>
                <a:lnTo>
                  <a:pt x="278120" y="820921"/>
                </a:lnTo>
                <a:close/>
                <a:lnTo>
                  <a:pt x="283469" y="815814"/>
                </a:lnTo>
                <a:close/>
                <a:lnTo>
                  <a:pt x="288823" y="810742"/>
                </a:lnTo>
                <a:close/>
                <a:lnTo>
                  <a:pt x="294181" y="805703"/>
                </a:lnTo>
                <a:close/>
                <a:lnTo>
                  <a:pt x="299541" y="800697"/>
                </a:lnTo>
                <a:close/>
                <a:lnTo>
                  <a:pt x="304904" y="795723"/>
                </a:lnTo>
                <a:close/>
                <a:lnTo>
                  <a:pt x="310269" y="790782"/>
                </a:lnTo>
                <a:close/>
                <a:lnTo>
                  <a:pt x="315635" y="785872"/>
                </a:lnTo>
                <a:close/>
                <a:lnTo>
                  <a:pt x="321002" y="780993"/>
                </a:lnTo>
                <a:close/>
                <a:lnTo>
                  <a:pt x="326368" y="776144"/>
                </a:lnTo>
                <a:close/>
                <a:lnTo>
                  <a:pt x="331734" y="771325"/>
                </a:lnTo>
                <a:close/>
                <a:lnTo>
                  <a:pt x="337098" y="766536"/>
                </a:lnTo>
                <a:close/>
                <a:lnTo>
                  <a:pt x="342461" y="761775"/>
                </a:lnTo>
                <a:close/>
                <a:lnTo>
                  <a:pt x="347823" y="757043"/>
                </a:lnTo>
                <a:close/>
                <a:lnTo>
                  <a:pt x="353183" y="752339"/>
                </a:lnTo>
                <a:close/>
                <a:lnTo>
                  <a:pt x="358542" y="747663"/>
                </a:lnTo>
                <a:close/>
                <a:lnTo>
                  <a:pt x="363900" y="743014"/>
                </a:lnTo>
                <a:close/>
                <a:lnTo>
                  <a:pt x="369257" y="738392"/>
                </a:lnTo>
                <a:close/>
                <a:lnTo>
                  <a:pt x="374613" y="733797"/>
                </a:lnTo>
                <a:close/>
                <a:lnTo>
                  <a:pt x="379969" y="729227"/>
                </a:lnTo>
                <a:close/>
                <a:lnTo>
                  <a:pt x="385324" y="724684"/>
                </a:lnTo>
                <a:close/>
                <a:lnTo>
                  <a:pt x="390679" y="720165"/>
                </a:lnTo>
                <a:close/>
                <a:lnTo>
                  <a:pt x="396034" y="715672"/>
                </a:lnTo>
                <a:close/>
                <a:lnTo>
                  <a:pt x="401389" y="711203"/>
                </a:lnTo>
                <a:close/>
                <a:lnTo>
                  <a:pt x="406743" y="706758"/>
                </a:lnTo>
                <a:close/>
                <a:lnTo>
                  <a:pt x="412098" y="702337"/>
                </a:lnTo>
                <a:close/>
                <a:lnTo>
                  <a:pt x="417453" y="697937"/>
                </a:lnTo>
                <a:close/>
                <a:lnTo>
                  <a:pt x="422809" y="693560"/>
                </a:lnTo>
                <a:close/>
                <a:lnTo>
                  <a:pt x="428165" y="689204"/>
                </a:lnTo>
                <a:close/>
                <a:lnTo>
                  <a:pt x="433522" y="684869"/>
                </a:lnTo>
                <a:close/>
                <a:lnTo>
                  <a:pt x="438879" y="680553"/>
                </a:lnTo>
                <a:close/>
                <a:lnTo>
                  <a:pt x="444238" y="676257"/>
                </a:lnTo>
                <a:close/>
                <a:lnTo>
                  <a:pt x="449597" y="671979"/>
                </a:lnTo>
                <a:close/>
                <a:lnTo>
                  <a:pt x="454958" y="667718"/>
                </a:lnTo>
                <a:close/>
                <a:lnTo>
                  <a:pt x="460320" y="663474"/>
                </a:lnTo>
                <a:close/>
                <a:lnTo>
                  <a:pt x="465684" y="659247"/>
                </a:lnTo>
                <a:close/>
                <a:lnTo>
                  <a:pt x="471049" y="655035"/>
                </a:lnTo>
                <a:close/>
                <a:lnTo>
                  <a:pt x="476415" y="650839"/>
                </a:lnTo>
                <a:close/>
                <a:lnTo>
                  <a:pt x="481781" y="646659"/>
                </a:lnTo>
                <a:close/>
                <a:lnTo>
                  <a:pt x="487148" y="642496"/>
                </a:lnTo>
                <a:close/>
                <a:lnTo>
                  <a:pt x="492513" y="638349"/>
                </a:lnTo>
                <a:close/>
                <a:lnTo>
                  <a:pt x="497877" y="634220"/>
                </a:lnTo>
                <a:close/>
                <a:lnTo>
                  <a:pt x="503239" y="630108"/>
                </a:lnTo>
                <a:close/>
                <a:lnTo>
                  <a:pt x="508599" y="626015"/>
                </a:lnTo>
                <a:close/>
                <a:lnTo>
                  <a:pt x="513954" y="621940"/>
                </a:lnTo>
                <a:close/>
                <a:lnTo>
                  <a:pt x="519306" y="617883"/>
                </a:lnTo>
                <a:close/>
                <a:lnTo>
                  <a:pt x="524653" y="613846"/>
                </a:lnTo>
                <a:close/>
                <a:lnTo>
                  <a:pt x="529995" y="609829"/>
                </a:lnTo>
                <a:close/>
                <a:lnTo>
                  <a:pt x="535330" y="605832"/>
                </a:lnTo>
                <a:close/>
                <a:lnTo>
                  <a:pt x="540660" y="601854"/>
                </a:lnTo>
                <a:close/>
                <a:lnTo>
                  <a:pt x="545984" y="597896"/>
                </a:lnTo>
                <a:close/>
                <a:lnTo>
                  <a:pt x="551305" y="593956"/>
                </a:lnTo>
                <a:close/>
                <a:lnTo>
                  <a:pt x="556622" y="590034"/>
                </a:lnTo>
                <a:close/>
                <a:lnTo>
                  <a:pt x="561938" y="586128"/>
                </a:lnTo>
                <a:close/>
                <a:lnTo>
                  <a:pt x="567253" y="582237"/>
                </a:lnTo>
                <a:close/>
                <a:lnTo>
                  <a:pt x="572568" y="578362"/>
                </a:lnTo>
                <a:close/>
                <a:lnTo>
                  <a:pt x="577884" y="574500"/>
                </a:lnTo>
                <a:close/>
                <a:lnTo>
                  <a:pt x="583202" y="570651"/>
                </a:lnTo>
                <a:close/>
                <a:lnTo>
                  <a:pt x="588523" y="566815"/>
                </a:lnTo>
                <a:close/>
                <a:lnTo>
                  <a:pt x="593849" y="562990"/>
                </a:lnTo>
                <a:close/>
                <a:lnTo>
                  <a:pt x="599180" y="559175"/>
                </a:lnTo>
                <a:close/>
                <a:lnTo>
                  <a:pt x="604517" y="555370"/>
                </a:lnTo>
                <a:close/>
                <a:lnTo>
                  <a:pt x="609860" y="551575"/>
                </a:lnTo>
                <a:close/>
                <a:lnTo>
                  <a:pt x="615208" y="547789"/>
                </a:lnTo>
                <a:close/>
                <a:lnTo>
                  <a:pt x="620561" y="544014"/>
                </a:lnTo>
                <a:close/>
                <a:lnTo>
                  <a:pt x="625917" y="540249"/>
                </a:lnTo>
                <a:close/>
                <a:lnTo>
                  <a:pt x="631277" y="536495"/>
                </a:lnTo>
                <a:close/>
                <a:lnTo>
                  <a:pt x="636640" y="532751"/>
                </a:lnTo>
                <a:close/>
                <a:lnTo>
                  <a:pt x="642004" y="529019"/>
                </a:lnTo>
                <a:close/>
                <a:lnTo>
                  <a:pt x="647370" y="525299"/>
                </a:lnTo>
                <a:close/>
                <a:lnTo>
                  <a:pt x="652736" y="521590"/>
                </a:lnTo>
                <a:close/>
                <a:lnTo>
                  <a:pt x="658103" y="517893"/>
                </a:lnTo>
                <a:close/>
                <a:lnTo>
                  <a:pt x="663468" y="514208"/>
                </a:lnTo>
                <a:close/>
                <a:lnTo>
                  <a:pt x="668833" y="510536"/>
                </a:lnTo>
                <a:close/>
                <a:lnTo>
                  <a:pt x="674195" y="506876"/>
                </a:lnTo>
                <a:close/>
                <a:lnTo>
                  <a:pt x="679556" y="503229"/>
                </a:lnTo>
                <a:close/>
                <a:lnTo>
                  <a:pt x="684916" y="499593"/>
                </a:lnTo>
                <a:close/>
                <a:lnTo>
                  <a:pt x="690275" y="495970"/>
                </a:lnTo>
                <a:close/>
                <a:lnTo>
                  <a:pt x="695633" y="492359"/>
                </a:lnTo>
                <a:close/>
                <a:lnTo>
                  <a:pt x="700990" y="488760"/>
                </a:lnTo>
                <a:close/>
                <a:lnTo>
                  <a:pt x="706347" y="485173"/>
                </a:lnTo>
                <a:close/>
                <a:lnTo>
                  <a:pt x="711703" y="481597"/>
                </a:lnTo>
                <a:close/>
                <a:lnTo>
                  <a:pt x="717058" y="478032"/>
                </a:lnTo>
                <a:close/>
                <a:lnTo>
                  <a:pt x="722414" y="474479"/>
                </a:lnTo>
                <a:close/>
                <a:lnTo>
                  <a:pt x="727770" y="470937"/>
                </a:lnTo>
                <a:close/>
                <a:lnTo>
                  <a:pt x="733126" y="467406"/>
                </a:lnTo>
                <a:close/>
                <a:lnTo>
                  <a:pt x="738482" y="463885"/>
                </a:lnTo>
                <a:close/>
                <a:lnTo>
                  <a:pt x="743839" y="460376"/>
                </a:lnTo>
                <a:close/>
                <a:lnTo>
                  <a:pt x="749196" y="456879"/>
                </a:lnTo>
                <a:close/>
                <a:lnTo>
                  <a:pt x="754553" y="453393"/>
                </a:lnTo>
                <a:close/>
                <a:lnTo>
                  <a:pt x="759911" y="449919"/>
                </a:lnTo>
                <a:close/>
                <a:lnTo>
                  <a:pt x="765269" y="446458"/>
                </a:lnTo>
                <a:close/>
                <a:lnTo>
                  <a:pt x="770627" y="443009"/>
                </a:lnTo>
                <a:close/>
                <a:lnTo>
                  <a:pt x="775986" y="439573"/>
                </a:lnTo>
                <a:close/>
                <a:lnTo>
                  <a:pt x="781344" y="436151"/>
                </a:lnTo>
                <a:close/>
                <a:lnTo>
                  <a:pt x="786703" y="432742"/>
                </a:lnTo>
                <a:close/>
                <a:lnTo>
                  <a:pt x="792062" y="429347"/>
                </a:lnTo>
                <a:close/>
                <a:lnTo>
                  <a:pt x="797421" y="425967"/>
                </a:lnTo>
                <a:close/>
                <a:lnTo>
                  <a:pt x="802779" y="422601"/>
                </a:lnTo>
                <a:close/>
                <a:lnTo>
                  <a:pt x="808138" y="419249"/>
                </a:lnTo>
                <a:close/>
                <a:lnTo>
                  <a:pt x="813497" y="415910"/>
                </a:lnTo>
                <a:close/>
                <a:lnTo>
                  <a:pt x="818856" y="412583"/>
                </a:lnTo>
                <a:close/>
                <a:lnTo>
                  <a:pt x="824214" y="409267"/>
                </a:lnTo>
                <a:close/>
                <a:lnTo>
                  <a:pt x="829573" y="405961"/>
                </a:lnTo>
                <a:close/>
                <a:lnTo>
                  <a:pt x="834931" y="402663"/>
                </a:lnTo>
                <a:close/>
                <a:lnTo>
                  <a:pt x="840289" y="399373"/>
                </a:lnTo>
                <a:close/>
                <a:lnTo>
                  <a:pt x="845647" y="396090"/>
                </a:lnTo>
                <a:close/>
                <a:lnTo>
                  <a:pt x="851004" y="392812"/>
                </a:lnTo>
                <a:close/>
                <a:lnTo>
                  <a:pt x="856361" y="389538"/>
                </a:lnTo>
                <a:close/>
                <a:lnTo>
                  <a:pt x="861718" y="386267"/>
                </a:lnTo>
                <a:close/>
                <a:lnTo>
                  <a:pt x="867074" y="382998"/>
                </a:lnTo>
                <a:close/>
                <a:lnTo>
                  <a:pt x="872430" y="379730"/>
                </a:lnTo>
                <a:close/>
                <a:lnTo>
                  <a:pt x="877786" y="376465"/>
                </a:lnTo>
                <a:close/>
                <a:lnTo>
                  <a:pt x="883142" y="373203"/>
                </a:lnTo>
                <a:close/>
                <a:lnTo>
                  <a:pt x="888497" y="369947"/>
                </a:lnTo>
                <a:close/>
                <a:lnTo>
                  <a:pt x="893853" y="366696"/>
                </a:lnTo>
                <a:close/>
                <a:lnTo>
                  <a:pt x="899210" y="363453"/>
                </a:lnTo>
                <a:close/>
                <a:lnTo>
                  <a:pt x="904567" y="360218"/>
                </a:lnTo>
                <a:close/>
                <a:lnTo>
                  <a:pt x="909925" y="356993"/>
                </a:lnTo>
                <a:close/>
                <a:lnTo>
                  <a:pt x="915284" y="353779"/>
                </a:lnTo>
                <a:close/>
                <a:lnTo>
                  <a:pt x="920644" y="350578"/>
                </a:lnTo>
                <a:close/>
                <a:lnTo>
                  <a:pt x="926005" y="347390"/>
                </a:lnTo>
                <a:close/>
                <a:lnTo>
                  <a:pt x="931367" y="344218"/>
                </a:lnTo>
                <a:close/>
                <a:lnTo>
                  <a:pt x="936732" y="341061"/>
                </a:lnTo>
                <a:close/>
                <a:lnTo>
                  <a:pt x="942097" y="337921"/>
                </a:lnTo>
                <a:close/>
                <a:lnTo>
                  <a:pt x="947464" y="334795"/>
                </a:lnTo>
                <a:close/>
                <a:lnTo>
                  <a:pt x="952830" y="331683"/>
                </a:lnTo>
                <a:close/>
                <a:lnTo>
                  <a:pt x="958196" y="328585"/>
                </a:lnTo>
                <a:close/>
                <a:lnTo>
                  <a:pt x="963560" y="325497"/>
                </a:lnTo>
                <a:close/>
                <a:lnTo>
                  <a:pt x="968923" y="322420"/>
                </a:lnTo>
                <a:close/>
                <a:lnTo>
                  <a:pt x="974283" y="319353"/>
                </a:lnTo>
                <a:close/>
                <a:lnTo>
                  <a:pt x="979639" y="316293"/>
                </a:lnTo>
                <a:close/>
                <a:lnTo>
                  <a:pt x="984992" y="313241"/>
                </a:lnTo>
                <a:close/>
                <a:lnTo>
                  <a:pt x="990340" y="310195"/>
                </a:lnTo>
                <a:close/>
                <a:lnTo>
                  <a:pt x="995683" y="307154"/>
                </a:lnTo>
                <a:close/>
                <a:lnTo>
                  <a:pt x="1001020" y="304116"/>
                </a:lnTo>
                <a:close/>
                <a:lnTo>
                  <a:pt x="1006351" y="301081"/>
                </a:lnTo>
                <a:close/>
                <a:lnTo>
                  <a:pt x="1011677" y="298050"/>
                </a:lnTo>
                <a:close/>
                <a:lnTo>
                  <a:pt x="1016998" y="295022"/>
                </a:lnTo>
                <a:close/>
                <a:lnTo>
                  <a:pt x="1022316" y="291998"/>
                </a:lnTo>
                <a:close/>
                <a:lnTo>
                  <a:pt x="1027632" y="288979"/>
                </a:lnTo>
                <a:close/>
                <a:lnTo>
                  <a:pt x="1032947" y="285964"/>
                </a:lnTo>
                <a:close/>
                <a:lnTo>
                  <a:pt x="1038262" y="282954"/>
                </a:lnTo>
                <a:close/>
                <a:lnTo>
                  <a:pt x="1043578" y="279950"/>
                </a:lnTo>
                <a:close/>
                <a:lnTo>
                  <a:pt x="1048895" y="276952"/>
                </a:lnTo>
                <a:close/>
                <a:lnTo>
                  <a:pt x="1054216" y="273960"/>
                </a:lnTo>
                <a:close/>
                <a:lnTo>
                  <a:pt x="1059540" y="270974"/>
                </a:lnTo>
                <a:close/>
                <a:lnTo>
                  <a:pt x="1064870" y="267996"/>
                </a:lnTo>
                <a:close/>
                <a:lnTo>
                  <a:pt x="1070205" y="265026"/>
                </a:lnTo>
                <a:close/>
                <a:lnTo>
                  <a:pt x="1075547" y="262062"/>
                </a:lnTo>
                <a:close/>
                <a:lnTo>
                  <a:pt x="1080894" y="259105"/>
                </a:lnTo>
                <a:close/>
                <a:lnTo>
                  <a:pt x="1086246" y="256155"/>
                </a:lnTo>
                <a:close/>
                <a:lnTo>
                  <a:pt x="1091601" y="253211"/>
                </a:lnTo>
                <a:close/>
                <a:lnTo>
                  <a:pt x="1096961" y="250273"/>
                </a:lnTo>
                <a:close/>
                <a:lnTo>
                  <a:pt x="1102323" y="247339"/>
                </a:lnTo>
                <a:close/>
                <a:lnTo>
                  <a:pt x="1107687" y="244411"/>
                </a:lnTo>
                <a:close/>
                <a:lnTo>
                  <a:pt x="1113052" y="241486"/>
                </a:lnTo>
                <a:close/>
                <a:lnTo>
                  <a:pt x="1118419" y="238566"/>
                </a:lnTo>
                <a:close/>
                <a:lnTo>
                  <a:pt x="1123785" y="235649"/>
                </a:lnTo>
                <a:close/>
                <a:lnTo>
                  <a:pt x="1129151" y="232734"/>
                </a:lnTo>
                <a:close/>
                <a:lnTo>
                  <a:pt x="1134516" y="229823"/>
                </a:lnTo>
                <a:close/>
                <a:lnTo>
                  <a:pt x="1139880" y="226914"/>
                </a:lnTo>
                <a:close/>
                <a:lnTo>
                  <a:pt x="1145242" y="224009"/>
                </a:lnTo>
                <a:close/>
                <a:lnTo>
                  <a:pt x="1150603" y="221109"/>
                </a:lnTo>
                <a:close/>
                <a:lnTo>
                  <a:pt x="1155962" y="218215"/>
                </a:lnTo>
                <a:close/>
                <a:lnTo>
                  <a:pt x="1161321" y="215330"/>
                </a:lnTo>
                <a:close/>
                <a:lnTo>
                  <a:pt x="1166678" y="212453"/>
                </a:lnTo>
                <a:close/>
                <a:lnTo>
                  <a:pt x="1172035" y="209588"/>
                </a:lnTo>
                <a:close/>
                <a:lnTo>
                  <a:pt x="1177391" y="206734"/>
                </a:lnTo>
                <a:close/>
                <a:lnTo>
                  <a:pt x="1182747" y="203893"/>
                </a:lnTo>
                <a:close/>
                <a:lnTo>
                  <a:pt x="1188102" y="201067"/>
                </a:lnTo>
                <a:close/>
                <a:lnTo>
                  <a:pt x="1193457" y="198256"/>
                </a:lnTo>
                <a:close/>
                <a:lnTo>
                  <a:pt x="1198811" y="195463"/>
                </a:lnTo>
                <a:close/>
                <a:lnTo>
                  <a:pt x="1204166" y="192688"/>
                </a:lnTo>
                <a:close/>
                <a:lnTo>
                  <a:pt x="1209521" y="189931"/>
                </a:lnTo>
                <a:close/>
                <a:lnTo>
                  <a:pt x="1214876" y="187188"/>
                </a:lnTo>
                <a:close/>
                <a:lnTo>
                  <a:pt x="1220231" y="184459"/>
                </a:lnTo>
                <a:close/>
                <a:lnTo>
                  <a:pt x="1225587" y="181741"/>
                </a:lnTo>
                <a:close/>
                <a:lnTo>
                  <a:pt x="1230943" y="179032"/>
                </a:lnTo>
                <a:close/>
                <a:lnTo>
                  <a:pt x="1236300" y="176330"/>
                </a:lnTo>
                <a:close/>
                <a:lnTo>
                  <a:pt x="1241658" y="173633"/>
                </a:lnTo>
                <a:close/>
                <a:lnTo>
                  <a:pt x="1247017" y="170938"/>
                </a:lnTo>
                <a:close/>
                <a:lnTo>
                  <a:pt x="1252377" y="168244"/>
                </a:lnTo>
                <a:close/>
                <a:lnTo>
                  <a:pt x="1257739" y="165549"/>
                </a:lnTo>
                <a:close/>
                <a:lnTo>
                  <a:pt x="1263102" y="162850"/>
                </a:lnTo>
                <a:close/>
                <a:lnTo>
                  <a:pt x="1268466" y="160145"/>
                </a:lnTo>
                <a:close/>
                <a:lnTo>
                  <a:pt x="1273832" y="157434"/>
                </a:lnTo>
                <a:close/>
                <a:lnTo>
                  <a:pt x="1279198" y="154718"/>
                </a:lnTo>
                <a:close/>
                <a:lnTo>
                  <a:pt x="1284565" y="151997"/>
                </a:lnTo>
                <a:close/>
                <a:lnTo>
                  <a:pt x="1289931" y="149274"/>
                </a:lnTo>
                <a:close/>
                <a:lnTo>
                  <a:pt x="1295296" y="146550"/>
                </a:lnTo>
                <a:close/>
                <a:lnTo>
                  <a:pt x="1300659" y="143825"/>
                </a:lnTo>
                <a:close/>
                <a:lnTo>
                  <a:pt x="1306019" y="141102"/>
                </a:lnTo>
                <a:close/>
                <a:lnTo>
                  <a:pt x="1311377" y="138381"/>
                </a:lnTo>
                <a:close/>
                <a:lnTo>
                  <a:pt x="1316731" y="135664"/>
                </a:lnTo>
                <a:close/>
                <a:lnTo>
                  <a:pt x="1322080" y="132953"/>
                </a:lnTo>
                <a:close/>
                <a:lnTo>
                  <a:pt x="1327424" y="130248"/>
                </a:lnTo>
                <a:close/>
                <a:lnTo>
                  <a:pt x="1332763" y="127551"/>
                </a:lnTo>
                <a:close/>
                <a:lnTo>
                  <a:pt x="1338096" y="124863"/>
                </a:lnTo>
                <a:close/>
                <a:lnTo>
                  <a:pt x="1343423" y="122184"/>
                </a:lnTo>
                <a:close/>
                <a:lnTo>
                  <a:pt x="1348745" y="119514"/>
                </a:lnTo>
                <a:close/>
                <a:lnTo>
                  <a:pt x="1354064" y="116852"/>
                </a:lnTo>
                <a:close/>
                <a:lnTo>
                  <a:pt x="1359381" y="114198"/>
                </a:lnTo>
                <a:close/>
                <a:lnTo>
                  <a:pt x="1364696" y="111552"/>
                </a:lnTo>
                <a:close/>
                <a:lnTo>
                  <a:pt x="1370010" y="108913"/>
                </a:lnTo>
                <a:close/>
                <a:lnTo>
                  <a:pt x="1375326" y="106281"/>
                </a:lnTo>
                <a:close/>
                <a:lnTo>
                  <a:pt x="1380643" y="103655"/>
                </a:lnTo>
                <a:close/>
                <a:lnTo>
                  <a:pt x="1385962" y="101035"/>
                </a:lnTo>
                <a:close/>
                <a:lnTo>
                  <a:pt x="1391285" y="98421"/>
                </a:lnTo>
                <a:close/>
                <a:lnTo>
                  <a:pt x="1396613" y="95812"/>
                </a:lnTo>
                <a:close/>
                <a:lnTo>
                  <a:pt x="1401947" y="93208"/>
                </a:lnTo>
                <a:close/>
                <a:lnTo>
                  <a:pt x="1407287" y="90608"/>
                </a:lnTo>
                <a:close/>
                <a:lnTo>
                  <a:pt x="1412633" y="88013"/>
                </a:lnTo>
                <a:close/>
                <a:lnTo>
                  <a:pt x="1417983" y="85423"/>
                </a:lnTo>
                <a:close/>
                <a:lnTo>
                  <a:pt x="1423338" y="82839"/>
                </a:lnTo>
                <a:close/>
                <a:lnTo>
                  <a:pt x="1428696" y="80261"/>
                </a:lnTo>
                <a:close/>
                <a:lnTo>
                  <a:pt x="1434057" y="77688"/>
                </a:lnTo>
                <a:close/>
                <a:lnTo>
                  <a:pt x="1439421" y="75122"/>
                </a:lnTo>
                <a:close/>
                <a:lnTo>
                  <a:pt x="1444786" y="72561"/>
                </a:lnTo>
                <a:close/>
                <a:lnTo>
                  <a:pt x="1450152" y="70008"/>
                </a:lnTo>
                <a:close/>
                <a:lnTo>
                  <a:pt x="1455519" y="67461"/>
                </a:lnTo>
                <a:close/>
                <a:lnTo>
                  <a:pt x="1460885" y="64922"/>
                </a:lnTo>
                <a:close/>
                <a:lnTo>
                  <a:pt x="1466251" y="62390"/>
                </a:lnTo>
                <a:close/>
                <a:lnTo>
                  <a:pt x="1471615" y="59866"/>
                </a:lnTo>
                <a:close/>
                <a:lnTo>
                  <a:pt x="1476977" y="57349"/>
                </a:lnTo>
                <a:close/>
                <a:lnTo>
                  <a:pt x="1482338" y="54838"/>
                </a:lnTo>
                <a:close/>
                <a:lnTo>
                  <a:pt x="1487698" y="52333"/>
                </a:lnTo>
                <a:close/>
                <a:lnTo>
                  <a:pt x="1493057" y="49834"/>
                </a:lnTo>
                <a:close/>
                <a:lnTo>
                  <a:pt x="1498415" y="47339"/>
                </a:lnTo>
                <a:close/>
                <a:lnTo>
                  <a:pt x="1503772" y="44848"/>
                </a:lnTo>
                <a:close/>
                <a:lnTo>
                  <a:pt x="1509128" y="42361"/>
                </a:lnTo>
                <a:close/>
                <a:lnTo>
                  <a:pt x="1514484" y="39876"/>
                </a:lnTo>
                <a:close/>
                <a:lnTo>
                  <a:pt x="1519839" y="37394"/>
                </a:lnTo>
                <a:close/>
                <a:lnTo>
                  <a:pt x="1525194" y="34913"/>
                </a:lnTo>
                <a:close/>
                <a:lnTo>
                  <a:pt x="1530548" y="32433"/>
                </a:lnTo>
                <a:close/>
                <a:lnTo>
                  <a:pt x="1535903" y="29954"/>
                </a:lnTo>
                <a:close/>
                <a:lnTo>
                  <a:pt x="1541258" y="27474"/>
                </a:lnTo>
                <a:close/>
                <a:lnTo>
                  <a:pt x="1546613" y="24993"/>
                </a:lnTo>
                <a:close/>
                <a:lnTo>
                  <a:pt x="1551968" y="22511"/>
                </a:lnTo>
                <a:close/>
                <a:lnTo>
                  <a:pt x="1557323" y="20026"/>
                </a:lnTo>
                <a:close/>
                <a:lnTo>
                  <a:pt x="1562680" y="17539"/>
                </a:lnTo>
                <a:close/>
                <a:lnTo>
                  <a:pt x="1568037" y="15049"/>
                </a:lnTo>
                <a:close/>
                <a:lnTo>
                  <a:pt x="1573394" y="12554"/>
                </a:lnTo>
                <a:close/>
                <a:lnTo>
                  <a:pt x="1578753" y="10055"/>
                </a:lnTo>
                <a:close/>
                <a:lnTo>
                  <a:pt x="1584113" y="7551"/>
                </a:lnTo>
                <a:close/>
                <a:lnTo>
                  <a:pt x="1589474" y="5041"/>
                </a:lnTo>
                <a:close/>
                <a:lnTo>
                  <a:pt x="1594836" y="2524"/>
                </a:lnTo>
                <a:close/>
                <a:lnTo>
                  <a:pt x="1600200" y="0"/>
                </a:lnTo>
                <a:close/>
              </a:path>
            </a:pathLst>
          </a:custGeom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943600" y="655625"/>
            <a:ext cx="1143000" cy="1001730"/>
          </a:xfrm>
          <a:custGeom>
            <a:avLst/>
            <a:gdLst/>
            <a:ahLst/>
            <a:cxnLst/>
            <a:rect l="l" t="t" r="r" b="b"/>
            <a:pathLst>
              <a:path w="1143000" h="1001730">
                <a:moveTo>
                  <a:pt x="0" y="1001725"/>
                </a:moveTo>
                <a:lnTo>
                  <a:pt x="3811" y="1001730"/>
                </a:lnTo>
                <a:close/>
                <a:lnTo>
                  <a:pt x="7623" y="1001708"/>
                </a:lnTo>
                <a:close/>
                <a:lnTo>
                  <a:pt x="11437" y="1001658"/>
                </a:lnTo>
                <a:close/>
                <a:lnTo>
                  <a:pt x="15251" y="1001580"/>
                </a:lnTo>
                <a:close/>
                <a:lnTo>
                  <a:pt x="19067" y="1001477"/>
                </a:lnTo>
                <a:close/>
                <a:lnTo>
                  <a:pt x="22884" y="1001346"/>
                </a:lnTo>
                <a:close/>
                <a:lnTo>
                  <a:pt x="26702" y="1001190"/>
                </a:lnTo>
                <a:close/>
                <a:lnTo>
                  <a:pt x="30520" y="1001008"/>
                </a:lnTo>
                <a:close/>
                <a:lnTo>
                  <a:pt x="34339" y="1000801"/>
                </a:lnTo>
                <a:close/>
                <a:lnTo>
                  <a:pt x="38158" y="1000569"/>
                </a:lnTo>
                <a:close/>
                <a:lnTo>
                  <a:pt x="41978" y="1000313"/>
                </a:lnTo>
                <a:close/>
                <a:lnTo>
                  <a:pt x="45798" y="1000033"/>
                </a:lnTo>
                <a:close/>
                <a:lnTo>
                  <a:pt x="49618" y="999729"/>
                </a:lnTo>
                <a:close/>
                <a:lnTo>
                  <a:pt x="53438" y="999401"/>
                </a:lnTo>
                <a:close/>
                <a:lnTo>
                  <a:pt x="57258" y="999050"/>
                </a:lnTo>
                <a:close/>
                <a:lnTo>
                  <a:pt x="61077" y="998677"/>
                </a:lnTo>
                <a:close/>
                <a:lnTo>
                  <a:pt x="64896" y="998282"/>
                </a:lnTo>
                <a:close/>
                <a:lnTo>
                  <a:pt x="68714" y="997865"/>
                </a:lnTo>
                <a:close/>
                <a:lnTo>
                  <a:pt x="72532" y="997426"/>
                </a:lnTo>
                <a:close/>
                <a:lnTo>
                  <a:pt x="76348" y="996966"/>
                </a:lnTo>
                <a:close/>
                <a:lnTo>
                  <a:pt x="80164" y="996485"/>
                </a:lnTo>
                <a:close/>
                <a:lnTo>
                  <a:pt x="83979" y="995984"/>
                </a:lnTo>
                <a:close/>
                <a:lnTo>
                  <a:pt x="87792" y="995463"/>
                </a:lnTo>
                <a:close/>
                <a:lnTo>
                  <a:pt x="91604" y="994922"/>
                </a:lnTo>
                <a:close/>
                <a:lnTo>
                  <a:pt x="95415" y="994362"/>
                </a:lnTo>
                <a:close/>
                <a:lnTo>
                  <a:pt x="99224" y="993783"/>
                </a:lnTo>
                <a:close/>
                <a:lnTo>
                  <a:pt x="103032" y="993185"/>
                </a:lnTo>
                <a:close/>
                <a:lnTo>
                  <a:pt x="106840" y="992567"/>
                </a:lnTo>
                <a:close/>
                <a:lnTo>
                  <a:pt x="110649" y="991928"/>
                </a:lnTo>
                <a:close/>
                <a:lnTo>
                  <a:pt x="114458" y="991269"/>
                </a:lnTo>
                <a:close/>
                <a:lnTo>
                  <a:pt x="118269" y="990588"/>
                </a:lnTo>
                <a:close/>
                <a:lnTo>
                  <a:pt x="122083" y="989886"/>
                </a:lnTo>
                <a:close/>
                <a:lnTo>
                  <a:pt x="125899" y="989162"/>
                </a:lnTo>
                <a:close/>
                <a:lnTo>
                  <a:pt x="129719" y="988415"/>
                </a:lnTo>
                <a:close/>
                <a:lnTo>
                  <a:pt x="133543" y="987645"/>
                </a:lnTo>
                <a:close/>
                <a:lnTo>
                  <a:pt x="137372" y="986852"/>
                </a:lnTo>
                <a:close/>
                <a:lnTo>
                  <a:pt x="141207" y="986036"/>
                </a:lnTo>
                <a:close/>
                <a:lnTo>
                  <a:pt x="145048" y="985194"/>
                </a:lnTo>
                <a:close/>
                <a:lnTo>
                  <a:pt x="148894" y="984329"/>
                </a:lnTo>
                <a:close/>
                <a:lnTo>
                  <a:pt x="152745" y="983439"/>
                </a:lnTo>
                <a:close/>
                <a:lnTo>
                  <a:pt x="156600" y="982524"/>
                </a:lnTo>
                <a:close/>
                <a:lnTo>
                  <a:pt x="160458" y="981585"/>
                </a:lnTo>
                <a:close/>
                <a:lnTo>
                  <a:pt x="164317" y="980622"/>
                </a:lnTo>
                <a:close/>
                <a:lnTo>
                  <a:pt x="168177" y="979633"/>
                </a:lnTo>
                <a:close/>
                <a:lnTo>
                  <a:pt x="172037" y="978621"/>
                </a:lnTo>
                <a:close/>
                <a:lnTo>
                  <a:pt x="175895" y="977583"/>
                </a:lnTo>
                <a:close/>
                <a:lnTo>
                  <a:pt x="179751" y="976521"/>
                </a:lnTo>
                <a:close/>
                <a:lnTo>
                  <a:pt x="183603" y="975435"/>
                </a:lnTo>
                <a:close/>
                <a:lnTo>
                  <a:pt x="187450" y="974323"/>
                </a:lnTo>
                <a:close/>
                <a:lnTo>
                  <a:pt x="191292" y="973188"/>
                </a:lnTo>
                <a:close/>
                <a:lnTo>
                  <a:pt x="195128" y="972027"/>
                </a:lnTo>
                <a:close/>
                <a:lnTo>
                  <a:pt x="198958" y="970842"/>
                </a:lnTo>
                <a:close/>
                <a:lnTo>
                  <a:pt x="202784" y="969634"/>
                </a:lnTo>
                <a:close/>
                <a:lnTo>
                  <a:pt x="206604" y="968403"/>
                </a:lnTo>
                <a:close/>
                <a:lnTo>
                  <a:pt x="210421" y="967149"/>
                </a:lnTo>
                <a:close/>
                <a:lnTo>
                  <a:pt x="214235" y="965874"/>
                </a:lnTo>
                <a:close/>
                <a:lnTo>
                  <a:pt x="218047" y="964577"/>
                </a:lnTo>
                <a:close/>
                <a:lnTo>
                  <a:pt x="221856" y="963259"/>
                </a:lnTo>
                <a:close/>
                <a:lnTo>
                  <a:pt x="225665" y="961920"/>
                </a:lnTo>
                <a:close/>
                <a:lnTo>
                  <a:pt x="229473" y="960562"/>
                </a:lnTo>
                <a:close/>
                <a:lnTo>
                  <a:pt x="233281" y="959184"/>
                </a:lnTo>
                <a:close/>
                <a:lnTo>
                  <a:pt x="237090" y="957787"/>
                </a:lnTo>
                <a:close/>
                <a:lnTo>
                  <a:pt x="240900" y="956372"/>
                </a:lnTo>
                <a:close/>
                <a:lnTo>
                  <a:pt x="244712" y="954939"/>
                </a:lnTo>
                <a:close/>
                <a:lnTo>
                  <a:pt x="248525" y="953486"/>
                </a:lnTo>
                <a:close/>
                <a:lnTo>
                  <a:pt x="252340" y="952013"/>
                </a:lnTo>
                <a:close/>
                <a:lnTo>
                  <a:pt x="256155" y="950520"/>
                </a:lnTo>
                <a:close/>
                <a:lnTo>
                  <a:pt x="259972" y="949005"/>
                </a:lnTo>
                <a:close/>
                <a:lnTo>
                  <a:pt x="263789" y="947468"/>
                </a:lnTo>
                <a:close/>
                <a:lnTo>
                  <a:pt x="267607" y="945909"/>
                </a:lnTo>
                <a:close/>
                <a:lnTo>
                  <a:pt x="271426" y="944327"/>
                </a:lnTo>
                <a:close/>
                <a:lnTo>
                  <a:pt x="275246" y="942720"/>
                </a:lnTo>
                <a:close/>
                <a:lnTo>
                  <a:pt x="279065" y="941089"/>
                </a:lnTo>
                <a:close/>
                <a:lnTo>
                  <a:pt x="282885" y="939433"/>
                </a:lnTo>
                <a:close/>
                <a:lnTo>
                  <a:pt x="286705" y="937751"/>
                </a:lnTo>
                <a:close/>
                <a:lnTo>
                  <a:pt x="290525" y="936043"/>
                </a:lnTo>
                <a:close/>
                <a:lnTo>
                  <a:pt x="294345" y="934310"/>
                </a:lnTo>
                <a:close/>
                <a:lnTo>
                  <a:pt x="298164" y="932551"/>
                </a:lnTo>
                <a:close/>
                <a:lnTo>
                  <a:pt x="301983" y="930769"/>
                </a:lnTo>
                <a:close/>
                <a:lnTo>
                  <a:pt x="305802" y="928963"/>
                </a:lnTo>
                <a:close/>
                <a:lnTo>
                  <a:pt x="309620" y="927134"/>
                </a:lnTo>
                <a:close/>
                <a:lnTo>
                  <a:pt x="313437" y="925283"/>
                </a:lnTo>
                <a:close/>
                <a:lnTo>
                  <a:pt x="317253" y="923411"/>
                </a:lnTo>
                <a:close/>
                <a:lnTo>
                  <a:pt x="321068" y="921518"/>
                </a:lnTo>
                <a:close/>
                <a:lnTo>
                  <a:pt x="324881" y="919605"/>
                </a:lnTo>
                <a:close/>
                <a:lnTo>
                  <a:pt x="328694" y="917673"/>
                </a:lnTo>
                <a:close/>
                <a:lnTo>
                  <a:pt x="332505" y="915723"/>
                </a:lnTo>
                <a:close/>
                <a:lnTo>
                  <a:pt x="336315" y="913754"/>
                </a:lnTo>
                <a:close/>
                <a:lnTo>
                  <a:pt x="340123" y="911767"/>
                </a:lnTo>
                <a:close/>
                <a:lnTo>
                  <a:pt x="343931" y="909762"/>
                </a:lnTo>
                <a:close/>
                <a:lnTo>
                  <a:pt x="347739" y="907736"/>
                </a:lnTo>
                <a:close/>
                <a:lnTo>
                  <a:pt x="351548" y="905690"/>
                </a:lnTo>
                <a:close/>
                <a:lnTo>
                  <a:pt x="355359" y="903623"/>
                </a:lnTo>
                <a:close/>
                <a:lnTo>
                  <a:pt x="359171" y="901534"/>
                </a:lnTo>
                <a:close/>
                <a:lnTo>
                  <a:pt x="362987" y="899423"/>
                </a:lnTo>
                <a:close/>
                <a:lnTo>
                  <a:pt x="366806" y="897289"/>
                </a:lnTo>
                <a:close/>
                <a:lnTo>
                  <a:pt x="370628" y="895131"/>
                </a:lnTo>
                <a:close/>
                <a:lnTo>
                  <a:pt x="374456" y="892948"/>
                </a:lnTo>
                <a:close/>
                <a:lnTo>
                  <a:pt x="378289" y="890740"/>
                </a:lnTo>
                <a:close/>
                <a:lnTo>
                  <a:pt x="382128" y="888506"/>
                </a:lnTo>
                <a:close/>
                <a:lnTo>
                  <a:pt x="385973" y="886246"/>
                </a:lnTo>
                <a:close/>
                <a:lnTo>
                  <a:pt x="389823" y="883961"/>
                </a:lnTo>
                <a:close/>
                <a:lnTo>
                  <a:pt x="393677" y="881651"/>
                </a:lnTo>
                <a:close/>
                <a:lnTo>
                  <a:pt x="397534" y="879316"/>
                </a:lnTo>
                <a:close/>
                <a:lnTo>
                  <a:pt x="401393" y="876958"/>
                </a:lnTo>
                <a:close/>
                <a:lnTo>
                  <a:pt x="405253" y="874578"/>
                </a:lnTo>
                <a:close/>
                <a:lnTo>
                  <a:pt x="409113" y="872175"/>
                </a:lnTo>
                <a:close/>
                <a:lnTo>
                  <a:pt x="412971" y="869750"/>
                </a:lnTo>
                <a:close/>
                <a:lnTo>
                  <a:pt x="416828" y="867305"/>
                </a:lnTo>
                <a:close/>
                <a:lnTo>
                  <a:pt x="420681" y="864839"/>
                </a:lnTo>
                <a:close/>
                <a:lnTo>
                  <a:pt x="424530" y="862354"/>
                </a:lnTo>
                <a:close/>
                <a:lnTo>
                  <a:pt x="428374" y="859850"/>
                </a:lnTo>
                <a:close/>
                <a:lnTo>
                  <a:pt x="432211" y="857328"/>
                </a:lnTo>
                <a:close/>
                <a:lnTo>
                  <a:pt x="436043" y="854787"/>
                </a:lnTo>
                <a:close/>
                <a:lnTo>
                  <a:pt x="439869" y="852227"/>
                </a:lnTo>
                <a:close/>
                <a:lnTo>
                  <a:pt x="443691" y="849647"/>
                </a:lnTo>
                <a:close/>
                <a:lnTo>
                  <a:pt x="447509" y="847047"/>
                </a:lnTo>
                <a:close/>
                <a:lnTo>
                  <a:pt x="451324" y="844426"/>
                </a:lnTo>
                <a:close/>
                <a:lnTo>
                  <a:pt x="455136" y="841784"/>
                </a:lnTo>
                <a:close/>
                <a:lnTo>
                  <a:pt x="458946" y="839121"/>
                </a:lnTo>
                <a:close/>
                <a:lnTo>
                  <a:pt x="462755" y="836434"/>
                </a:lnTo>
                <a:close/>
                <a:lnTo>
                  <a:pt x="466563" y="833725"/>
                </a:lnTo>
                <a:close/>
                <a:lnTo>
                  <a:pt x="470371" y="830993"/>
                </a:lnTo>
                <a:close/>
                <a:lnTo>
                  <a:pt x="474180" y="828237"/>
                </a:lnTo>
                <a:close/>
                <a:lnTo>
                  <a:pt x="477990" y="825456"/>
                </a:lnTo>
                <a:close/>
                <a:lnTo>
                  <a:pt x="481802" y="822650"/>
                </a:lnTo>
                <a:close/>
                <a:lnTo>
                  <a:pt x="485615" y="819820"/>
                </a:lnTo>
                <a:close/>
                <a:lnTo>
                  <a:pt x="489430" y="816965"/>
                </a:lnTo>
                <a:close/>
                <a:lnTo>
                  <a:pt x="493246" y="814085"/>
                </a:lnTo>
                <a:close/>
                <a:lnTo>
                  <a:pt x="497063" y="811181"/>
                </a:lnTo>
                <a:close/>
                <a:lnTo>
                  <a:pt x="500880" y="808252"/>
                </a:lnTo>
                <a:close/>
                <a:lnTo>
                  <a:pt x="504698" y="805299"/>
                </a:lnTo>
                <a:close/>
                <a:lnTo>
                  <a:pt x="508517" y="802322"/>
                </a:lnTo>
                <a:close/>
                <a:lnTo>
                  <a:pt x="512336" y="799320"/>
                </a:lnTo>
                <a:close/>
                <a:lnTo>
                  <a:pt x="516155" y="796294"/>
                </a:lnTo>
                <a:close/>
                <a:lnTo>
                  <a:pt x="519973" y="793244"/>
                </a:lnTo>
                <a:close/>
                <a:lnTo>
                  <a:pt x="523792" y="790170"/>
                </a:lnTo>
                <a:close/>
                <a:lnTo>
                  <a:pt x="527610" y="787072"/>
                </a:lnTo>
                <a:close/>
                <a:lnTo>
                  <a:pt x="531428" y="783950"/>
                </a:lnTo>
                <a:close/>
                <a:lnTo>
                  <a:pt x="535246" y="780805"/>
                </a:lnTo>
                <a:close/>
                <a:lnTo>
                  <a:pt x="539063" y="777636"/>
                </a:lnTo>
                <a:close/>
                <a:lnTo>
                  <a:pt x="542880" y="774445"/>
                </a:lnTo>
                <a:close/>
                <a:lnTo>
                  <a:pt x="546696" y="771231"/>
                </a:lnTo>
                <a:close/>
                <a:lnTo>
                  <a:pt x="550513" y="767994"/>
                </a:lnTo>
                <a:close/>
                <a:lnTo>
                  <a:pt x="554329" y="764736"/>
                </a:lnTo>
                <a:close/>
                <a:lnTo>
                  <a:pt x="558145" y="761456"/>
                </a:lnTo>
                <a:close/>
                <a:lnTo>
                  <a:pt x="561961" y="758154"/>
                </a:lnTo>
                <a:close/>
                <a:lnTo>
                  <a:pt x="565776" y="754831"/>
                </a:lnTo>
                <a:close/>
                <a:lnTo>
                  <a:pt x="569592" y="751487"/>
                </a:lnTo>
                <a:close/>
                <a:lnTo>
                  <a:pt x="573408" y="748123"/>
                </a:lnTo>
                <a:close/>
                <a:lnTo>
                  <a:pt x="577224" y="744738"/>
                </a:lnTo>
                <a:close/>
                <a:lnTo>
                  <a:pt x="581039" y="741333"/>
                </a:lnTo>
                <a:close/>
                <a:lnTo>
                  <a:pt x="584855" y="737908"/>
                </a:lnTo>
                <a:close/>
                <a:lnTo>
                  <a:pt x="588671" y="734464"/>
                </a:lnTo>
                <a:close/>
                <a:lnTo>
                  <a:pt x="592487" y="730999"/>
                </a:lnTo>
                <a:close/>
                <a:lnTo>
                  <a:pt x="596304" y="727516"/>
                </a:lnTo>
                <a:close/>
                <a:lnTo>
                  <a:pt x="600120" y="724014"/>
                </a:lnTo>
                <a:close/>
                <a:lnTo>
                  <a:pt x="603937" y="720492"/>
                </a:lnTo>
                <a:close/>
                <a:lnTo>
                  <a:pt x="607754" y="716953"/>
                </a:lnTo>
                <a:close/>
                <a:lnTo>
                  <a:pt x="611572" y="713394"/>
                </a:lnTo>
                <a:close/>
                <a:lnTo>
                  <a:pt x="615390" y="709818"/>
                </a:lnTo>
                <a:close/>
                <a:lnTo>
                  <a:pt x="619208" y="706224"/>
                </a:lnTo>
                <a:close/>
                <a:lnTo>
                  <a:pt x="623027" y="702611"/>
                </a:lnTo>
                <a:close/>
                <a:lnTo>
                  <a:pt x="626845" y="698980"/>
                </a:lnTo>
                <a:close/>
                <a:lnTo>
                  <a:pt x="630664" y="695329"/>
                </a:lnTo>
                <a:close/>
                <a:lnTo>
                  <a:pt x="634483" y="691656"/>
                </a:lnTo>
                <a:close/>
                <a:lnTo>
                  <a:pt x="638302" y="687961"/>
                </a:lnTo>
                <a:close/>
                <a:lnTo>
                  <a:pt x="642120" y="684243"/>
                </a:lnTo>
                <a:close/>
                <a:lnTo>
                  <a:pt x="645937" y="680499"/>
                </a:lnTo>
                <a:close/>
                <a:lnTo>
                  <a:pt x="649754" y="676730"/>
                </a:lnTo>
                <a:close/>
                <a:lnTo>
                  <a:pt x="653570" y="672933"/>
                </a:lnTo>
                <a:close/>
                <a:lnTo>
                  <a:pt x="657385" y="669108"/>
                </a:lnTo>
                <a:close/>
                <a:lnTo>
                  <a:pt x="661198" y="665253"/>
                </a:lnTo>
                <a:close/>
                <a:lnTo>
                  <a:pt x="665010" y="661368"/>
                </a:lnTo>
                <a:close/>
                <a:lnTo>
                  <a:pt x="668820" y="657450"/>
                </a:lnTo>
                <a:close/>
                <a:lnTo>
                  <a:pt x="672629" y="653502"/>
                </a:lnTo>
                <a:close/>
                <a:lnTo>
                  <a:pt x="676437" y="649523"/>
                </a:lnTo>
                <a:close/>
                <a:lnTo>
                  <a:pt x="680245" y="645517"/>
                </a:lnTo>
                <a:close/>
                <a:lnTo>
                  <a:pt x="684054" y="641484"/>
                </a:lnTo>
                <a:close/>
                <a:lnTo>
                  <a:pt x="687864" y="637426"/>
                </a:lnTo>
                <a:close/>
                <a:lnTo>
                  <a:pt x="691676" y="633345"/>
                </a:lnTo>
                <a:close/>
                <a:lnTo>
                  <a:pt x="695491" y="629242"/>
                </a:lnTo>
                <a:close/>
                <a:lnTo>
                  <a:pt x="699309" y="625120"/>
                </a:lnTo>
                <a:close/>
                <a:lnTo>
                  <a:pt x="703131" y="620980"/>
                </a:lnTo>
                <a:close/>
                <a:lnTo>
                  <a:pt x="706957" y="616823"/>
                </a:lnTo>
                <a:close/>
                <a:lnTo>
                  <a:pt x="710789" y="612651"/>
                </a:lnTo>
                <a:close/>
                <a:lnTo>
                  <a:pt x="714626" y="608466"/>
                </a:lnTo>
                <a:close/>
                <a:lnTo>
                  <a:pt x="718470" y="604269"/>
                </a:lnTo>
                <a:close/>
                <a:lnTo>
                  <a:pt x="722319" y="600059"/>
                </a:lnTo>
                <a:close/>
                <a:lnTo>
                  <a:pt x="726172" y="595835"/>
                </a:lnTo>
                <a:close/>
                <a:lnTo>
                  <a:pt x="730029" y="591595"/>
                </a:lnTo>
                <a:close/>
                <a:lnTo>
                  <a:pt x="733887" y="587339"/>
                </a:lnTo>
                <a:close/>
                <a:lnTo>
                  <a:pt x="737747" y="583064"/>
                </a:lnTo>
                <a:close/>
                <a:lnTo>
                  <a:pt x="741607" y="578771"/>
                </a:lnTo>
                <a:close/>
                <a:lnTo>
                  <a:pt x="745466" y="574457"/>
                </a:lnTo>
                <a:close/>
                <a:lnTo>
                  <a:pt x="749323" y="570121"/>
                </a:lnTo>
                <a:close/>
                <a:lnTo>
                  <a:pt x="753177" y="565763"/>
                </a:lnTo>
                <a:close/>
                <a:lnTo>
                  <a:pt x="757027" y="561380"/>
                </a:lnTo>
                <a:close/>
                <a:lnTo>
                  <a:pt x="760872" y="556973"/>
                </a:lnTo>
                <a:close/>
                <a:lnTo>
                  <a:pt x="764711" y="552539"/>
                </a:lnTo>
                <a:close/>
                <a:lnTo>
                  <a:pt x="768544" y="548078"/>
                </a:lnTo>
                <a:close/>
                <a:lnTo>
                  <a:pt x="772372" y="543592"/>
                </a:lnTo>
                <a:close/>
                <a:lnTo>
                  <a:pt x="776194" y="539079"/>
                </a:lnTo>
                <a:close/>
                <a:lnTo>
                  <a:pt x="780013" y="534541"/>
                </a:lnTo>
                <a:close/>
                <a:lnTo>
                  <a:pt x="783829" y="529978"/>
                </a:lnTo>
                <a:close/>
                <a:lnTo>
                  <a:pt x="787641" y="525389"/>
                </a:lnTo>
                <a:close/>
                <a:lnTo>
                  <a:pt x="791452" y="520777"/>
                </a:lnTo>
                <a:close/>
                <a:lnTo>
                  <a:pt x="795261" y="516140"/>
                </a:lnTo>
                <a:close/>
                <a:lnTo>
                  <a:pt x="799069" y="511480"/>
                </a:lnTo>
                <a:close/>
                <a:lnTo>
                  <a:pt x="802877" y="506796"/>
                </a:lnTo>
                <a:close/>
                <a:lnTo>
                  <a:pt x="806685" y="502090"/>
                </a:lnTo>
                <a:close/>
                <a:lnTo>
                  <a:pt x="810495" y="497361"/>
                </a:lnTo>
                <a:close/>
                <a:lnTo>
                  <a:pt x="814306" y="492609"/>
                </a:lnTo>
                <a:close/>
                <a:lnTo>
                  <a:pt x="818119" y="487835"/>
                </a:lnTo>
                <a:close/>
                <a:lnTo>
                  <a:pt x="821932" y="483038"/>
                </a:lnTo>
                <a:close/>
                <a:lnTo>
                  <a:pt x="825747" y="478218"/>
                </a:lnTo>
                <a:close/>
                <a:lnTo>
                  <a:pt x="829563" y="473374"/>
                </a:lnTo>
                <a:close/>
                <a:lnTo>
                  <a:pt x="833380" y="468507"/>
                </a:lnTo>
                <a:close/>
                <a:lnTo>
                  <a:pt x="837198" y="463616"/>
                </a:lnTo>
                <a:close/>
                <a:lnTo>
                  <a:pt x="841017" y="458702"/>
                </a:lnTo>
                <a:close/>
                <a:lnTo>
                  <a:pt x="844836" y="453763"/>
                </a:lnTo>
                <a:close/>
                <a:lnTo>
                  <a:pt x="848655" y="448799"/>
                </a:lnTo>
                <a:close/>
                <a:lnTo>
                  <a:pt x="852475" y="443811"/>
                </a:lnTo>
                <a:close/>
                <a:lnTo>
                  <a:pt x="856295" y="438797"/>
                </a:lnTo>
                <a:close/>
                <a:lnTo>
                  <a:pt x="860115" y="433759"/>
                </a:lnTo>
                <a:close/>
                <a:lnTo>
                  <a:pt x="863935" y="428696"/>
                </a:lnTo>
                <a:close/>
                <a:lnTo>
                  <a:pt x="867754" y="423608"/>
                </a:lnTo>
                <a:close/>
                <a:lnTo>
                  <a:pt x="871574" y="418497"/>
                </a:lnTo>
                <a:close/>
                <a:lnTo>
                  <a:pt x="875393" y="413363"/>
                </a:lnTo>
                <a:close/>
                <a:lnTo>
                  <a:pt x="879211" y="408206"/>
                </a:lnTo>
                <a:close/>
                <a:lnTo>
                  <a:pt x="883028" y="403028"/>
                </a:lnTo>
                <a:close/>
                <a:lnTo>
                  <a:pt x="886845" y="397828"/>
                </a:lnTo>
                <a:close/>
                <a:lnTo>
                  <a:pt x="890660" y="392607"/>
                </a:lnTo>
                <a:close/>
                <a:lnTo>
                  <a:pt x="894475" y="387366"/>
                </a:lnTo>
                <a:close/>
                <a:lnTo>
                  <a:pt x="898288" y="382105"/>
                </a:lnTo>
                <a:close/>
                <a:lnTo>
                  <a:pt x="902100" y="376826"/>
                </a:lnTo>
                <a:close/>
                <a:lnTo>
                  <a:pt x="905910" y="371528"/>
                </a:lnTo>
                <a:close/>
                <a:lnTo>
                  <a:pt x="909719" y="366212"/>
                </a:lnTo>
                <a:close/>
                <a:lnTo>
                  <a:pt x="913527" y="360876"/>
                </a:lnTo>
                <a:close/>
                <a:lnTo>
                  <a:pt x="917335" y="355522"/>
                </a:lnTo>
                <a:close/>
                <a:lnTo>
                  <a:pt x="921144" y="350147"/>
                </a:lnTo>
                <a:close/>
                <a:lnTo>
                  <a:pt x="924953" y="344751"/>
                </a:lnTo>
                <a:close/>
                <a:lnTo>
                  <a:pt x="928765" y="339334"/>
                </a:lnTo>
                <a:close/>
                <a:lnTo>
                  <a:pt x="932579" y="333894"/>
                </a:lnTo>
                <a:close/>
                <a:lnTo>
                  <a:pt x="936396" y="328431"/>
                </a:lnTo>
                <a:close/>
                <a:lnTo>
                  <a:pt x="940216" y="322945"/>
                </a:lnTo>
                <a:close/>
                <a:lnTo>
                  <a:pt x="944042" y="317435"/>
                </a:lnTo>
                <a:close/>
                <a:lnTo>
                  <a:pt x="947872" y="311900"/>
                </a:lnTo>
                <a:close/>
                <a:lnTo>
                  <a:pt x="951708" y="306339"/>
                </a:lnTo>
                <a:close/>
                <a:lnTo>
                  <a:pt x="955550" y="300752"/>
                </a:lnTo>
                <a:close/>
                <a:lnTo>
                  <a:pt x="959397" y="295139"/>
                </a:lnTo>
                <a:close/>
                <a:lnTo>
                  <a:pt x="963249" y="289501"/>
                </a:lnTo>
                <a:close/>
                <a:lnTo>
                  <a:pt x="967105" y="283839"/>
                </a:lnTo>
                <a:close/>
                <a:lnTo>
                  <a:pt x="970963" y="278153"/>
                </a:lnTo>
                <a:close/>
                <a:lnTo>
                  <a:pt x="974823" y="272443"/>
                </a:lnTo>
                <a:close/>
                <a:lnTo>
                  <a:pt x="978683" y="266712"/>
                </a:lnTo>
                <a:close/>
                <a:lnTo>
                  <a:pt x="982542" y="260958"/>
                </a:lnTo>
                <a:close/>
                <a:lnTo>
                  <a:pt x="986400" y="255184"/>
                </a:lnTo>
                <a:close/>
                <a:lnTo>
                  <a:pt x="990255" y="249389"/>
                </a:lnTo>
                <a:close/>
                <a:lnTo>
                  <a:pt x="994106" y="243575"/>
                </a:lnTo>
                <a:close/>
                <a:lnTo>
                  <a:pt x="997952" y="237741"/>
                </a:lnTo>
                <a:close/>
                <a:lnTo>
                  <a:pt x="1001793" y="231890"/>
                </a:lnTo>
                <a:close/>
                <a:lnTo>
                  <a:pt x="1005628" y="226020"/>
                </a:lnTo>
                <a:close/>
                <a:lnTo>
                  <a:pt x="1009457" y="220131"/>
                </a:lnTo>
                <a:close/>
                <a:lnTo>
                  <a:pt x="1013281" y="214223"/>
                </a:lnTo>
                <a:close/>
                <a:lnTo>
                  <a:pt x="1017101" y="208295"/>
                </a:lnTo>
                <a:close/>
                <a:lnTo>
                  <a:pt x="1020917" y="202346"/>
                </a:lnTo>
                <a:close/>
                <a:lnTo>
                  <a:pt x="1024731" y="196376"/>
                </a:lnTo>
                <a:close/>
                <a:lnTo>
                  <a:pt x="1028542" y="190384"/>
                </a:lnTo>
                <a:close/>
                <a:lnTo>
                  <a:pt x="1032351" y="184369"/>
                </a:lnTo>
                <a:close/>
                <a:lnTo>
                  <a:pt x="1036160" y="178331"/>
                </a:lnTo>
                <a:close/>
                <a:lnTo>
                  <a:pt x="1039968" y="172270"/>
                </a:lnTo>
                <a:close/>
                <a:lnTo>
                  <a:pt x="1043776" y="166184"/>
                </a:lnTo>
                <a:close/>
                <a:lnTo>
                  <a:pt x="1047585" y="160073"/>
                </a:lnTo>
                <a:close/>
                <a:lnTo>
                  <a:pt x="1051396" y="153937"/>
                </a:lnTo>
                <a:close/>
                <a:lnTo>
                  <a:pt x="1055208" y="147775"/>
                </a:lnTo>
                <a:close/>
                <a:lnTo>
                  <a:pt x="1059021" y="141588"/>
                </a:lnTo>
                <a:close/>
                <a:lnTo>
                  <a:pt x="1062836" y="135377"/>
                </a:lnTo>
                <a:close/>
                <a:lnTo>
                  <a:pt x="1066652" y="129141"/>
                </a:lnTo>
                <a:close/>
                <a:lnTo>
                  <a:pt x="1070468" y="122882"/>
                </a:lnTo>
                <a:close/>
                <a:lnTo>
                  <a:pt x="1074286" y="116600"/>
                </a:lnTo>
                <a:close/>
                <a:lnTo>
                  <a:pt x="1078104" y="110295"/>
                </a:lnTo>
                <a:close/>
                <a:lnTo>
                  <a:pt x="1081923" y="103967"/>
                </a:lnTo>
                <a:close/>
                <a:lnTo>
                  <a:pt x="1085742" y="97617"/>
                </a:lnTo>
                <a:close/>
                <a:lnTo>
                  <a:pt x="1089562" y="91246"/>
                </a:lnTo>
                <a:close/>
                <a:lnTo>
                  <a:pt x="1093382" y="84853"/>
                </a:lnTo>
                <a:close/>
                <a:lnTo>
                  <a:pt x="1097202" y="78439"/>
                </a:lnTo>
                <a:close/>
                <a:lnTo>
                  <a:pt x="1101022" y="72005"/>
                </a:lnTo>
                <a:close/>
                <a:lnTo>
                  <a:pt x="1104842" y="65551"/>
                </a:lnTo>
                <a:close/>
                <a:lnTo>
                  <a:pt x="1108661" y="59078"/>
                </a:lnTo>
                <a:close/>
                <a:lnTo>
                  <a:pt x="1112480" y="52585"/>
                </a:lnTo>
                <a:close/>
                <a:lnTo>
                  <a:pt x="1116298" y="46073"/>
                </a:lnTo>
                <a:close/>
                <a:lnTo>
                  <a:pt x="1120116" y="39543"/>
                </a:lnTo>
                <a:close/>
                <a:lnTo>
                  <a:pt x="1123933" y="32995"/>
                </a:lnTo>
                <a:close/>
                <a:lnTo>
                  <a:pt x="1127749" y="26430"/>
                </a:lnTo>
                <a:close/>
                <a:lnTo>
                  <a:pt x="1131563" y="19847"/>
                </a:lnTo>
                <a:close/>
                <a:lnTo>
                  <a:pt x="1135377" y="13247"/>
                </a:lnTo>
                <a:close/>
                <a:lnTo>
                  <a:pt x="1139189" y="6632"/>
                </a:lnTo>
                <a:close/>
                <a:lnTo>
                  <a:pt x="1143000" y="0"/>
                </a:lnTo>
                <a:close/>
              </a:path>
            </a:pathLst>
          </a:custGeom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943600.0" y="1004468.4000000001"/>
            <a:ext cx="0.0" cy="652881.5999999999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867400" y="928268"/>
            <a:ext cx="152400" cy="1524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67400" y="1581150"/>
            <a:ext cx="152400" cy="152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257800" y="1025042"/>
            <a:ext cx="594360" cy="341529"/>
          </a:xfrm>
          <a:custGeom>
            <a:avLst/>
            <a:gdLst/>
            <a:ahLst/>
            <a:cxnLst/>
            <a:rect l="l" t="t" r="r" b="b"/>
            <a:pathLst>
              <a:path w="594360" h="341529">
                <a:moveTo>
                  <a:pt x="0" y="341529"/>
                </a:moveTo>
                <a:lnTo>
                  <a:pt x="5925" y="337391"/>
                </a:lnTo>
                <a:close/>
                <a:lnTo>
                  <a:pt x="11865" y="333276"/>
                </a:lnTo>
                <a:close/>
                <a:lnTo>
                  <a:pt x="17820" y="329183"/>
                </a:lnTo>
                <a:close/>
                <a:lnTo>
                  <a:pt x="23788" y="325111"/>
                </a:lnTo>
                <a:close/>
                <a:lnTo>
                  <a:pt x="29768" y="321060"/>
                </a:lnTo>
                <a:close/>
                <a:lnTo>
                  <a:pt x="35759" y="317030"/>
                </a:lnTo>
                <a:close/>
                <a:lnTo>
                  <a:pt x="41760" y="313020"/>
                </a:lnTo>
                <a:close/>
                <a:lnTo>
                  <a:pt x="47769" y="309031"/>
                </a:lnTo>
                <a:close/>
                <a:lnTo>
                  <a:pt x="53786" y="305061"/>
                </a:lnTo>
                <a:close/>
                <a:lnTo>
                  <a:pt x="59809" y="301111"/>
                </a:lnTo>
                <a:close/>
                <a:lnTo>
                  <a:pt x="65837" y="297180"/>
                </a:lnTo>
                <a:close/>
                <a:lnTo>
                  <a:pt x="71868" y="293269"/>
                </a:lnTo>
                <a:close/>
                <a:lnTo>
                  <a:pt x="77903" y="289375"/>
                </a:lnTo>
                <a:close/>
                <a:lnTo>
                  <a:pt x="83938" y="285500"/>
                </a:lnTo>
                <a:close/>
                <a:lnTo>
                  <a:pt x="89974" y="281643"/>
                </a:lnTo>
                <a:close/>
                <a:lnTo>
                  <a:pt x="96009" y="277803"/>
                </a:lnTo>
                <a:close/>
                <a:lnTo>
                  <a:pt x="102042" y="273981"/>
                </a:lnTo>
                <a:close/>
                <a:lnTo>
                  <a:pt x="108071" y="270176"/>
                </a:lnTo>
                <a:close/>
                <a:lnTo>
                  <a:pt x="114096" y="266387"/>
                </a:lnTo>
                <a:close/>
                <a:lnTo>
                  <a:pt x="120115" y="262615"/>
                </a:lnTo>
                <a:close/>
                <a:lnTo>
                  <a:pt x="126127" y="258859"/>
                </a:lnTo>
                <a:close/>
                <a:lnTo>
                  <a:pt x="132131" y="255118"/>
                </a:lnTo>
                <a:close/>
                <a:lnTo>
                  <a:pt x="138126" y="251393"/>
                </a:lnTo>
                <a:close/>
                <a:lnTo>
                  <a:pt x="144114" y="247682"/>
                </a:lnTo>
                <a:close/>
                <a:lnTo>
                  <a:pt x="150096" y="243986"/>
                </a:lnTo>
                <a:close/>
                <a:lnTo>
                  <a:pt x="156074" y="240304"/>
                </a:lnTo>
                <a:close/>
                <a:lnTo>
                  <a:pt x="162050" y="236636"/>
                </a:lnTo>
                <a:close/>
                <a:lnTo>
                  <a:pt x="168026" y="232981"/>
                </a:lnTo>
                <a:close/>
                <a:lnTo>
                  <a:pt x="174004" y="229338"/>
                </a:lnTo>
                <a:close/>
                <a:lnTo>
                  <a:pt x="179985" y="225708"/>
                </a:lnTo>
                <a:close/>
                <a:lnTo>
                  <a:pt x="185971" y="222089"/>
                </a:lnTo>
                <a:close/>
                <a:lnTo>
                  <a:pt x="191965" y="218481"/>
                </a:lnTo>
                <a:close/>
                <a:lnTo>
                  <a:pt x="197968" y="214884"/>
                </a:lnTo>
                <a:close/>
                <a:lnTo>
                  <a:pt x="203980" y="211298"/>
                </a:lnTo>
                <a:close/>
                <a:lnTo>
                  <a:pt x="210002" y="207722"/>
                </a:lnTo>
                <a:close/>
                <a:lnTo>
                  <a:pt x="216030" y="204157"/>
                </a:lnTo>
                <a:close/>
                <a:lnTo>
                  <a:pt x="222063" y="200602"/>
                </a:lnTo>
                <a:close/>
                <a:lnTo>
                  <a:pt x="228099" y="197058"/>
                </a:lnTo>
                <a:close/>
                <a:lnTo>
                  <a:pt x="234136" y="193525"/>
                </a:lnTo>
                <a:close/>
                <a:lnTo>
                  <a:pt x="240171" y="190002"/>
                </a:lnTo>
                <a:close/>
                <a:lnTo>
                  <a:pt x="246204" y="186491"/>
                </a:lnTo>
                <a:close/>
                <a:lnTo>
                  <a:pt x="252231" y="182990"/>
                </a:lnTo>
                <a:close/>
                <a:lnTo>
                  <a:pt x="258251" y="179501"/>
                </a:lnTo>
                <a:close/>
                <a:lnTo>
                  <a:pt x="264262" y="176022"/>
                </a:lnTo>
                <a:close/>
                <a:lnTo>
                  <a:pt x="270262" y="172555"/>
                </a:lnTo>
                <a:close/>
                <a:lnTo>
                  <a:pt x="276253" y="169100"/>
                </a:lnTo>
                <a:close/>
                <a:lnTo>
                  <a:pt x="282237" y="165656"/>
                </a:lnTo>
                <a:close/>
                <a:lnTo>
                  <a:pt x="288216" y="162223"/>
                </a:lnTo>
                <a:close/>
                <a:lnTo>
                  <a:pt x="294192" y="158803"/>
                </a:lnTo>
                <a:close/>
                <a:lnTo>
                  <a:pt x="300168" y="155394"/>
                </a:lnTo>
                <a:close/>
                <a:lnTo>
                  <a:pt x="306144" y="151997"/>
                </a:lnTo>
                <a:close/>
                <a:lnTo>
                  <a:pt x="312123" y="148612"/>
                </a:lnTo>
                <a:close/>
                <a:lnTo>
                  <a:pt x="318107" y="145240"/>
                </a:lnTo>
                <a:close/>
                <a:lnTo>
                  <a:pt x="324098" y="141880"/>
                </a:lnTo>
                <a:close/>
                <a:lnTo>
                  <a:pt x="330098" y="138532"/>
                </a:lnTo>
                <a:close/>
                <a:lnTo>
                  <a:pt x="336109" y="135197"/>
                </a:lnTo>
                <a:close/>
                <a:lnTo>
                  <a:pt x="342129" y="131873"/>
                </a:lnTo>
                <a:close/>
                <a:lnTo>
                  <a:pt x="348156" y="128562"/>
                </a:lnTo>
                <a:close/>
                <a:lnTo>
                  <a:pt x="354189" y="125261"/>
                </a:lnTo>
                <a:close/>
                <a:lnTo>
                  <a:pt x="360224" y="121970"/>
                </a:lnTo>
                <a:close/>
                <a:lnTo>
                  <a:pt x="366261" y="118689"/>
                </a:lnTo>
                <a:close/>
                <a:lnTo>
                  <a:pt x="372297" y="115418"/>
                </a:lnTo>
                <a:close/>
                <a:lnTo>
                  <a:pt x="378330" y="112155"/>
                </a:lnTo>
                <a:close/>
                <a:lnTo>
                  <a:pt x="384358" y="108900"/>
                </a:lnTo>
                <a:close/>
                <a:lnTo>
                  <a:pt x="390380" y="105653"/>
                </a:lnTo>
                <a:close/>
                <a:lnTo>
                  <a:pt x="396392" y="102413"/>
                </a:lnTo>
                <a:close/>
                <a:lnTo>
                  <a:pt x="402395" y="99180"/>
                </a:lnTo>
                <a:close/>
                <a:lnTo>
                  <a:pt x="408389" y="95953"/>
                </a:lnTo>
                <a:close/>
                <a:lnTo>
                  <a:pt x="414375" y="92732"/>
                </a:lnTo>
                <a:close/>
                <a:lnTo>
                  <a:pt x="420356" y="89518"/>
                </a:lnTo>
                <a:close/>
                <a:lnTo>
                  <a:pt x="426334" y="86311"/>
                </a:lnTo>
                <a:close/>
                <a:lnTo>
                  <a:pt x="432310" y="83111"/>
                </a:lnTo>
                <a:close/>
                <a:lnTo>
                  <a:pt x="438286" y="79917"/>
                </a:lnTo>
                <a:close/>
                <a:lnTo>
                  <a:pt x="444264" y="76729"/>
                </a:lnTo>
                <a:close/>
                <a:lnTo>
                  <a:pt x="450246" y="73549"/>
                </a:lnTo>
                <a:close/>
                <a:lnTo>
                  <a:pt x="456234" y="70376"/>
                </a:lnTo>
                <a:close/>
                <a:lnTo>
                  <a:pt x="462229" y="67209"/>
                </a:lnTo>
                <a:close/>
                <a:lnTo>
                  <a:pt x="468233" y="64049"/>
                </a:lnTo>
                <a:close/>
                <a:lnTo>
                  <a:pt x="474245" y="60897"/>
                </a:lnTo>
                <a:close/>
                <a:lnTo>
                  <a:pt x="480264" y="57752"/>
                </a:lnTo>
                <a:close/>
                <a:lnTo>
                  <a:pt x="486289" y="54615"/>
                </a:lnTo>
                <a:close/>
                <a:lnTo>
                  <a:pt x="492318" y="51487"/>
                </a:lnTo>
                <a:close/>
                <a:lnTo>
                  <a:pt x="498351" y="48368"/>
                </a:lnTo>
                <a:close/>
                <a:lnTo>
                  <a:pt x="504386" y="45258"/>
                </a:lnTo>
                <a:close/>
                <a:lnTo>
                  <a:pt x="510422" y="42157"/>
                </a:lnTo>
                <a:close/>
                <a:lnTo>
                  <a:pt x="516457" y="39067"/>
                </a:lnTo>
                <a:close/>
                <a:lnTo>
                  <a:pt x="522492" y="35987"/>
                </a:lnTo>
                <a:close/>
                <a:lnTo>
                  <a:pt x="528523" y="32919"/>
                </a:lnTo>
                <a:close/>
                <a:lnTo>
                  <a:pt x="534551" y="29861"/>
                </a:lnTo>
                <a:close/>
                <a:lnTo>
                  <a:pt x="540574" y="26816"/>
                </a:lnTo>
                <a:close/>
                <a:lnTo>
                  <a:pt x="546591" y="23782"/>
                </a:lnTo>
                <a:close/>
                <a:lnTo>
                  <a:pt x="552600" y="20761"/>
                </a:lnTo>
                <a:close/>
                <a:lnTo>
                  <a:pt x="558601" y="17753"/>
                </a:lnTo>
                <a:close/>
                <a:lnTo>
                  <a:pt x="564592" y="14759"/>
                </a:lnTo>
                <a:close/>
                <a:lnTo>
                  <a:pt x="570572" y="11778"/>
                </a:lnTo>
                <a:close/>
                <a:lnTo>
                  <a:pt x="576540" y="8811"/>
                </a:lnTo>
                <a:close/>
                <a:lnTo>
                  <a:pt x="582495" y="5859"/>
                </a:lnTo>
                <a:close/>
                <a:lnTo>
                  <a:pt x="588435" y="2922"/>
                </a:lnTo>
                <a:close/>
                <a:lnTo>
                  <a:pt x="594360" y="0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035040" y="1271473"/>
            <a:ext cx="594360" cy="274320"/>
          </a:xfrm>
          <a:custGeom>
            <a:avLst/>
            <a:gdLst/>
            <a:ahLst/>
            <a:cxnLst/>
            <a:rect l="l" t="t" r="r" b="b"/>
            <a:pathLst>
              <a:path w="594360" h="274320">
                <a:moveTo>
                  <a:pt x="594360" y="0"/>
                </a:moveTo>
                <a:lnTo>
                  <a:pt x="588435" y="5290"/>
                </a:lnTo>
                <a:close/>
                <a:lnTo>
                  <a:pt x="582495" y="10528"/>
                </a:lnTo>
                <a:close/>
                <a:lnTo>
                  <a:pt x="576540" y="15715"/>
                </a:lnTo>
                <a:close/>
                <a:lnTo>
                  <a:pt x="570572" y="20849"/>
                </a:lnTo>
                <a:close/>
                <a:lnTo>
                  <a:pt x="564592" y="25931"/>
                </a:lnTo>
                <a:close/>
                <a:lnTo>
                  <a:pt x="558601" y="30960"/>
                </a:lnTo>
                <a:close/>
                <a:lnTo>
                  <a:pt x="552600" y="35938"/>
                </a:lnTo>
                <a:close/>
                <a:lnTo>
                  <a:pt x="546591" y="40863"/>
                </a:lnTo>
                <a:close/>
                <a:lnTo>
                  <a:pt x="540574" y="45735"/>
                </a:lnTo>
                <a:close/>
                <a:lnTo>
                  <a:pt x="534551" y="50555"/>
                </a:lnTo>
                <a:close/>
                <a:lnTo>
                  <a:pt x="528523" y="55321"/>
                </a:lnTo>
                <a:close/>
                <a:lnTo>
                  <a:pt x="522492" y="60035"/>
                </a:lnTo>
                <a:close/>
                <a:lnTo>
                  <a:pt x="516457" y="64696"/>
                </a:lnTo>
                <a:close/>
                <a:lnTo>
                  <a:pt x="510422" y="69304"/>
                </a:lnTo>
                <a:close/>
                <a:lnTo>
                  <a:pt x="504386" y="73859"/>
                </a:lnTo>
                <a:close/>
                <a:lnTo>
                  <a:pt x="498351" y="78360"/>
                </a:lnTo>
                <a:close/>
                <a:lnTo>
                  <a:pt x="492318" y="82808"/>
                </a:lnTo>
                <a:close/>
                <a:lnTo>
                  <a:pt x="486289" y="87202"/>
                </a:lnTo>
                <a:close/>
                <a:lnTo>
                  <a:pt x="480264" y="91543"/>
                </a:lnTo>
                <a:close/>
                <a:lnTo>
                  <a:pt x="474245" y="95830"/>
                </a:lnTo>
                <a:close/>
                <a:lnTo>
                  <a:pt x="468233" y="100063"/>
                </a:lnTo>
                <a:close/>
                <a:lnTo>
                  <a:pt x="462229" y="104242"/>
                </a:lnTo>
                <a:close/>
                <a:lnTo>
                  <a:pt x="456234" y="108367"/>
                </a:lnTo>
                <a:close/>
                <a:lnTo>
                  <a:pt x="450246" y="112439"/>
                </a:lnTo>
                <a:close/>
                <a:lnTo>
                  <a:pt x="444264" y="116457"/>
                </a:lnTo>
                <a:close/>
                <a:lnTo>
                  <a:pt x="438286" y="120423"/>
                </a:lnTo>
                <a:close/>
                <a:lnTo>
                  <a:pt x="432310" y="124338"/>
                </a:lnTo>
                <a:close/>
                <a:lnTo>
                  <a:pt x="426334" y="128200"/>
                </a:lnTo>
                <a:close/>
                <a:lnTo>
                  <a:pt x="420356" y="132012"/>
                </a:lnTo>
                <a:close/>
                <a:lnTo>
                  <a:pt x="414375" y="135774"/>
                </a:lnTo>
                <a:close/>
                <a:lnTo>
                  <a:pt x="408389" y="139485"/>
                </a:lnTo>
                <a:close/>
                <a:lnTo>
                  <a:pt x="402395" y="143148"/>
                </a:lnTo>
                <a:close/>
                <a:lnTo>
                  <a:pt x="396392" y="146761"/>
                </a:lnTo>
                <a:close/>
                <a:lnTo>
                  <a:pt x="390380" y="150327"/>
                </a:lnTo>
                <a:close/>
                <a:lnTo>
                  <a:pt x="384358" y="153844"/>
                </a:lnTo>
                <a:close/>
                <a:lnTo>
                  <a:pt x="378330" y="157313"/>
                </a:lnTo>
                <a:close/>
                <a:lnTo>
                  <a:pt x="372297" y="160733"/>
                </a:lnTo>
                <a:close/>
                <a:lnTo>
                  <a:pt x="366261" y="164106"/>
                </a:lnTo>
                <a:close/>
                <a:lnTo>
                  <a:pt x="360224" y="167431"/>
                </a:lnTo>
                <a:close/>
                <a:lnTo>
                  <a:pt x="354189" y="170708"/>
                </a:lnTo>
                <a:close/>
                <a:lnTo>
                  <a:pt x="348156" y="173937"/>
                </a:lnTo>
                <a:close/>
                <a:lnTo>
                  <a:pt x="342129" y="177118"/>
                </a:lnTo>
                <a:close/>
                <a:lnTo>
                  <a:pt x="336109" y="180252"/>
                </a:lnTo>
                <a:close/>
                <a:lnTo>
                  <a:pt x="330098" y="183337"/>
                </a:lnTo>
                <a:close/>
                <a:lnTo>
                  <a:pt x="324098" y="186375"/>
                </a:lnTo>
                <a:close/>
                <a:lnTo>
                  <a:pt x="318107" y="189365"/>
                </a:lnTo>
                <a:close/>
                <a:lnTo>
                  <a:pt x="312123" y="192306"/>
                </a:lnTo>
                <a:close/>
                <a:lnTo>
                  <a:pt x="306144" y="195196"/>
                </a:lnTo>
                <a:close/>
                <a:lnTo>
                  <a:pt x="300168" y="198036"/>
                </a:lnTo>
                <a:close/>
                <a:lnTo>
                  <a:pt x="294192" y="200825"/>
                </a:lnTo>
                <a:close/>
                <a:lnTo>
                  <a:pt x="288216" y="203561"/>
                </a:lnTo>
                <a:close/>
                <a:lnTo>
                  <a:pt x="282237" y="206245"/>
                </a:lnTo>
                <a:close/>
                <a:lnTo>
                  <a:pt x="276253" y="208875"/>
                </a:lnTo>
                <a:close/>
                <a:lnTo>
                  <a:pt x="270262" y="211450"/>
                </a:lnTo>
                <a:close/>
                <a:lnTo>
                  <a:pt x="264262" y="213970"/>
                </a:lnTo>
                <a:close/>
                <a:lnTo>
                  <a:pt x="258251" y="216434"/>
                </a:lnTo>
                <a:close/>
                <a:lnTo>
                  <a:pt x="252231" y="218843"/>
                </a:lnTo>
                <a:close/>
                <a:lnTo>
                  <a:pt x="246204" y="221198"/>
                </a:lnTo>
                <a:close/>
                <a:lnTo>
                  <a:pt x="240171" y="223500"/>
                </a:lnTo>
                <a:close/>
                <a:lnTo>
                  <a:pt x="234136" y="225750"/>
                </a:lnTo>
                <a:close/>
                <a:lnTo>
                  <a:pt x="228099" y="227948"/>
                </a:lnTo>
                <a:close/>
                <a:lnTo>
                  <a:pt x="222063" y="230096"/>
                </a:lnTo>
                <a:close/>
                <a:lnTo>
                  <a:pt x="216030" y="232194"/>
                </a:lnTo>
                <a:close/>
                <a:lnTo>
                  <a:pt x="210002" y="234244"/>
                </a:lnTo>
                <a:close/>
                <a:lnTo>
                  <a:pt x="203980" y="236246"/>
                </a:lnTo>
                <a:close/>
                <a:lnTo>
                  <a:pt x="197968" y="238201"/>
                </a:lnTo>
                <a:close/>
                <a:lnTo>
                  <a:pt x="191965" y="240111"/>
                </a:lnTo>
                <a:close/>
                <a:lnTo>
                  <a:pt x="185971" y="241973"/>
                </a:lnTo>
                <a:close/>
                <a:lnTo>
                  <a:pt x="179985" y="243788"/>
                </a:lnTo>
                <a:close/>
                <a:lnTo>
                  <a:pt x="174004" y="245555"/>
                </a:lnTo>
                <a:close/>
                <a:lnTo>
                  <a:pt x="168026" y="247272"/>
                </a:lnTo>
                <a:close/>
                <a:lnTo>
                  <a:pt x="162050" y="248939"/>
                </a:lnTo>
                <a:close/>
                <a:lnTo>
                  <a:pt x="156074" y="250555"/>
                </a:lnTo>
                <a:close/>
                <a:lnTo>
                  <a:pt x="150096" y="252119"/>
                </a:lnTo>
                <a:close/>
                <a:lnTo>
                  <a:pt x="144114" y="253630"/>
                </a:lnTo>
                <a:close/>
                <a:lnTo>
                  <a:pt x="138126" y="255087"/>
                </a:lnTo>
                <a:close/>
                <a:lnTo>
                  <a:pt x="132131" y="256489"/>
                </a:lnTo>
                <a:close/>
                <a:lnTo>
                  <a:pt x="126127" y="257836"/>
                </a:lnTo>
                <a:close/>
                <a:lnTo>
                  <a:pt x="120115" y="259128"/>
                </a:lnTo>
                <a:close/>
                <a:lnTo>
                  <a:pt x="114096" y="260366"/>
                </a:lnTo>
                <a:close/>
                <a:lnTo>
                  <a:pt x="108071" y="261549"/>
                </a:lnTo>
                <a:close/>
                <a:lnTo>
                  <a:pt x="102042" y="262680"/>
                </a:lnTo>
                <a:close/>
                <a:lnTo>
                  <a:pt x="96009" y="263757"/>
                </a:lnTo>
                <a:close/>
                <a:lnTo>
                  <a:pt x="89974" y="264783"/>
                </a:lnTo>
                <a:close/>
                <a:lnTo>
                  <a:pt x="83938" y="265757"/>
                </a:lnTo>
                <a:close/>
                <a:lnTo>
                  <a:pt x="77903" y="266680"/>
                </a:lnTo>
                <a:close/>
                <a:lnTo>
                  <a:pt x="71868" y="267553"/>
                </a:lnTo>
                <a:close/>
                <a:lnTo>
                  <a:pt x="65837" y="268377"/>
                </a:lnTo>
                <a:close/>
                <a:lnTo>
                  <a:pt x="59809" y="269151"/>
                </a:lnTo>
                <a:close/>
                <a:lnTo>
                  <a:pt x="53786" y="269876"/>
                </a:lnTo>
                <a:close/>
                <a:lnTo>
                  <a:pt x="47769" y="270554"/>
                </a:lnTo>
                <a:close/>
                <a:lnTo>
                  <a:pt x="41760" y="271184"/>
                </a:lnTo>
                <a:close/>
                <a:lnTo>
                  <a:pt x="35759" y="271768"/>
                </a:lnTo>
                <a:close/>
                <a:lnTo>
                  <a:pt x="29768" y="272305"/>
                </a:lnTo>
                <a:close/>
                <a:lnTo>
                  <a:pt x="23788" y="272797"/>
                </a:lnTo>
                <a:close/>
                <a:lnTo>
                  <a:pt x="17820" y="273244"/>
                </a:lnTo>
                <a:close/>
                <a:lnTo>
                  <a:pt x="11865" y="273646"/>
                </a:lnTo>
                <a:close/>
                <a:lnTo>
                  <a:pt x="5925" y="274005"/>
                </a:lnTo>
                <a:close/>
                <a:lnTo>
                  <a:pt x="0" y="274320"/>
                </a:lnTo>
                <a:close/>
              </a:path>
            </a:pathLst>
          </a:cu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96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