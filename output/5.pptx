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3429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71450.0"/>
            <a:ext cx="0.0" cy="3200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663440" y="1010412"/>
            <a:ext cx="1728216" cy="1040587"/>
          </a:xfrm>
          <a:custGeom>
            <a:avLst/>
            <a:gdLst/>
            <a:ahLst/>
            <a:cxnLst/>
            <a:rect l="l" t="t" r="r" b="b"/>
            <a:pathLst>
              <a:path w="1728216" h="1040587">
                <a:moveTo>
                  <a:pt x="0" y="1040587"/>
                </a:moveTo>
                <a:lnTo>
                  <a:pt x="2861" y="1033599"/>
                </a:lnTo>
                <a:close/>
                <a:lnTo>
                  <a:pt x="5727" y="1026716"/>
                </a:lnTo>
                <a:close/>
                <a:lnTo>
                  <a:pt x="8599" y="1019938"/>
                </a:lnTo>
                <a:close/>
                <a:lnTo>
                  <a:pt x="11473" y="1013264"/>
                </a:lnTo>
                <a:close/>
                <a:lnTo>
                  <a:pt x="14350" y="1006691"/>
                </a:lnTo>
                <a:close/>
                <a:lnTo>
                  <a:pt x="17228" y="1000221"/>
                </a:lnTo>
                <a:close/>
                <a:lnTo>
                  <a:pt x="20106" y="993850"/>
                </a:lnTo>
                <a:close/>
                <a:lnTo>
                  <a:pt x="22983" y="987577"/>
                </a:lnTo>
                <a:close/>
                <a:lnTo>
                  <a:pt x="25858" y="981403"/>
                </a:lnTo>
                <a:close/>
                <a:lnTo>
                  <a:pt x="28730" y="975325"/>
                </a:lnTo>
                <a:close/>
                <a:lnTo>
                  <a:pt x="31597" y="969342"/>
                </a:lnTo>
                <a:close/>
                <a:lnTo>
                  <a:pt x="34459" y="963453"/>
                </a:lnTo>
                <a:close/>
                <a:lnTo>
                  <a:pt x="37314" y="957656"/>
                </a:lnTo>
                <a:close/>
                <a:lnTo>
                  <a:pt x="40168" y="951947"/>
                </a:lnTo>
                <a:close/>
                <a:lnTo>
                  <a:pt x="43026" y="946317"/>
                </a:lnTo>
                <a:close/>
                <a:lnTo>
                  <a:pt x="45893" y="940762"/>
                </a:lnTo>
                <a:close/>
                <a:lnTo>
                  <a:pt x="48775" y="935274"/>
                </a:lnTo>
                <a:close/>
                <a:lnTo>
                  <a:pt x="51679" y="929848"/>
                </a:lnTo>
                <a:close/>
                <a:lnTo>
                  <a:pt x="54607" y="924477"/>
                </a:lnTo>
                <a:close/>
                <a:lnTo>
                  <a:pt x="57555" y="919161"/>
                </a:lnTo>
                <a:close/>
                <a:lnTo>
                  <a:pt x="60513" y="913903"/>
                </a:lnTo>
                <a:close/>
                <a:lnTo>
                  <a:pt x="63473" y="908706"/>
                </a:lnTo>
                <a:close/>
                <a:lnTo>
                  <a:pt x="66425" y="903570"/>
                </a:lnTo>
                <a:close/>
                <a:lnTo>
                  <a:pt x="69361" y="898500"/>
                </a:lnTo>
                <a:close/>
                <a:lnTo>
                  <a:pt x="72273" y="893496"/>
                </a:lnTo>
                <a:close/>
                <a:lnTo>
                  <a:pt x="75162" y="888557"/>
                </a:lnTo>
                <a:close/>
                <a:lnTo>
                  <a:pt x="78033" y="883681"/>
                </a:lnTo>
                <a:close/>
                <a:lnTo>
                  <a:pt x="80894" y="878865"/>
                </a:lnTo>
                <a:close/>
                <a:lnTo>
                  <a:pt x="83748" y="874106"/>
                </a:lnTo>
                <a:close/>
                <a:lnTo>
                  <a:pt x="86603" y="869402"/>
                </a:lnTo>
                <a:close/>
                <a:lnTo>
                  <a:pt x="89464" y="864750"/>
                </a:lnTo>
                <a:close/>
                <a:lnTo>
                  <a:pt x="92331" y="860146"/>
                </a:lnTo>
                <a:close/>
                <a:lnTo>
                  <a:pt x="95202" y="855587"/>
                </a:lnTo>
                <a:close/>
                <a:lnTo>
                  <a:pt x="98077" y="851068"/>
                </a:lnTo>
                <a:close/>
                <a:lnTo>
                  <a:pt x="100952" y="846585"/>
                </a:lnTo>
                <a:close/>
                <a:lnTo>
                  <a:pt x="103828" y="842134"/>
                </a:lnTo>
                <a:close/>
                <a:lnTo>
                  <a:pt x="106701" y="837712"/>
                </a:lnTo>
                <a:close/>
                <a:lnTo>
                  <a:pt x="109573" y="833321"/>
                </a:lnTo>
                <a:close/>
                <a:lnTo>
                  <a:pt x="112443" y="828968"/>
                </a:lnTo>
                <a:close/>
                <a:lnTo>
                  <a:pt x="115314" y="824660"/>
                </a:lnTo>
                <a:close/>
                <a:lnTo>
                  <a:pt x="118184" y="820402"/>
                </a:lnTo>
                <a:close/>
                <a:lnTo>
                  <a:pt x="121057" y="816201"/>
                </a:lnTo>
                <a:close/>
                <a:lnTo>
                  <a:pt x="123931" y="812062"/>
                </a:lnTo>
                <a:close/>
                <a:lnTo>
                  <a:pt x="126806" y="807984"/>
                </a:lnTo>
                <a:close/>
                <a:lnTo>
                  <a:pt x="129682" y="803956"/>
                </a:lnTo>
                <a:close/>
                <a:lnTo>
                  <a:pt x="132555" y="799969"/>
                </a:lnTo>
                <a:close/>
                <a:lnTo>
                  <a:pt x="135425" y="796014"/>
                </a:lnTo>
                <a:close/>
                <a:lnTo>
                  <a:pt x="138290" y="792083"/>
                </a:lnTo>
                <a:close/>
                <a:lnTo>
                  <a:pt x="141149" y="788166"/>
                </a:lnTo>
                <a:close/>
                <a:lnTo>
                  <a:pt x="144003" y="784262"/>
                </a:lnTo>
                <a:close/>
                <a:lnTo>
                  <a:pt x="146859" y="780378"/>
                </a:lnTo>
                <a:close/>
                <a:lnTo>
                  <a:pt x="149723" y="776518"/>
                </a:lnTo>
                <a:close/>
                <a:lnTo>
                  <a:pt x="152600" y="772688"/>
                </a:lnTo>
                <a:close/>
                <a:lnTo>
                  <a:pt x="155495" y="768893"/>
                </a:lnTo>
                <a:close/>
                <a:lnTo>
                  <a:pt x="158416" y="765140"/>
                </a:lnTo>
                <a:close/>
                <a:lnTo>
                  <a:pt x="161358" y="761429"/>
                </a:lnTo>
                <a:close/>
                <a:lnTo>
                  <a:pt x="164314" y="757761"/>
                </a:lnTo>
                <a:close/>
                <a:lnTo>
                  <a:pt x="167275" y="754136"/>
                </a:lnTo>
                <a:close/>
                <a:lnTo>
                  <a:pt x="170230" y="750552"/>
                </a:lnTo>
                <a:close/>
                <a:lnTo>
                  <a:pt x="173173" y="747010"/>
                </a:lnTo>
                <a:close/>
                <a:lnTo>
                  <a:pt x="176092" y="743508"/>
                </a:lnTo>
                <a:close/>
                <a:lnTo>
                  <a:pt x="178988" y="740045"/>
                </a:lnTo>
                <a:close/>
                <a:lnTo>
                  <a:pt x="181864" y="736617"/>
                </a:lnTo>
                <a:close/>
                <a:lnTo>
                  <a:pt x="184728" y="733221"/>
                </a:lnTo>
                <a:close/>
                <a:lnTo>
                  <a:pt x="187583" y="729853"/>
                </a:lnTo>
                <a:close/>
                <a:lnTo>
                  <a:pt x="190437" y="726510"/>
                </a:lnTo>
                <a:close/>
                <a:lnTo>
                  <a:pt x="193295" y="723188"/>
                </a:lnTo>
                <a:close/>
                <a:lnTo>
                  <a:pt x="196158" y="719887"/>
                </a:lnTo>
                <a:close/>
                <a:lnTo>
                  <a:pt x="199027" y="716608"/>
                </a:lnTo>
                <a:close/>
                <a:lnTo>
                  <a:pt x="201900" y="713354"/>
                </a:lnTo>
                <a:close/>
                <a:lnTo>
                  <a:pt x="204776" y="710126"/>
                </a:lnTo>
                <a:close/>
                <a:lnTo>
                  <a:pt x="207653" y="706927"/>
                </a:lnTo>
                <a:close/>
                <a:lnTo>
                  <a:pt x="210531" y="703758"/>
                </a:lnTo>
                <a:close/>
                <a:lnTo>
                  <a:pt x="213409" y="700618"/>
                </a:lnTo>
                <a:close/>
                <a:lnTo>
                  <a:pt x="216286" y="697504"/>
                </a:lnTo>
                <a:close/>
                <a:lnTo>
                  <a:pt x="219159" y="694411"/>
                </a:lnTo>
                <a:close/>
                <a:lnTo>
                  <a:pt x="222029" y="691333"/>
                </a:lnTo>
                <a:close/>
                <a:lnTo>
                  <a:pt x="224894" y="688267"/>
                </a:lnTo>
                <a:close/>
                <a:lnTo>
                  <a:pt x="227752" y="685207"/>
                </a:lnTo>
                <a:close/>
                <a:lnTo>
                  <a:pt x="230606" y="682152"/>
                </a:lnTo>
                <a:close/>
                <a:lnTo>
                  <a:pt x="233461" y="679107"/>
                </a:lnTo>
                <a:close/>
                <a:lnTo>
                  <a:pt x="236323" y="676075"/>
                </a:lnTo>
                <a:close/>
                <a:lnTo>
                  <a:pt x="239196" y="673061"/>
                </a:lnTo>
                <a:close/>
                <a:lnTo>
                  <a:pt x="242087" y="670069"/>
                </a:lnTo>
                <a:close/>
                <a:lnTo>
                  <a:pt x="245001" y="667104"/>
                </a:lnTo>
                <a:close/>
                <a:lnTo>
                  <a:pt x="247939" y="664168"/>
                </a:lnTo>
                <a:close/>
                <a:lnTo>
                  <a:pt x="250893" y="661261"/>
                </a:lnTo>
                <a:close/>
                <a:lnTo>
                  <a:pt x="253853" y="658383"/>
                </a:lnTo>
                <a:close/>
                <a:lnTo>
                  <a:pt x="256810" y="655534"/>
                </a:lnTo>
                <a:close/>
                <a:lnTo>
                  <a:pt x="259757" y="652714"/>
                </a:lnTo>
                <a:close/>
                <a:lnTo>
                  <a:pt x="262683" y="649921"/>
                </a:lnTo>
                <a:close/>
                <a:lnTo>
                  <a:pt x="265584" y="647156"/>
                </a:lnTo>
                <a:close/>
                <a:lnTo>
                  <a:pt x="268464" y="644414"/>
                </a:lnTo>
                <a:close/>
                <a:lnTo>
                  <a:pt x="271331" y="641694"/>
                </a:lnTo>
                <a:close/>
                <a:lnTo>
                  <a:pt x="274188" y="638990"/>
                </a:lnTo>
                <a:close/>
                <a:lnTo>
                  <a:pt x="277042" y="636301"/>
                </a:lnTo>
                <a:close/>
                <a:lnTo>
                  <a:pt x="279898" y="633623"/>
                </a:lnTo>
                <a:close/>
                <a:lnTo>
                  <a:pt x="282760" y="630954"/>
                </a:lnTo>
                <a:close/>
                <a:lnTo>
                  <a:pt x="285627" y="628294"/>
                </a:lnTo>
                <a:close/>
                <a:lnTo>
                  <a:pt x="288499" y="625644"/>
                </a:lnTo>
                <a:close/>
                <a:lnTo>
                  <a:pt x="291374" y="623006"/>
                </a:lnTo>
                <a:close/>
                <a:lnTo>
                  <a:pt x="294252" y="620379"/>
                </a:lnTo>
                <a:close/>
                <a:lnTo>
                  <a:pt x="297130" y="617766"/>
                </a:lnTo>
                <a:close/>
                <a:lnTo>
                  <a:pt x="300008" y="615165"/>
                </a:lnTo>
                <a:close/>
                <a:lnTo>
                  <a:pt x="302885" y="612578"/>
                </a:lnTo>
                <a:close/>
                <a:lnTo>
                  <a:pt x="305759" y="610005"/>
                </a:lnTo>
                <a:close/>
                <a:lnTo>
                  <a:pt x="308630" y="607444"/>
                </a:lnTo>
                <a:close/>
                <a:lnTo>
                  <a:pt x="311496" y="604895"/>
                </a:lnTo>
                <a:close/>
                <a:lnTo>
                  <a:pt x="314356" y="602360"/>
                </a:lnTo>
                <a:close/>
                <a:lnTo>
                  <a:pt x="317211" y="599836"/>
                </a:lnTo>
                <a:close/>
                <a:lnTo>
                  <a:pt x="320065" y="597324"/>
                </a:lnTo>
                <a:close/>
                <a:lnTo>
                  <a:pt x="322924" y="594825"/>
                </a:lnTo>
                <a:close/>
                <a:lnTo>
                  <a:pt x="325794" y="592339"/>
                </a:lnTo>
                <a:close/>
                <a:lnTo>
                  <a:pt x="328680" y="589864"/>
                </a:lnTo>
                <a:close/>
                <a:lnTo>
                  <a:pt x="331588" y="587403"/>
                </a:lnTo>
                <a:close/>
                <a:lnTo>
                  <a:pt x="334521" y="584954"/>
                </a:lnTo>
                <a:close/>
                <a:lnTo>
                  <a:pt x="337471" y="582517"/>
                </a:lnTo>
                <a:close/>
                <a:lnTo>
                  <a:pt x="340430" y="580093"/>
                </a:lnTo>
                <a:close/>
                <a:lnTo>
                  <a:pt x="343389" y="577682"/>
                </a:lnTo>
                <a:close/>
                <a:lnTo>
                  <a:pt x="346339" y="575282"/>
                </a:lnTo>
                <a:close/>
                <a:lnTo>
                  <a:pt x="349271" y="572896"/>
                </a:lnTo>
                <a:close/>
                <a:lnTo>
                  <a:pt x="352178" y="570521"/>
                </a:lnTo>
                <a:close/>
                <a:lnTo>
                  <a:pt x="355064" y="568159"/>
                </a:lnTo>
                <a:close/>
                <a:lnTo>
                  <a:pt x="357933" y="565810"/>
                </a:lnTo>
                <a:close/>
                <a:lnTo>
                  <a:pt x="360792" y="563473"/>
                </a:lnTo>
                <a:close/>
                <a:lnTo>
                  <a:pt x="363646" y="561149"/>
                </a:lnTo>
                <a:close/>
                <a:lnTo>
                  <a:pt x="366501" y="558838"/>
                </a:lnTo>
                <a:close/>
                <a:lnTo>
                  <a:pt x="369362" y="556540"/>
                </a:lnTo>
                <a:close/>
                <a:lnTo>
                  <a:pt x="372228" y="554254"/>
                </a:lnTo>
                <a:close/>
                <a:lnTo>
                  <a:pt x="375099" y="551980"/>
                </a:lnTo>
                <a:close/>
                <a:lnTo>
                  <a:pt x="377973" y="549719"/>
                </a:lnTo>
                <a:close/>
                <a:lnTo>
                  <a:pt x="380850" y="547469"/>
                </a:lnTo>
                <a:close/>
                <a:lnTo>
                  <a:pt x="383728" y="545230"/>
                </a:lnTo>
                <a:close/>
                <a:lnTo>
                  <a:pt x="386606" y="543003"/>
                </a:lnTo>
                <a:close/>
                <a:lnTo>
                  <a:pt x="389484" y="540788"/>
                </a:lnTo>
                <a:close/>
                <a:lnTo>
                  <a:pt x="392359" y="538586"/>
                </a:lnTo>
                <a:close/>
                <a:lnTo>
                  <a:pt x="395230" y="536398"/>
                </a:lnTo>
                <a:close/>
                <a:lnTo>
                  <a:pt x="398098" y="534226"/>
                </a:lnTo>
                <a:close/>
                <a:lnTo>
                  <a:pt x="400960" y="532070"/>
                </a:lnTo>
                <a:close/>
                <a:lnTo>
                  <a:pt x="403816" y="529932"/>
                </a:lnTo>
                <a:close/>
                <a:lnTo>
                  <a:pt x="406669" y="527809"/>
                </a:lnTo>
                <a:close/>
                <a:lnTo>
                  <a:pt x="409527" y="525695"/>
                </a:lnTo>
                <a:close/>
                <a:lnTo>
                  <a:pt x="412393" y="523587"/>
                </a:lnTo>
                <a:close/>
                <a:lnTo>
                  <a:pt x="415275" y="521481"/>
                </a:lnTo>
                <a:close/>
                <a:lnTo>
                  <a:pt x="418176" y="519370"/>
                </a:lnTo>
                <a:close/>
                <a:lnTo>
                  <a:pt x="421103" y="517253"/>
                </a:lnTo>
                <a:close/>
                <a:lnTo>
                  <a:pt x="424050" y="515131"/>
                </a:lnTo>
                <a:close/>
                <a:lnTo>
                  <a:pt x="427008" y="513007"/>
                </a:lnTo>
                <a:close/>
                <a:lnTo>
                  <a:pt x="429968" y="510886"/>
                </a:lnTo>
                <a:close/>
                <a:lnTo>
                  <a:pt x="432921" y="508772"/>
                </a:lnTo>
                <a:close/>
                <a:lnTo>
                  <a:pt x="435858" y="506670"/>
                </a:lnTo>
                <a:close/>
                <a:lnTo>
                  <a:pt x="438771" y="504583"/>
                </a:lnTo>
                <a:close/>
                <a:lnTo>
                  <a:pt x="441661" y="502513"/>
                </a:lnTo>
                <a:close/>
                <a:lnTo>
                  <a:pt x="444534" y="500459"/>
                </a:lnTo>
                <a:close/>
                <a:lnTo>
                  <a:pt x="447395" y="498422"/>
                </a:lnTo>
                <a:close/>
                <a:lnTo>
                  <a:pt x="450250" y="496402"/>
                </a:lnTo>
                <a:close/>
                <a:lnTo>
                  <a:pt x="453105" y="494400"/>
                </a:lnTo>
                <a:close/>
                <a:lnTo>
                  <a:pt x="455965" y="492414"/>
                </a:lnTo>
                <a:close/>
                <a:lnTo>
                  <a:pt x="458831" y="490442"/>
                </a:lnTo>
                <a:close/>
                <a:lnTo>
                  <a:pt x="461703" y="488480"/>
                </a:lnTo>
                <a:close/>
                <a:lnTo>
                  <a:pt x="464577" y="486522"/>
                </a:lnTo>
                <a:close/>
                <a:lnTo>
                  <a:pt x="467453" y="484565"/>
                </a:lnTo>
                <a:close/>
                <a:lnTo>
                  <a:pt x="470328" y="482604"/>
                </a:lnTo>
                <a:close/>
                <a:lnTo>
                  <a:pt x="473202" y="480634"/>
                </a:lnTo>
                <a:close/>
                <a:lnTo>
                  <a:pt x="476073" y="478658"/>
                </a:lnTo>
                <a:close/>
                <a:lnTo>
                  <a:pt x="478944" y="476681"/>
                </a:lnTo>
                <a:close/>
                <a:lnTo>
                  <a:pt x="481814" y="474709"/>
                </a:lnTo>
                <a:close/>
                <a:lnTo>
                  <a:pt x="484685" y="472747"/>
                </a:lnTo>
                <a:close/>
                <a:lnTo>
                  <a:pt x="487557" y="470801"/>
                </a:lnTo>
                <a:close/>
                <a:lnTo>
                  <a:pt x="490431" y="468877"/>
                </a:lnTo>
                <a:close/>
                <a:lnTo>
                  <a:pt x="493307" y="466974"/>
                </a:lnTo>
                <a:close/>
                <a:lnTo>
                  <a:pt x="496182" y="465086"/>
                </a:lnTo>
                <a:close/>
                <a:lnTo>
                  <a:pt x="499056" y="463206"/>
                </a:lnTo>
                <a:close/>
                <a:lnTo>
                  <a:pt x="501926" y="461329"/>
                </a:lnTo>
                <a:close/>
                <a:lnTo>
                  <a:pt x="504791" y="459448"/>
                </a:lnTo>
                <a:close/>
                <a:lnTo>
                  <a:pt x="507650" y="457559"/>
                </a:lnTo>
                <a:close/>
                <a:lnTo>
                  <a:pt x="510504" y="455660"/>
                </a:lnTo>
                <a:close/>
                <a:lnTo>
                  <a:pt x="513360" y="453758"/>
                </a:lnTo>
                <a:close/>
                <a:lnTo>
                  <a:pt x="516223" y="451860"/>
                </a:lnTo>
                <a:close/>
                <a:lnTo>
                  <a:pt x="519099" y="449972"/>
                </a:lnTo>
                <a:close/>
                <a:lnTo>
                  <a:pt x="521994" y="448098"/>
                </a:lnTo>
                <a:close/>
                <a:lnTo>
                  <a:pt x="524912" y="446247"/>
                </a:lnTo>
                <a:close/>
                <a:lnTo>
                  <a:pt x="527854" y="444417"/>
                </a:lnTo>
                <a:close/>
                <a:lnTo>
                  <a:pt x="530809" y="442603"/>
                </a:lnTo>
                <a:close/>
                <a:lnTo>
                  <a:pt x="533770" y="440798"/>
                </a:lnTo>
                <a:close/>
                <a:lnTo>
                  <a:pt x="536726" y="438997"/>
                </a:lnTo>
                <a:close/>
                <a:lnTo>
                  <a:pt x="539669" y="437193"/>
                </a:lnTo>
                <a:close/>
                <a:lnTo>
                  <a:pt x="542590" y="435380"/>
                </a:lnTo>
                <a:close/>
                <a:lnTo>
                  <a:pt x="545487" y="433558"/>
                </a:lnTo>
                <a:close/>
                <a:lnTo>
                  <a:pt x="548365" y="431732"/>
                </a:lnTo>
                <a:close/>
                <a:lnTo>
                  <a:pt x="551229" y="429909"/>
                </a:lnTo>
                <a:close/>
                <a:lnTo>
                  <a:pt x="554085" y="428094"/>
                </a:lnTo>
                <a:close/>
                <a:lnTo>
                  <a:pt x="556939" y="426295"/>
                </a:lnTo>
                <a:close/>
                <a:lnTo>
                  <a:pt x="559796" y="424516"/>
                </a:lnTo>
                <a:close/>
                <a:lnTo>
                  <a:pt x="562659" y="422759"/>
                </a:lnTo>
                <a:close/>
                <a:lnTo>
                  <a:pt x="565527" y="421019"/>
                </a:lnTo>
                <a:close/>
                <a:lnTo>
                  <a:pt x="568400" y="419289"/>
                </a:lnTo>
                <a:close/>
                <a:lnTo>
                  <a:pt x="571276" y="417563"/>
                </a:lnTo>
                <a:close/>
                <a:lnTo>
                  <a:pt x="574153" y="415836"/>
                </a:lnTo>
                <a:close/>
                <a:lnTo>
                  <a:pt x="577031" y="414101"/>
                </a:lnTo>
                <a:close/>
                <a:lnTo>
                  <a:pt x="579909" y="412356"/>
                </a:lnTo>
                <a:close/>
                <a:lnTo>
                  <a:pt x="582786" y="410607"/>
                </a:lnTo>
                <a:close/>
                <a:lnTo>
                  <a:pt x="585659" y="408860"/>
                </a:lnTo>
                <a:close/>
                <a:lnTo>
                  <a:pt x="588529" y="407120"/>
                </a:lnTo>
                <a:close/>
                <a:lnTo>
                  <a:pt x="591394" y="405392"/>
                </a:lnTo>
                <a:close/>
                <a:lnTo>
                  <a:pt x="594254" y="403684"/>
                </a:lnTo>
                <a:close/>
                <a:lnTo>
                  <a:pt x="597108" y="401996"/>
                </a:lnTo>
                <a:close/>
                <a:lnTo>
                  <a:pt x="599963" y="400326"/>
                </a:lnTo>
                <a:close/>
                <a:lnTo>
                  <a:pt x="602823" y="398668"/>
                </a:lnTo>
                <a:close/>
                <a:lnTo>
                  <a:pt x="605696" y="397018"/>
                </a:lnTo>
                <a:close/>
                <a:lnTo>
                  <a:pt x="608586" y="395371"/>
                </a:lnTo>
                <a:close/>
                <a:lnTo>
                  <a:pt x="611498" y="393723"/>
                </a:lnTo>
                <a:close/>
                <a:lnTo>
                  <a:pt x="614435" y="392071"/>
                </a:lnTo>
                <a:close/>
                <a:lnTo>
                  <a:pt x="617388" y="390415"/>
                </a:lnTo>
                <a:close/>
                <a:lnTo>
                  <a:pt x="620348" y="388754"/>
                </a:lnTo>
                <a:close/>
                <a:lnTo>
                  <a:pt x="623306" y="387088"/>
                </a:lnTo>
                <a:close/>
                <a:lnTo>
                  <a:pt x="626253" y="385418"/>
                </a:lnTo>
                <a:close/>
                <a:lnTo>
                  <a:pt x="629180" y="383743"/>
                </a:lnTo>
                <a:close/>
                <a:lnTo>
                  <a:pt x="632083" y="382065"/>
                </a:lnTo>
                <a:close/>
                <a:lnTo>
                  <a:pt x="634965" y="380388"/>
                </a:lnTo>
                <a:close/>
                <a:lnTo>
                  <a:pt x="637832" y="378716"/>
                </a:lnTo>
                <a:close/>
                <a:lnTo>
                  <a:pt x="640689" y="377054"/>
                </a:lnTo>
                <a:close/>
                <a:lnTo>
                  <a:pt x="643543" y="375406"/>
                </a:lnTo>
                <a:close/>
                <a:lnTo>
                  <a:pt x="646399" y="373777"/>
                </a:lnTo>
                <a:close/>
                <a:lnTo>
                  <a:pt x="649261" y="372169"/>
                </a:lnTo>
                <a:close/>
                <a:lnTo>
                  <a:pt x="652128" y="370577"/>
                </a:lnTo>
                <a:close/>
                <a:lnTo>
                  <a:pt x="655000" y="368996"/>
                </a:lnTo>
                <a:close/>
                <a:lnTo>
                  <a:pt x="657875" y="367420"/>
                </a:lnTo>
                <a:close/>
                <a:lnTo>
                  <a:pt x="660752" y="365843"/>
                </a:lnTo>
                <a:close/>
                <a:lnTo>
                  <a:pt x="663630" y="364260"/>
                </a:lnTo>
                <a:close/>
                <a:lnTo>
                  <a:pt x="666508" y="362668"/>
                </a:lnTo>
                <a:close/>
                <a:lnTo>
                  <a:pt x="669385" y="361070"/>
                </a:lnTo>
                <a:close/>
                <a:lnTo>
                  <a:pt x="672259" y="359473"/>
                </a:lnTo>
                <a:close/>
                <a:lnTo>
                  <a:pt x="675130" y="357882"/>
                </a:lnTo>
                <a:close/>
                <a:lnTo>
                  <a:pt x="677997" y="356302"/>
                </a:lnTo>
                <a:close/>
                <a:lnTo>
                  <a:pt x="680857" y="354740"/>
                </a:lnTo>
                <a:close/>
                <a:lnTo>
                  <a:pt x="683712" y="353199"/>
                </a:lnTo>
                <a:close/>
                <a:lnTo>
                  <a:pt x="686567" y="351676"/>
                </a:lnTo>
                <a:close/>
                <a:lnTo>
                  <a:pt x="689425" y="350166"/>
                </a:lnTo>
                <a:close/>
                <a:lnTo>
                  <a:pt x="692294" y="348666"/>
                </a:lnTo>
                <a:close/>
                <a:lnTo>
                  <a:pt x="695179" y="347170"/>
                </a:lnTo>
                <a:close/>
                <a:lnTo>
                  <a:pt x="698085" y="345673"/>
                </a:lnTo>
                <a:close/>
                <a:lnTo>
                  <a:pt x="701017" y="344173"/>
                </a:lnTo>
                <a:close/>
                <a:lnTo>
                  <a:pt x="703966" y="342669"/>
                </a:lnTo>
                <a:close/>
                <a:lnTo>
                  <a:pt x="706925" y="341160"/>
                </a:lnTo>
                <a:close/>
                <a:lnTo>
                  <a:pt x="709885" y="339646"/>
                </a:lnTo>
                <a:close/>
                <a:lnTo>
                  <a:pt x="712835" y="338129"/>
                </a:lnTo>
                <a:close/>
                <a:lnTo>
                  <a:pt x="715769" y="336607"/>
                </a:lnTo>
                <a:close/>
                <a:lnTo>
                  <a:pt x="718677" y="335082"/>
                </a:lnTo>
                <a:close/>
                <a:lnTo>
                  <a:pt x="721564" y="333556"/>
                </a:lnTo>
                <a:close/>
                <a:lnTo>
                  <a:pt x="724434" y="332035"/>
                </a:lnTo>
                <a:close/>
                <a:lnTo>
                  <a:pt x="727293" y="330521"/>
                </a:lnTo>
                <a:close/>
                <a:lnTo>
                  <a:pt x="730148" y="329019"/>
                </a:lnTo>
                <a:close/>
                <a:lnTo>
                  <a:pt x="733002" y="327534"/>
                </a:lnTo>
                <a:close/>
                <a:lnTo>
                  <a:pt x="735863" y="326068"/>
                </a:lnTo>
                <a:close/>
                <a:lnTo>
                  <a:pt x="738729" y="324619"/>
                </a:lnTo>
                <a:close/>
                <a:lnTo>
                  <a:pt x="741599" y="323183"/>
                </a:lnTo>
                <a:close/>
                <a:lnTo>
                  <a:pt x="744473" y="321756"/>
                </a:lnTo>
                <a:close/>
                <a:lnTo>
                  <a:pt x="747350" y="320334"/>
                </a:lnTo>
                <a:close/>
                <a:lnTo>
                  <a:pt x="750228" y="318913"/>
                </a:lnTo>
                <a:close/>
                <a:lnTo>
                  <a:pt x="753106" y="317488"/>
                </a:lnTo>
                <a:close/>
                <a:lnTo>
                  <a:pt x="755984" y="316060"/>
                </a:lnTo>
                <a:close/>
                <a:lnTo>
                  <a:pt x="758859" y="314627"/>
                </a:lnTo>
                <a:close/>
                <a:lnTo>
                  <a:pt x="761731" y="313190"/>
                </a:lnTo>
                <a:close/>
                <a:lnTo>
                  <a:pt x="764599" y="311749"/>
                </a:lnTo>
                <a:close/>
                <a:lnTo>
                  <a:pt x="767461" y="310303"/>
                </a:lnTo>
                <a:close/>
                <a:lnTo>
                  <a:pt x="770317" y="308854"/>
                </a:lnTo>
                <a:close/>
                <a:lnTo>
                  <a:pt x="773171" y="307404"/>
                </a:lnTo>
                <a:close/>
                <a:lnTo>
                  <a:pt x="776028" y="305957"/>
                </a:lnTo>
                <a:close/>
                <a:lnTo>
                  <a:pt x="778894" y="304518"/>
                </a:lnTo>
                <a:close/>
                <a:lnTo>
                  <a:pt x="781774" y="303089"/>
                </a:lnTo>
                <a:close/>
                <a:lnTo>
                  <a:pt x="784674" y="301677"/>
                </a:lnTo>
                <a:close/>
                <a:lnTo>
                  <a:pt x="787600" y="300283"/>
                </a:lnTo>
                <a:close/>
                <a:lnTo>
                  <a:pt x="790545" y="298908"/>
                </a:lnTo>
                <a:close/>
                <a:lnTo>
                  <a:pt x="793503" y="297546"/>
                </a:lnTo>
                <a:close/>
                <a:lnTo>
                  <a:pt x="796463" y="296193"/>
                </a:lnTo>
                <a:close/>
                <a:lnTo>
                  <a:pt x="799417" y="294846"/>
                </a:lnTo>
                <a:close/>
                <a:lnTo>
                  <a:pt x="802355" y="293501"/>
                </a:lnTo>
                <a:close/>
                <a:lnTo>
                  <a:pt x="805270" y="292152"/>
                </a:lnTo>
                <a:close/>
                <a:lnTo>
                  <a:pt x="808161" y="290800"/>
                </a:lnTo>
                <a:close/>
                <a:lnTo>
                  <a:pt x="811035" y="289443"/>
                </a:lnTo>
                <a:close/>
                <a:lnTo>
                  <a:pt x="813896" y="288083"/>
                </a:lnTo>
                <a:close/>
                <a:lnTo>
                  <a:pt x="816751" y="286718"/>
                </a:lnTo>
                <a:close/>
                <a:lnTo>
                  <a:pt x="819606" y="285348"/>
                </a:lnTo>
                <a:close/>
                <a:lnTo>
                  <a:pt x="822466" y="283975"/>
                </a:lnTo>
                <a:close/>
                <a:lnTo>
                  <a:pt x="825332" y="282600"/>
                </a:lnTo>
                <a:close/>
                <a:lnTo>
                  <a:pt x="828203" y="281228"/>
                </a:lnTo>
                <a:close/>
                <a:lnTo>
                  <a:pt x="831077" y="279862"/>
                </a:lnTo>
                <a:close/>
                <a:lnTo>
                  <a:pt x="833953" y="278508"/>
                </a:lnTo>
                <a:close/>
                <a:lnTo>
                  <a:pt x="836828" y="277168"/>
                </a:lnTo>
                <a:close/>
                <a:lnTo>
                  <a:pt x="839702" y="275849"/>
                </a:lnTo>
                <a:close/>
                <a:lnTo>
                  <a:pt x="842574" y="274547"/>
                </a:lnTo>
                <a:close/>
                <a:lnTo>
                  <a:pt x="845444" y="273260"/>
                </a:lnTo>
                <a:close/>
                <a:lnTo>
                  <a:pt x="848314" y="271983"/>
                </a:lnTo>
                <a:close/>
                <a:lnTo>
                  <a:pt x="851185" y="270710"/>
                </a:lnTo>
                <a:close/>
                <a:lnTo>
                  <a:pt x="854057" y="269438"/>
                </a:lnTo>
                <a:close/>
                <a:lnTo>
                  <a:pt x="856931" y="268163"/>
                </a:lnTo>
                <a:close/>
                <a:lnTo>
                  <a:pt x="859807" y="266882"/>
                </a:lnTo>
                <a:close/>
                <a:lnTo>
                  <a:pt x="862682" y="265598"/>
                </a:lnTo>
                <a:close/>
                <a:lnTo>
                  <a:pt x="865556" y="264311"/>
                </a:lnTo>
                <a:close/>
                <a:lnTo>
                  <a:pt x="868427" y="263023"/>
                </a:lnTo>
                <a:close/>
                <a:lnTo>
                  <a:pt x="871292" y="261736"/>
                </a:lnTo>
                <a:close/>
                <a:lnTo>
                  <a:pt x="874151" y="260452"/>
                </a:lnTo>
                <a:close/>
                <a:lnTo>
                  <a:pt x="877006" y="259169"/>
                </a:lnTo>
                <a:close/>
                <a:lnTo>
                  <a:pt x="879861" y="257888"/>
                </a:lnTo>
                <a:close/>
                <a:lnTo>
                  <a:pt x="882724" y="256605"/>
                </a:lnTo>
                <a:close/>
                <a:lnTo>
                  <a:pt x="885599" y="255321"/>
                </a:lnTo>
                <a:close/>
                <a:lnTo>
                  <a:pt x="888492" y="254033"/>
                </a:lnTo>
                <a:close/>
                <a:lnTo>
                  <a:pt x="891409" y="252739"/>
                </a:lnTo>
                <a:close/>
                <a:lnTo>
                  <a:pt x="894350" y="251442"/>
                </a:lnTo>
                <a:close/>
                <a:lnTo>
                  <a:pt x="897304" y="250145"/>
                </a:lnTo>
                <a:close/>
                <a:lnTo>
                  <a:pt x="900265" y="248853"/>
                </a:lnTo>
                <a:close/>
                <a:lnTo>
                  <a:pt x="903222" y="247571"/>
                </a:lnTo>
                <a:close/>
                <a:lnTo>
                  <a:pt x="906166" y="246302"/>
                </a:lnTo>
                <a:close/>
                <a:lnTo>
                  <a:pt x="909089" y="245051"/>
                </a:lnTo>
                <a:close/>
                <a:lnTo>
                  <a:pt x="911987" y="243820"/>
                </a:lnTo>
                <a:close/>
                <a:lnTo>
                  <a:pt x="914865" y="242605"/>
                </a:lnTo>
                <a:close/>
                <a:lnTo>
                  <a:pt x="917730" y="241400"/>
                </a:lnTo>
                <a:close/>
                <a:lnTo>
                  <a:pt x="920586" y="240203"/>
                </a:lnTo>
                <a:close/>
                <a:lnTo>
                  <a:pt x="923440" y="239009"/>
                </a:lnTo>
                <a:close/>
                <a:lnTo>
                  <a:pt x="926297" y="237815"/>
                </a:lnTo>
                <a:close/>
                <a:lnTo>
                  <a:pt x="929160" y="236616"/>
                </a:lnTo>
                <a:close/>
                <a:lnTo>
                  <a:pt x="932028" y="235413"/>
                </a:lnTo>
                <a:close/>
                <a:lnTo>
                  <a:pt x="934900" y="234206"/>
                </a:lnTo>
                <a:close/>
                <a:lnTo>
                  <a:pt x="937776" y="232993"/>
                </a:lnTo>
                <a:close/>
                <a:lnTo>
                  <a:pt x="940653" y="231775"/>
                </a:lnTo>
                <a:close/>
                <a:lnTo>
                  <a:pt x="943531" y="230552"/>
                </a:lnTo>
                <a:close/>
                <a:lnTo>
                  <a:pt x="946409" y="229324"/>
                </a:lnTo>
                <a:close/>
                <a:lnTo>
                  <a:pt x="949286" y="228097"/>
                </a:lnTo>
                <a:close/>
                <a:lnTo>
                  <a:pt x="952160" y="226877"/>
                </a:lnTo>
                <a:close/>
                <a:lnTo>
                  <a:pt x="955030" y="225670"/>
                </a:lnTo>
                <a:close/>
                <a:lnTo>
                  <a:pt x="957895" y="224480"/>
                </a:lnTo>
                <a:close/>
                <a:lnTo>
                  <a:pt x="960755" y="223314"/>
                </a:lnTo>
                <a:close/>
                <a:lnTo>
                  <a:pt x="963609" y="222173"/>
                </a:lnTo>
                <a:close/>
                <a:lnTo>
                  <a:pt x="966464" y="221047"/>
                </a:lnTo>
                <a:close/>
                <a:lnTo>
                  <a:pt x="969324" y="219928"/>
                </a:lnTo>
                <a:close/>
                <a:lnTo>
                  <a:pt x="972196" y="218806"/>
                </a:lnTo>
                <a:close/>
                <a:lnTo>
                  <a:pt x="975084" y="217670"/>
                </a:lnTo>
                <a:close/>
                <a:lnTo>
                  <a:pt x="977995" y="216512"/>
                </a:lnTo>
                <a:close/>
                <a:lnTo>
                  <a:pt x="980931" y="215325"/>
                </a:lnTo>
                <a:close/>
                <a:lnTo>
                  <a:pt x="983883" y="214118"/>
                </a:lnTo>
                <a:close/>
                <a:lnTo>
                  <a:pt x="986843" y="212899"/>
                </a:lnTo>
                <a:close/>
                <a:lnTo>
                  <a:pt x="989801" y="211675"/>
                </a:lnTo>
                <a:close/>
                <a:lnTo>
                  <a:pt x="992749" y="210457"/>
                </a:lnTo>
                <a:close/>
                <a:lnTo>
                  <a:pt x="995678" y="209253"/>
                </a:lnTo>
                <a:close/>
                <a:lnTo>
                  <a:pt x="998582" y="208068"/>
                </a:lnTo>
                <a:close/>
                <a:lnTo>
                  <a:pt x="1001465" y="206905"/>
                </a:lnTo>
                <a:close/>
                <a:lnTo>
                  <a:pt x="1004333" y="205763"/>
                </a:lnTo>
                <a:close/>
                <a:lnTo>
                  <a:pt x="1007191" y="204642"/>
                </a:lnTo>
                <a:close/>
                <a:lnTo>
                  <a:pt x="1010045" y="203542"/>
                </a:lnTo>
                <a:close/>
                <a:lnTo>
                  <a:pt x="1012900" y="202464"/>
                </a:lnTo>
                <a:close/>
                <a:lnTo>
                  <a:pt x="1015761" y="201405"/>
                </a:lnTo>
                <a:close/>
                <a:lnTo>
                  <a:pt x="1018628" y="200358"/>
                </a:lnTo>
                <a:close/>
                <a:lnTo>
                  <a:pt x="1021500" y="199314"/>
                </a:lnTo>
                <a:close/>
                <a:lnTo>
                  <a:pt x="1024375" y="198265"/>
                </a:lnTo>
                <a:close/>
                <a:lnTo>
                  <a:pt x="1027252" y="197202"/>
                </a:lnTo>
                <a:close/>
                <a:lnTo>
                  <a:pt x="1030130" y="196117"/>
                </a:lnTo>
                <a:close/>
                <a:lnTo>
                  <a:pt x="1033008" y="195003"/>
                </a:lnTo>
                <a:close/>
                <a:lnTo>
                  <a:pt x="1035885" y="193868"/>
                </a:lnTo>
                <a:close/>
                <a:lnTo>
                  <a:pt x="1038759" y="192722"/>
                </a:lnTo>
                <a:close/>
                <a:lnTo>
                  <a:pt x="1041631" y="191574"/>
                </a:lnTo>
                <a:close/>
                <a:lnTo>
                  <a:pt x="1044498" y="190435"/>
                </a:lnTo>
                <a:close/>
                <a:lnTo>
                  <a:pt x="1047359" y="189314"/>
                </a:lnTo>
                <a:close/>
                <a:lnTo>
                  <a:pt x="1050214" y="188220"/>
                </a:lnTo>
                <a:close/>
                <a:lnTo>
                  <a:pt x="1053068" y="187147"/>
                </a:lnTo>
                <a:close/>
                <a:lnTo>
                  <a:pt x="1055926" y="186092"/>
                </a:lnTo>
                <a:close/>
                <a:lnTo>
                  <a:pt x="1058794" y="185047"/>
                </a:lnTo>
                <a:close/>
                <a:lnTo>
                  <a:pt x="1061678" y="184006"/>
                </a:lnTo>
                <a:close/>
                <a:lnTo>
                  <a:pt x="1064583" y="182964"/>
                </a:lnTo>
                <a:close/>
                <a:lnTo>
                  <a:pt x="1067513" y="181916"/>
                </a:lnTo>
                <a:close/>
                <a:lnTo>
                  <a:pt x="1070462" y="180861"/>
                </a:lnTo>
                <a:close/>
                <a:lnTo>
                  <a:pt x="1073420" y="179802"/>
                </a:lnTo>
                <a:close/>
                <a:lnTo>
                  <a:pt x="1076380" y="178741"/>
                </a:lnTo>
                <a:close/>
                <a:lnTo>
                  <a:pt x="1079332" y="177679"/>
                </a:lnTo>
                <a:close/>
                <a:lnTo>
                  <a:pt x="1082266" y="176618"/>
                </a:lnTo>
                <a:close/>
                <a:lnTo>
                  <a:pt x="1085176" y="175561"/>
                </a:lnTo>
                <a:close/>
                <a:lnTo>
                  <a:pt x="1088063" y="174505"/>
                </a:lnTo>
                <a:close/>
                <a:lnTo>
                  <a:pt x="1090934" y="173450"/>
                </a:lnTo>
                <a:close/>
                <a:lnTo>
                  <a:pt x="1093794" y="172394"/>
                </a:lnTo>
                <a:close/>
                <a:lnTo>
                  <a:pt x="1096648" y="171335"/>
                </a:lnTo>
                <a:close/>
                <a:lnTo>
                  <a:pt x="1099504" y="170272"/>
                </a:lnTo>
                <a:close/>
                <a:lnTo>
                  <a:pt x="1102365" y="169204"/>
                </a:lnTo>
                <a:close/>
                <a:lnTo>
                  <a:pt x="1105232" y="168132"/>
                </a:lnTo>
                <a:close/>
                <a:lnTo>
                  <a:pt x="1108104" y="167063"/>
                </a:lnTo>
                <a:close/>
                <a:lnTo>
                  <a:pt x="1110978" y="166001"/>
                </a:lnTo>
                <a:close/>
                <a:lnTo>
                  <a:pt x="1113854" y="164950"/>
                </a:lnTo>
                <a:close/>
                <a:lnTo>
                  <a:pt x="1116729" y="163915"/>
                </a:lnTo>
                <a:close/>
                <a:lnTo>
                  <a:pt x="1119602" y="162900"/>
                </a:lnTo>
                <a:close/>
                <a:lnTo>
                  <a:pt x="1122474" y="161904"/>
                </a:lnTo>
                <a:close/>
                <a:lnTo>
                  <a:pt x="1125344" y="160921"/>
                </a:lnTo>
                <a:close/>
                <a:lnTo>
                  <a:pt x="1128215" y="159947"/>
                </a:lnTo>
                <a:close/>
                <a:lnTo>
                  <a:pt x="1131085" y="158978"/>
                </a:lnTo>
                <a:close/>
                <a:lnTo>
                  <a:pt x="1133958" y="158009"/>
                </a:lnTo>
                <a:close/>
                <a:lnTo>
                  <a:pt x="1136832" y="157036"/>
                </a:lnTo>
                <a:close/>
                <a:lnTo>
                  <a:pt x="1139708" y="156058"/>
                </a:lnTo>
                <a:close/>
                <a:lnTo>
                  <a:pt x="1142583" y="155076"/>
                </a:lnTo>
                <a:close/>
                <a:lnTo>
                  <a:pt x="1145456" y="154091"/>
                </a:lnTo>
                <a:close/>
                <a:lnTo>
                  <a:pt x="1148326" y="153105"/>
                </a:lnTo>
                <a:close/>
                <a:lnTo>
                  <a:pt x="1151191" y="152119"/>
                </a:lnTo>
                <a:close/>
                <a:lnTo>
                  <a:pt x="1154049" y="151133"/>
                </a:lnTo>
                <a:close/>
                <a:lnTo>
                  <a:pt x="1156903" y="150149"/>
                </a:lnTo>
                <a:close/>
                <a:lnTo>
                  <a:pt x="1159759" y="149166"/>
                </a:lnTo>
                <a:close/>
                <a:lnTo>
                  <a:pt x="1162624" y="148184"/>
                </a:lnTo>
                <a:close/>
                <a:lnTo>
                  <a:pt x="1165502" y="147202"/>
                </a:lnTo>
                <a:close/>
                <a:lnTo>
                  <a:pt x="1168399" y="146223"/>
                </a:lnTo>
                <a:close/>
                <a:lnTo>
                  <a:pt x="1171321" y="145244"/>
                </a:lnTo>
                <a:close/>
                <a:lnTo>
                  <a:pt x="1174265" y="144265"/>
                </a:lnTo>
                <a:close/>
                <a:lnTo>
                  <a:pt x="1177222" y="143286"/>
                </a:lnTo>
                <a:close/>
                <a:lnTo>
                  <a:pt x="1180182" y="142306"/>
                </a:lnTo>
                <a:close/>
                <a:lnTo>
                  <a:pt x="1183137" y="141322"/>
                </a:lnTo>
                <a:close/>
                <a:lnTo>
                  <a:pt x="1186078" y="140334"/>
                </a:lnTo>
                <a:close/>
                <a:lnTo>
                  <a:pt x="1188996" y="139341"/>
                </a:lnTo>
                <a:close/>
                <a:lnTo>
                  <a:pt x="1191890" y="138345"/>
                </a:lnTo>
                <a:close/>
                <a:lnTo>
                  <a:pt x="1194765" y="137350"/>
                </a:lnTo>
                <a:close/>
                <a:lnTo>
                  <a:pt x="1197628" y="136361"/>
                </a:lnTo>
                <a:close/>
                <a:lnTo>
                  <a:pt x="1200483" y="135383"/>
                </a:lnTo>
                <a:close/>
                <a:lnTo>
                  <a:pt x="1203337" y="134420"/>
                </a:lnTo>
                <a:close/>
                <a:lnTo>
                  <a:pt x="1206195" y="133476"/>
                </a:lnTo>
                <a:close/>
                <a:lnTo>
                  <a:pt x="1209059" y="132551"/>
                </a:lnTo>
                <a:close/>
                <a:lnTo>
                  <a:pt x="1211928" y="131641"/>
                </a:lnTo>
                <a:close/>
                <a:lnTo>
                  <a:pt x="1214801" y="130741"/>
                </a:lnTo>
                <a:close/>
                <a:lnTo>
                  <a:pt x="1217677" y="129847"/>
                </a:lnTo>
                <a:close/>
                <a:lnTo>
                  <a:pt x="1220555" y="128953"/>
                </a:lnTo>
                <a:close/>
                <a:lnTo>
                  <a:pt x="1223433" y="128055"/>
                </a:lnTo>
                <a:close/>
                <a:lnTo>
                  <a:pt x="1226311" y="127153"/>
                </a:lnTo>
                <a:close/>
                <a:lnTo>
                  <a:pt x="1229187" y="126246"/>
                </a:lnTo>
                <a:close/>
                <a:lnTo>
                  <a:pt x="1232060" y="125337"/>
                </a:lnTo>
                <a:close/>
                <a:lnTo>
                  <a:pt x="1234929" y="124427"/>
                </a:lnTo>
                <a:close/>
                <a:lnTo>
                  <a:pt x="1237794" y="123518"/>
                </a:lnTo>
                <a:close/>
                <a:lnTo>
                  <a:pt x="1240652" y="122612"/>
                </a:lnTo>
                <a:close/>
                <a:lnTo>
                  <a:pt x="1243506" y="121709"/>
                </a:lnTo>
                <a:close/>
                <a:lnTo>
                  <a:pt x="1246361" y="120806"/>
                </a:lnTo>
                <a:close/>
                <a:lnTo>
                  <a:pt x="1249223" y="119902"/>
                </a:lnTo>
                <a:close/>
                <a:lnTo>
                  <a:pt x="1252098" y="118996"/>
                </a:lnTo>
                <a:close/>
                <a:lnTo>
                  <a:pt x="1254990" y="118084"/>
                </a:lnTo>
                <a:close/>
                <a:lnTo>
                  <a:pt x="1257906" y="117165"/>
                </a:lnTo>
                <a:close/>
                <a:lnTo>
                  <a:pt x="1260845" y="116241"/>
                </a:lnTo>
                <a:close/>
                <a:lnTo>
                  <a:pt x="1263800" y="115317"/>
                </a:lnTo>
                <a:close/>
                <a:lnTo>
                  <a:pt x="1266760" y="114400"/>
                </a:lnTo>
                <a:close/>
                <a:lnTo>
                  <a:pt x="1269717" y="113495"/>
                </a:lnTo>
                <a:close/>
                <a:lnTo>
                  <a:pt x="1272662" y="112609"/>
                </a:lnTo>
                <a:close/>
                <a:lnTo>
                  <a:pt x="1275586" y="111747"/>
                </a:lnTo>
                <a:close/>
                <a:lnTo>
                  <a:pt x="1278486" y="110911"/>
                </a:lnTo>
                <a:close/>
                <a:lnTo>
                  <a:pt x="1281366" y="110091"/>
                </a:lnTo>
                <a:close/>
                <a:lnTo>
                  <a:pt x="1284231" y="109275"/>
                </a:lnTo>
                <a:close/>
                <a:lnTo>
                  <a:pt x="1287088" y="108454"/>
                </a:lnTo>
                <a:close/>
                <a:lnTo>
                  <a:pt x="1289941" y="107618"/>
                </a:lnTo>
                <a:close/>
                <a:lnTo>
                  <a:pt x="1292798" y="106755"/>
                </a:lnTo>
                <a:close/>
                <a:lnTo>
                  <a:pt x="1295660" y="105863"/>
                </a:lnTo>
                <a:close/>
                <a:lnTo>
                  <a:pt x="1298528" y="104951"/>
                </a:lnTo>
                <a:close/>
                <a:lnTo>
                  <a:pt x="1301401" y="104029"/>
                </a:lnTo>
                <a:close/>
                <a:lnTo>
                  <a:pt x="1304276" y="103108"/>
                </a:lnTo>
                <a:close/>
                <a:lnTo>
                  <a:pt x="1307153" y="102199"/>
                </a:lnTo>
                <a:close/>
                <a:lnTo>
                  <a:pt x="1310031" y="101313"/>
                </a:lnTo>
                <a:close/>
                <a:lnTo>
                  <a:pt x="1312909" y="100454"/>
                </a:lnTo>
                <a:close/>
                <a:lnTo>
                  <a:pt x="1315786" y="99618"/>
                </a:lnTo>
                <a:close/>
                <a:lnTo>
                  <a:pt x="1318660" y="98795"/>
                </a:lnTo>
                <a:close/>
                <a:lnTo>
                  <a:pt x="1321531" y="97979"/>
                </a:lnTo>
                <a:close/>
                <a:lnTo>
                  <a:pt x="1324396" y="97161"/>
                </a:lnTo>
                <a:close/>
                <a:lnTo>
                  <a:pt x="1327256" y="96335"/>
                </a:lnTo>
                <a:close/>
                <a:lnTo>
                  <a:pt x="1330111" y="95495"/>
                </a:lnTo>
                <a:close/>
                <a:lnTo>
                  <a:pt x="1332965" y="94649"/>
                </a:lnTo>
                <a:close/>
                <a:lnTo>
                  <a:pt x="1335825" y="93804"/>
                </a:lnTo>
                <a:close/>
                <a:lnTo>
                  <a:pt x="1338696" y="92968"/>
                </a:lnTo>
                <a:close/>
                <a:lnTo>
                  <a:pt x="1341583" y="92148"/>
                </a:lnTo>
                <a:close/>
                <a:lnTo>
                  <a:pt x="1344493" y="91353"/>
                </a:lnTo>
                <a:close/>
                <a:lnTo>
                  <a:pt x="1347427" y="90585"/>
                </a:lnTo>
                <a:close/>
                <a:lnTo>
                  <a:pt x="1350378" y="89837"/>
                </a:lnTo>
                <a:close/>
                <a:lnTo>
                  <a:pt x="1353338" y="89097"/>
                </a:lnTo>
                <a:close/>
                <a:lnTo>
                  <a:pt x="1356297" y="88354"/>
                </a:lnTo>
                <a:close/>
                <a:lnTo>
                  <a:pt x="1359246" y="87599"/>
                </a:lnTo>
                <a:close/>
                <a:lnTo>
                  <a:pt x="1362176" y="86820"/>
                </a:lnTo>
                <a:close/>
                <a:lnTo>
                  <a:pt x="1365081" y="86011"/>
                </a:lnTo>
                <a:close/>
                <a:lnTo>
                  <a:pt x="1367964" y="85179"/>
                </a:lnTo>
                <a:close/>
                <a:lnTo>
                  <a:pt x="1370832" y="84334"/>
                </a:lnTo>
                <a:close/>
                <a:lnTo>
                  <a:pt x="1373691" y="83488"/>
                </a:lnTo>
                <a:close/>
                <a:lnTo>
                  <a:pt x="1376545" y="82650"/>
                </a:lnTo>
                <a:close/>
                <a:lnTo>
                  <a:pt x="1379401" y="81831"/>
                </a:lnTo>
                <a:close/>
                <a:lnTo>
                  <a:pt x="1382264" y="81038"/>
                </a:lnTo>
                <a:close/>
                <a:lnTo>
                  <a:pt x="1385132" y="80268"/>
                </a:lnTo>
                <a:close/>
                <a:lnTo>
                  <a:pt x="1388004" y="79515"/>
                </a:lnTo>
                <a:close/>
                <a:lnTo>
                  <a:pt x="1390879" y="78773"/>
                </a:lnTo>
                <a:close/>
                <a:lnTo>
                  <a:pt x="1393755" y="78036"/>
                </a:lnTo>
                <a:close/>
                <a:lnTo>
                  <a:pt x="1396630" y="77297"/>
                </a:lnTo>
                <a:close/>
                <a:lnTo>
                  <a:pt x="1399503" y="76552"/>
                </a:lnTo>
                <a:close/>
                <a:lnTo>
                  <a:pt x="1402374" y="75800"/>
                </a:lnTo>
                <a:close/>
                <a:lnTo>
                  <a:pt x="1405244" y="75045"/>
                </a:lnTo>
                <a:close/>
                <a:lnTo>
                  <a:pt x="1408115" y="74285"/>
                </a:lnTo>
                <a:close/>
                <a:lnTo>
                  <a:pt x="1410986" y="73525"/>
                </a:lnTo>
                <a:close/>
                <a:lnTo>
                  <a:pt x="1413858" y="72764"/>
                </a:lnTo>
                <a:close/>
                <a:lnTo>
                  <a:pt x="1416733" y="72004"/>
                </a:lnTo>
                <a:close/>
                <a:lnTo>
                  <a:pt x="1419609" y="71246"/>
                </a:lnTo>
                <a:close/>
                <a:lnTo>
                  <a:pt x="1422484" y="70490"/>
                </a:lnTo>
                <a:close/>
                <a:lnTo>
                  <a:pt x="1425357" y="69735"/>
                </a:lnTo>
                <a:close/>
                <a:lnTo>
                  <a:pt x="1428226" y="68981"/>
                </a:lnTo>
                <a:close/>
                <a:lnTo>
                  <a:pt x="1431089" y="68229"/>
                </a:lnTo>
                <a:close/>
                <a:lnTo>
                  <a:pt x="1433946" y="67478"/>
                </a:lnTo>
                <a:close/>
                <a:lnTo>
                  <a:pt x="1436800" y="66728"/>
                </a:lnTo>
                <a:close/>
                <a:lnTo>
                  <a:pt x="1439657" y="65976"/>
                </a:lnTo>
                <a:close/>
                <a:lnTo>
                  <a:pt x="1442524" y="65222"/>
                </a:lnTo>
                <a:close/>
                <a:lnTo>
                  <a:pt x="1445405" y="64463"/>
                </a:lnTo>
                <a:close/>
                <a:lnTo>
                  <a:pt x="1448307" y="63698"/>
                </a:lnTo>
                <a:close/>
                <a:lnTo>
                  <a:pt x="1451234" y="62927"/>
                </a:lnTo>
                <a:close/>
                <a:lnTo>
                  <a:pt x="1454181" y="62153"/>
                </a:lnTo>
                <a:close/>
                <a:lnTo>
                  <a:pt x="1457139" y="61382"/>
                </a:lnTo>
                <a:close/>
                <a:lnTo>
                  <a:pt x="1460099" y="60621"/>
                </a:lnTo>
                <a:close/>
                <a:lnTo>
                  <a:pt x="1463052" y="59875"/>
                </a:lnTo>
                <a:close/>
                <a:lnTo>
                  <a:pt x="1465989" y="59151"/>
                </a:lnTo>
                <a:close/>
                <a:lnTo>
                  <a:pt x="1468902" y="58452"/>
                </a:lnTo>
                <a:close/>
                <a:lnTo>
                  <a:pt x="1471792" y="57775"/>
                </a:lnTo>
                <a:close/>
                <a:lnTo>
                  <a:pt x="1474665" y="57109"/>
                </a:lnTo>
                <a:close/>
                <a:lnTo>
                  <a:pt x="1477525" y="56443"/>
                </a:lnTo>
                <a:close/>
                <a:lnTo>
                  <a:pt x="1480380" y="55768"/>
                </a:lnTo>
                <a:close/>
                <a:lnTo>
                  <a:pt x="1483234" y="55073"/>
                </a:lnTo>
                <a:close/>
                <a:lnTo>
                  <a:pt x="1486093" y="54349"/>
                </a:lnTo>
                <a:close/>
                <a:lnTo>
                  <a:pt x="1488958" y="53599"/>
                </a:lnTo>
                <a:close/>
                <a:lnTo>
                  <a:pt x="1491828" y="52833"/>
                </a:lnTo>
                <a:close/>
                <a:lnTo>
                  <a:pt x="1494702" y="52062"/>
                </a:lnTo>
                <a:close/>
                <a:lnTo>
                  <a:pt x="1497578" y="51296"/>
                </a:lnTo>
                <a:close/>
                <a:lnTo>
                  <a:pt x="1500456" y="50545"/>
                </a:lnTo>
                <a:close/>
                <a:lnTo>
                  <a:pt x="1503335" y="49818"/>
                </a:lnTo>
                <a:close/>
                <a:lnTo>
                  <a:pt x="1506212" y="49117"/>
                </a:lnTo>
                <a:close/>
                <a:lnTo>
                  <a:pt x="1509088" y="48434"/>
                </a:lnTo>
                <a:close/>
                <a:lnTo>
                  <a:pt x="1511960" y="47764"/>
                </a:lnTo>
                <a:close/>
                <a:lnTo>
                  <a:pt x="1514829" y="47101"/>
                </a:lnTo>
                <a:close/>
                <a:lnTo>
                  <a:pt x="1517692" y="46439"/>
                </a:lnTo>
                <a:close/>
                <a:lnTo>
                  <a:pt x="1520549" y="45772"/>
                </a:lnTo>
                <a:close/>
                <a:lnTo>
                  <a:pt x="1523403" y="45098"/>
                </a:lnTo>
                <a:close/>
                <a:lnTo>
                  <a:pt x="1526259" y="44420"/>
                </a:lnTo>
                <a:close/>
                <a:lnTo>
                  <a:pt x="1529123" y="43737"/>
                </a:lnTo>
                <a:close/>
                <a:lnTo>
                  <a:pt x="1532000" y="43052"/>
                </a:lnTo>
                <a:close/>
                <a:lnTo>
                  <a:pt x="1534897" y="42367"/>
                </a:lnTo>
                <a:close/>
                <a:lnTo>
                  <a:pt x="1537818" y="41682"/>
                </a:lnTo>
                <a:close/>
                <a:lnTo>
                  <a:pt x="1540761" y="40999"/>
                </a:lnTo>
                <a:close/>
                <a:lnTo>
                  <a:pt x="1543717" y="40318"/>
                </a:lnTo>
                <a:close/>
                <a:lnTo>
                  <a:pt x="1546678" y="39638"/>
                </a:lnTo>
                <a:close/>
                <a:lnTo>
                  <a:pt x="1549633" y="38959"/>
                </a:lnTo>
                <a:close/>
                <a:lnTo>
                  <a:pt x="1552575" y="38282"/>
                </a:lnTo>
                <a:close/>
                <a:lnTo>
                  <a:pt x="1555494" y="37607"/>
                </a:lnTo>
                <a:close/>
                <a:lnTo>
                  <a:pt x="1558389" y="36932"/>
                </a:lnTo>
                <a:close/>
                <a:lnTo>
                  <a:pt x="1561265" y="36256"/>
                </a:lnTo>
                <a:close/>
                <a:lnTo>
                  <a:pt x="1564128" y="35579"/>
                </a:lnTo>
                <a:close/>
                <a:lnTo>
                  <a:pt x="1566984" y="34897"/>
                </a:lnTo>
                <a:close/>
                <a:lnTo>
                  <a:pt x="1569838" y="34210"/>
                </a:lnTo>
                <a:close/>
                <a:lnTo>
                  <a:pt x="1572697" y="33517"/>
                </a:lnTo>
                <a:close/>
                <a:lnTo>
                  <a:pt x="1575562" y="32819"/>
                </a:lnTo>
                <a:close/>
                <a:lnTo>
                  <a:pt x="1578432" y="32122"/>
                </a:lnTo>
                <a:close/>
                <a:lnTo>
                  <a:pt x="1581306" y="31432"/>
                </a:lnTo>
                <a:close/>
                <a:lnTo>
                  <a:pt x="1584181" y="30755"/>
                </a:lnTo>
                <a:close/>
                <a:lnTo>
                  <a:pt x="1587057" y="30098"/>
                </a:lnTo>
                <a:close/>
                <a:lnTo>
                  <a:pt x="1589931" y="29466"/>
                </a:lnTo>
                <a:close/>
                <a:lnTo>
                  <a:pt x="1592803" y="28858"/>
                </a:lnTo>
                <a:close/>
                <a:lnTo>
                  <a:pt x="1595674" y="28265"/>
                </a:lnTo>
                <a:close/>
                <a:lnTo>
                  <a:pt x="1598544" y="27676"/>
                </a:lnTo>
                <a:close/>
                <a:lnTo>
                  <a:pt x="1601415" y="27081"/>
                </a:lnTo>
                <a:close/>
                <a:lnTo>
                  <a:pt x="1604286" y="26469"/>
                </a:lnTo>
                <a:close/>
                <a:lnTo>
                  <a:pt x="1607160" y="25831"/>
                </a:lnTo>
                <a:close/>
                <a:lnTo>
                  <a:pt x="1610035" y="25165"/>
                </a:lnTo>
                <a:close/>
                <a:lnTo>
                  <a:pt x="1612911" y="24479"/>
                </a:lnTo>
                <a:close/>
                <a:lnTo>
                  <a:pt x="1615785" y="23784"/>
                </a:lnTo>
                <a:close/>
                <a:lnTo>
                  <a:pt x="1618656" y="23091"/>
                </a:lnTo>
                <a:close/>
                <a:lnTo>
                  <a:pt x="1621523" y="22409"/>
                </a:lnTo>
                <a:close/>
                <a:lnTo>
                  <a:pt x="1624383" y="21748"/>
                </a:lnTo>
                <a:close/>
                <a:lnTo>
                  <a:pt x="1627238" y="21114"/>
                </a:lnTo>
                <a:close/>
                <a:lnTo>
                  <a:pt x="1630093" y="20501"/>
                </a:lnTo>
                <a:close/>
                <a:lnTo>
                  <a:pt x="1632954" y="19903"/>
                </a:lnTo>
                <a:close/>
                <a:lnTo>
                  <a:pt x="1635826" y="19314"/>
                </a:lnTo>
                <a:close/>
                <a:lnTo>
                  <a:pt x="1638716" y="18728"/>
                </a:lnTo>
                <a:close/>
                <a:lnTo>
                  <a:pt x="1641629" y="18139"/>
                </a:lnTo>
                <a:close/>
                <a:lnTo>
                  <a:pt x="1644566" y="17542"/>
                </a:lnTo>
                <a:close/>
                <a:lnTo>
                  <a:pt x="1647519" y="16940"/>
                </a:lnTo>
                <a:close/>
                <a:lnTo>
                  <a:pt x="1650479" y="16334"/>
                </a:lnTo>
                <a:close/>
                <a:lnTo>
                  <a:pt x="1653437" y="15726"/>
                </a:lnTo>
                <a:close/>
                <a:lnTo>
                  <a:pt x="1656384" y="15116"/>
                </a:lnTo>
                <a:close/>
                <a:lnTo>
                  <a:pt x="1659311" y="14508"/>
                </a:lnTo>
                <a:close/>
                <a:lnTo>
                  <a:pt x="1662213" y="13901"/>
                </a:lnTo>
                <a:close/>
                <a:lnTo>
                  <a:pt x="1665094" y="13296"/>
                </a:lnTo>
                <a:close/>
                <a:lnTo>
                  <a:pt x="1667960" y="12691"/>
                </a:lnTo>
                <a:close/>
                <a:lnTo>
                  <a:pt x="1670818" y="12088"/>
                </a:lnTo>
                <a:close/>
                <a:lnTo>
                  <a:pt x="1673672" y="11485"/>
                </a:lnTo>
                <a:close/>
                <a:lnTo>
                  <a:pt x="1676528" y="10881"/>
                </a:lnTo>
                <a:close/>
                <a:lnTo>
                  <a:pt x="1679391" y="10277"/>
                </a:lnTo>
                <a:close/>
                <a:lnTo>
                  <a:pt x="1682260" y="9673"/>
                </a:lnTo>
                <a:close/>
                <a:lnTo>
                  <a:pt x="1685132" y="9069"/>
                </a:lnTo>
                <a:close/>
                <a:lnTo>
                  <a:pt x="1688007" y="8464"/>
                </a:lnTo>
                <a:close/>
                <a:lnTo>
                  <a:pt x="1690884" y="7859"/>
                </a:lnTo>
                <a:close/>
                <a:lnTo>
                  <a:pt x="1693759" y="7254"/>
                </a:lnTo>
                <a:close/>
                <a:lnTo>
                  <a:pt x="1696633" y="6649"/>
                </a:lnTo>
                <a:close/>
                <a:lnTo>
                  <a:pt x="1699506" y="6045"/>
                </a:lnTo>
                <a:close/>
                <a:lnTo>
                  <a:pt x="1702377" y="5440"/>
                </a:lnTo>
                <a:close/>
                <a:lnTo>
                  <a:pt x="1705248" y="4836"/>
                </a:lnTo>
                <a:close/>
                <a:lnTo>
                  <a:pt x="1708118" y="4231"/>
                </a:lnTo>
                <a:close/>
                <a:lnTo>
                  <a:pt x="1710987" y="3627"/>
                </a:lnTo>
                <a:close/>
                <a:lnTo>
                  <a:pt x="1713857" y="3023"/>
                </a:lnTo>
                <a:close/>
                <a:lnTo>
                  <a:pt x="1716727" y="2418"/>
                </a:lnTo>
                <a:close/>
                <a:lnTo>
                  <a:pt x="1719598" y="1814"/>
                </a:lnTo>
                <a:close/>
                <a:lnTo>
                  <a:pt x="1722469" y="1209"/>
                </a:lnTo>
                <a:close/>
                <a:lnTo>
                  <a:pt x="1725342" y="605"/>
                </a:lnTo>
                <a:close/>
                <a:lnTo>
                  <a:pt x="1728216" y="0"/>
                </a:lnTo>
                <a:close/>
              </a:path>
            </a:pathLst>
          </a:cu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400800" y="666598"/>
            <a:ext cx="1143000" cy="990752"/>
          </a:xfrm>
          <a:custGeom>
            <a:avLst/>
            <a:gdLst/>
            <a:ahLst/>
            <a:cxnLst/>
            <a:rect l="l" t="t" r="r" b="b"/>
            <a:pathLst>
              <a:path w="1143000" h="990752">
                <a:moveTo>
                  <a:pt x="0" y="990752"/>
                </a:moveTo>
                <a:lnTo>
                  <a:pt x="1801" y="990646"/>
                </a:lnTo>
                <a:close/>
                <a:lnTo>
                  <a:pt x="3646" y="990556"/>
                </a:lnTo>
                <a:close/>
                <a:lnTo>
                  <a:pt x="5527" y="990480"/>
                </a:lnTo>
                <a:close/>
                <a:lnTo>
                  <a:pt x="7439" y="990414"/>
                </a:lnTo>
                <a:close/>
                <a:lnTo>
                  <a:pt x="9375" y="990354"/>
                </a:lnTo>
                <a:close/>
                <a:lnTo>
                  <a:pt x="11331" y="990298"/>
                </a:lnTo>
                <a:close/>
                <a:lnTo>
                  <a:pt x="13299" y="990242"/>
                </a:lnTo>
                <a:close/>
                <a:lnTo>
                  <a:pt x="15274" y="990182"/>
                </a:lnTo>
                <a:close/>
                <a:lnTo>
                  <a:pt x="17250" y="990117"/>
                </a:lnTo>
                <a:close/>
                <a:lnTo>
                  <a:pt x="19221" y="990042"/>
                </a:lnTo>
                <a:close/>
                <a:lnTo>
                  <a:pt x="21180" y="989953"/>
                </a:lnTo>
                <a:close/>
                <a:lnTo>
                  <a:pt x="23122" y="989849"/>
                </a:lnTo>
                <a:close/>
                <a:lnTo>
                  <a:pt x="25042" y="989726"/>
                </a:lnTo>
                <a:close/>
                <a:lnTo>
                  <a:pt x="26943" y="989587"/>
                </a:lnTo>
                <a:close/>
                <a:lnTo>
                  <a:pt x="28830" y="989436"/>
                </a:lnTo>
                <a:close/>
                <a:lnTo>
                  <a:pt x="30709" y="989276"/>
                </a:lnTo>
                <a:close/>
                <a:lnTo>
                  <a:pt x="32585" y="989112"/>
                </a:lnTo>
                <a:close/>
                <a:lnTo>
                  <a:pt x="34462" y="988948"/>
                </a:lnTo>
                <a:close/>
                <a:lnTo>
                  <a:pt x="36346" y="988787"/>
                </a:lnTo>
                <a:close/>
                <a:lnTo>
                  <a:pt x="38236" y="988630"/>
                </a:lnTo>
                <a:close/>
                <a:lnTo>
                  <a:pt x="40129" y="988477"/>
                </a:lnTo>
                <a:close/>
                <a:lnTo>
                  <a:pt x="42022" y="988327"/>
                </a:lnTo>
                <a:close/>
                <a:lnTo>
                  <a:pt x="43913" y="988181"/>
                </a:lnTo>
                <a:close/>
                <a:lnTo>
                  <a:pt x="45797" y="988037"/>
                </a:lnTo>
                <a:close/>
                <a:lnTo>
                  <a:pt x="47674" y="987897"/>
                </a:lnTo>
                <a:close/>
                <a:lnTo>
                  <a:pt x="49547" y="987757"/>
                </a:lnTo>
                <a:close/>
                <a:lnTo>
                  <a:pt x="51422" y="987614"/>
                </a:lnTo>
                <a:close/>
                <a:lnTo>
                  <a:pt x="53305" y="987465"/>
                </a:lnTo>
                <a:close/>
                <a:lnTo>
                  <a:pt x="55202" y="987308"/>
                </a:lnTo>
                <a:close/>
                <a:lnTo>
                  <a:pt x="57119" y="987139"/>
                </a:lnTo>
                <a:close/>
                <a:lnTo>
                  <a:pt x="59062" y="986956"/>
                </a:lnTo>
                <a:close/>
                <a:lnTo>
                  <a:pt x="61026" y="986757"/>
                </a:lnTo>
                <a:close/>
                <a:lnTo>
                  <a:pt x="63001" y="986542"/>
                </a:lnTo>
                <a:close/>
                <a:lnTo>
                  <a:pt x="64979" y="986312"/>
                </a:lnTo>
                <a:close/>
                <a:lnTo>
                  <a:pt x="66951" y="986066"/>
                </a:lnTo>
                <a:close/>
                <a:lnTo>
                  <a:pt x="68906" y="985805"/>
                </a:lnTo>
                <a:close/>
                <a:lnTo>
                  <a:pt x="70837" y="985528"/>
                </a:lnTo>
                <a:close/>
                <a:lnTo>
                  <a:pt x="72745" y="985239"/>
                </a:lnTo>
                <a:close/>
                <a:lnTo>
                  <a:pt x="74635" y="984938"/>
                </a:lnTo>
                <a:close/>
                <a:lnTo>
                  <a:pt x="76513" y="984631"/>
                </a:lnTo>
                <a:close/>
                <a:lnTo>
                  <a:pt x="78386" y="984318"/>
                </a:lnTo>
                <a:close/>
                <a:lnTo>
                  <a:pt x="80260" y="984005"/>
                </a:lnTo>
                <a:close/>
                <a:lnTo>
                  <a:pt x="82141" y="983692"/>
                </a:lnTo>
                <a:close/>
                <a:lnTo>
                  <a:pt x="84030" y="983383"/>
                </a:lnTo>
                <a:close/>
                <a:lnTo>
                  <a:pt x="85922" y="983077"/>
                </a:lnTo>
                <a:close/>
                <a:lnTo>
                  <a:pt x="87816" y="982775"/>
                </a:lnTo>
                <a:close/>
                <a:lnTo>
                  <a:pt x="89707" y="982476"/>
                </a:lnTo>
                <a:close/>
                <a:lnTo>
                  <a:pt x="91594" y="982183"/>
                </a:lnTo>
                <a:close/>
                <a:lnTo>
                  <a:pt x="93473" y="981893"/>
                </a:lnTo>
                <a:close/>
                <a:lnTo>
                  <a:pt x="95347" y="981607"/>
                </a:lnTo>
                <a:close/>
                <a:lnTo>
                  <a:pt x="97220" y="981318"/>
                </a:lnTo>
                <a:close/>
                <a:lnTo>
                  <a:pt x="99101" y="981022"/>
                </a:lnTo>
                <a:close/>
                <a:lnTo>
                  <a:pt x="100994" y="980714"/>
                </a:lnTo>
                <a:close/>
                <a:lnTo>
                  <a:pt x="102907" y="980390"/>
                </a:lnTo>
                <a:close/>
                <a:lnTo>
                  <a:pt x="104845" y="980046"/>
                </a:lnTo>
                <a:close/>
                <a:lnTo>
                  <a:pt x="106805" y="979682"/>
                </a:lnTo>
                <a:close/>
                <a:lnTo>
                  <a:pt x="108779" y="979303"/>
                </a:lnTo>
                <a:close/>
                <a:lnTo>
                  <a:pt x="110757" y="978917"/>
                </a:lnTo>
                <a:close/>
                <a:lnTo>
                  <a:pt x="112731" y="978528"/>
                </a:lnTo>
                <a:close/>
                <a:lnTo>
                  <a:pt x="114690" y="978142"/>
                </a:lnTo>
                <a:close/>
                <a:lnTo>
                  <a:pt x="116627" y="977765"/>
                </a:lnTo>
                <a:close/>
                <a:lnTo>
                  <a:pt x="118538" y="977397"/>
                </a:lnTo>
                <a:close/>
                <a:lnTo>
                  <a:pt x="120431" y="977031"/>
                </a:lnTo>
                <a:close/>
                <a:lnTo>
                  <a:pt x="122311" y="976663"/>
                </a:lnTo>
                <a:close/>
                <a:lnTo>
                  <a:pt x="124185" y="976285"/>
                </a:lnTo>
                <a:close/>
                <a:lnTo>
                  <a:pt x="126059" y="975892"/>
                </a:lnTo>
                <a:close/>
                <a:lnTo>
                  <a:pt x="127938" y="975477"/>
                </a:lnTo>
                <a:close/>
                <a:lnTo>
                  <a:pt x="129825" y="975041"/>
                </a:lnTo>
                <a:close/>
                <a:lnTo>
                  <a:pt x="131717" y="974589"/>
                </a:lnTo>
                <a:close/>
                <a:lnTo>
                  <a:pt x="133610" y="974128"/>
                </a:lnTo>
                <a:close/>
                <a:lnTo>
                  <a:pt x="135503" y="973662"/>
                </a:lnTo>
                <a:close/>
                <a:lnTo>
                  <a:pt x="137391" y="973198"/>
                </a:lnTo>
                <a:close/>
                <a:lnTo>
                  <a:pt x="139271" y="972743"/>
                </a:lnTo>
                <a:close/>
                <a:lnTo>
                  <a:pt x="141145" y="972297"/>
                </a:lnTo>
                <a:close/>
                <a:lnTo>
                  <a:pt x="143019" y="971855"/>
                </a:lnTo>
                <a:close/>
                <a:lnTo>
                  <a:pt x="144897" y="971411"/>
                </a:lnTo>
                <a:close/>
                <a:lnTo>
                  <a:pt x="146788" y="970959"/>
                </a:lnTo>
                <a:close/>
                <a:lnTo>
                  <a:pt x="148696" y="970494"/>
                </a:lnTo>
                <a:close/>
                <a:lnTo>
                  <a:pt x="150628" y="970009"/>
                </a:lnTo>
                <a:close/>
                <a:lnTo>
                  <a:pt x="152585" y="969504"/>
                </a:lnTo>
                <a:close/>
                <a:lnTo>
                  <a:pt x="154556" y="968982"/>
                </a:lnTo>
                <a:close/>
                <a:lnTo>
                  <a:pt x="156535" y="968447"/>
                </a:lnTo>
                <a:close/>
                <a:lnTo>
                  <a:pt x="158510" y="967906"/>
                </a:lnTo>
                <a:close/>
                <a:lnTo>
                  <a:pt x="160473" y="967362"/>
                </a:lnTo>
                <a:close/>
                <a:lnTo>
                  <a:pt x="162415" y="966819"/>
                </a:lnTo>
                <a:close/>
                <a:lnTo>
                  <a:pt x="164331" y="966282"/>
                </a:lnTo>
                <a:close/>
                <a:lnTo>
                  <a:pt x="166227" y="965749"/>
                </a:lnTo>
                <a:close/>
                <a:lnTo>
                  <a:pt x="168109" y="965219"/>
                </a:lnTo>
                <a:close/>
                <a:lnTo>
                  <a:pt x="169984" y="964694"/>
                </a:lnTo>
                <a:close/>
                <a:lnTo>
                  <a:pt x="171857" y="964171"/>
                </a:lnTo>
                <a:close/>
                <a:lnTo>
                  <a:pt x="173735" y="963651"/>
                </a:lnTo>
                <a:close/>
                <a:lnTo>
                  <a:pt x="175620" y="963132"/>
                </a:lnTo>
                <a:close/>
                <a:lnTo>
                  <a:pt x="177512" y="962612"/>
                </a:lnTo>
                <a:close/>
                <a:lnTo>
                  <a:pt x="179405" y="962089"/>
                </a:lnTo>
                <a:close/>
                <a:lnTo>
                  <a:pt x="181298" y="961559"/>
                </a:lnTo>
                <a:close/>
                <a:lnTo>
                  <a:pt x="183187" y="961020"/>
                </a:lnTo>
                <a:close/>
                <a:lnTo>
                  <a:pt x="185069" y="960470"/>
                </a:lnTo>
                <a:close/>
                <a:lnTo>
                  <a:pt x="186944" y="959907"/>
                </a:lnTo>
                <a:close/>
                <a:lnTo>
                  <a:pt x="188817" y="959328"/>
                </a:lnTo>
                <a:close/>
                <a:lnTo>
                  <a:pt x="190694" y="958732"/>
                </a:lnTo>
                <a:close/>
                <a:lnTo>
                  <a:pt x="192582" y="958117"/>
                </a:lnTo>
                <a:close/>
                <a:lnTo>
                  <a:pt x="194486" y="957482"/>
                </a:lnTo>
                <a:close/>
                <a:lnTo>
                  <a:pt x="196413" y="956825"/>
                </a:lnTo>
                <a:close/>
                <a:lnTo>
                  <a:pt x="198365" y="956147"/>
                </a:lnTo>
                <a:close/>
                <a:lnTo>
                  <a:pt x="200335" y="955456"/>
                </a:lnTo>
                <a:close/>
                <a:lnTo>
                  <a:pt x="202312" y="954761"/>
                </a:lnTo>
                <a:close/>
                <a:lnTo>
                  <a:pt x="204289" y="954072"/>
                </a:lnTo>
                <a:close/>
                <a:lnTo>
                  <a:pt x="206255" y="953397"/>
                </a:lnTo>
                <a:close/>
                <a:lnTo>
                  <a:pt x="208202" y="952746"/>
                </a:lnTo>
                <a:close/>
                <a:lnTo>
                  <a:pt x="210123" y="952124"/>
                </a:lnTo>
                <a:close/>
                <a:lnTo>
                  <a:pt x="212023" y="951523"/>
                </a:lnTo>
                <a:close/>
                <a:lnTo>
                  <a:pt x="213907" y="950932"/>
                </a:lnTo>
                <a:close/>
                <a:lnTo>
                  <a:pt x="215783" y="950342"/>
                </a:lnTo>
                <a:close/>
                <a:lnTo>
                  <a:pt x="217656" y="949742"/>
                </a:lnTo>
                <a:close/>
                <a:lnTo>
                  <a:pt x="219532" y="949121"/>
                </a:lnTo>
                <a:close/>
                <a:lnTo>
                  <a:pt x="221416" y="948473"/>
                </a:lnTo>
                <a:close/>
                <a:lnTo>
                  <a:pt x="223306" y="947803"/>
                </a:lnTo>
                <a:close/>
                <a:lnTo>
                  <a:pt x="225200" y="947117"/>
                </a:lnTo>
                <a:close/>
                <a:lnTo>
                  <a:pt x="227093" y="946423"/>
                </a:lnTo>
                <a:close/>
                <a:lnTo>
                  <a:pt x="228983" y="945728"/>
                </a:lnTo>
                <a:close/>
                <a:lnTo>
                  <a:pt x="230867" y="945039"/>
                </a:lnTo>
                <a:close/>
                <a:lnTo>
                  <a:pt x="232743" y="944361"/>
                </a:lnTo>
                <a:close/>
                <a:lnTo>
                  <a:pt x="234616" y="943690"/>
                </a:lnTo>
                <a:close/>
                <a:lnTo>
                  <a:pt x="236492" y="943021"/>
                </a:lnTo>
                <a:close/>
                <a:lnTo>
                  <a:pt x="238377" y="942347"/>
                </a:lnTo>
                <a:close/>
                <a:lnTo>
                  <a:pt x="240277" y="941662"/>
                </a:lnTo>
                <a:close/>
                <a:lnTo>
                  <a:pt x="242199" y="940960"/>
                </a:lnTo>
                <a:close/>
                <a:lnTo>
                  <a:pt x="244146" y="940237"/>
                </a:lnTo>
                <a:close/>
                <a:lnTo>
                  <a:pt x="246113" y="939495"/>
                </a:lnTo>
                <a:close/>
                <a:lnTo>
                  <a:pt x="248090" y="938739"/>
                </a:lnTo>
                <a:close/>
                <a:lnTo>
                  <a:pt x="250067" y="937973"/>
                </a:lnTo>
                <a:close/>
                <a:lnTo>
                  <a:pt x="252037" y="937202"/>
                </a:lnTo>
                <a:close/>
                <a:lnTo>
                  <a:pt x="253988" y="936431"/>
                </a:lnTo>
                <a:close/>
                <a:lnTo>
                  <a:pt x="255914" y="935663"/>
                </a:lnTo>
                <a:close/>
                <a:lnTo>
                  <a:pt x="257818" y="934900"/>
                </a:lnTo>
                <a:close/>
                <a:lnTo>
                  <a:pt x="259705" y="934141"/>
                </a:lnTo>
                <a:close/>
                <a:lnTo>
                  <a:pt x="261582" y="933387"/>
                </a:lnTo>
                <a:close/>
                <a:lnTo>
                  <a:pt x="263454" y="932638"/>
                </a:lnTo>
                <a:close/>
                <a:lnTo>
                  <a:pt x="265330" y="931893"/>
                </a:lnTo>
                <a:close/>
                <a:lnTo>
                  <a:pt x="267212" y="931152"/>
                </a:lnTo>
                <a:close/>
                <a:lnTo>
                  <a:pt x="269101" y="930413"/>
                </a:lnTo>
                <a:close/>
                <a:lnTo>
                  <a:pt x="270994" y="929669"/>
                </a:lnTo>
                <a:close/>
                <a:lnTo>
                  <a:pt x="272888" y="928917"/>
                </a:lnTo>
                <a:close/>
                <a:lnTo>
                  <a:pt x="274779" y="928152"/>
                </a:lnTo>
                <a:close/>
                <a:lnTo>
                  <a:pt x="276664" y="927370"/>
                </a:lnTo>
                <a:close/>
                <a:lnTo>
                  <a:pt x="278542" y="926567"/>
                </a:lnTo>
                <a:close/>
                <a:lnTo>
                  <a:pt x="280415" y="925745"/>
                </a:lnTo>
                <a:close/>
                <a:lnTo>
                  <a:pt x="282289" y="924911"/>
                </a:lnTo>
                <a:close/>
                <a:lnTo>
                  <a:pt x="284172" y="924070"/>
                </a:lnTo>
                <a:close/>
                <a:lnTo>
                  <a:pt x="286069" y="923228"/>
                </a:lnTo>
                <a:close/>
                <a:lnTo>
                  <a:pt x="287986" y="922390"/>
                </a:lnTo>
                <a:close/>
                <a:lnTo>
                  <a:pt x="289928" y="921563"/>
                </a:lnTo>
                <a:close/>
                <a:lnTo>
                  <a:pt x="291892" y="920742"/>
                </a:lnTo>
                <a:close/>
                <a:lnTo>
                  <a:pt x="293867" y="919923"/>
                </a:lnTo>
                <a:close/>
                <a:lnTo>
                  <a:pt x="295845" y="919099"/>
                </a:lnTo>
                <a:close/>
                <a:lnTo>
                  <a:pt x="297817" y="918265"/>
                </a:lnTo>
                <a:close/>
                <a:lnTo>
                  <a:pt x="299773" y="917414"/>
                </a:lnTo>
                <a:close/>
                <a:lnTo>
                  <a:pt x="301704" y="916540"/>
                </a:lnTo>
                <a:close/>
                <a:lnTo>
                  <a:pt x="303612" y="915647"/>
                </a:lnTo>
                <a:close/>
                <a:lnTo>
                  <a:pt x="305502" y="914738"/>
                </a:lnTo>
                <a:close/>
                <a:lnTo>
                  <a:pt x="307380" y="913822"/>
                </a:lnTo>
                <a:close/>
                <a:lnTo>
                  <a:pt x="309253" y="912903"/>
                </a:lnTo>
                <a:close/>
                <a:lnTo>
                  <a:pt x="311127" y="911987"/>
                </a:lnTo>
                <a:close/>
                <a:lnTo>
                  <a:pt x="313008" y="911081"/>
                </a:lnTo>
                <a:close/>
                <a:lnTo>
                  <a:pt x="314896" y="910183"/>
                </a:lnTo>
                <a:close/>
                <a:lnTo>
                  <a:pt x="316789" y="909287"/>
                </a:lnTo>
                <a:close/>
                <a:lnTo>
                  <a:pt x="318683" y="908389"/>
                </a:lnTo>
                <a:close/>
                <a:lnTo>
                  <a:pt x="320574" y="907481"/>
                </a:lnTo>
                <a:close/>
                <a:lnTo>
                  <a:pt x="322461" y="906558"/>
                </a:lnTo>
                <a:close/>
                <a:lnTo>
                  <a:pt x="324340" y="905615"/>
                </a:lnTo>
                <a:close/>
                <a:lnTo>
                  <a:pt x="326214" y="904652"/>
                </a:lnTo>
                <a:close/>
                <a:lnTo>
                  <a:pt x="328087" y="903673"/>
                </a:lnTo>
                <a:close/>
                <a:lnTo>
                  <a:pt x="329968" y="902683"/>
                </a:lnTo>
                <a:close/>
                <a:lnTo>
                  <a:pt x="331861" y="901687"/>
                </a:lnTo>
                <a:close/>
                <a:lnTo>
                  <a:pt x="333774" y="900689"/>
                </a:lnTo>
                <a:close/>
                <a:lnTo>
                  <a:pt x="335711" y="899694"/>
                </a:lnTo>
                <a:close/>
                <a:lnTo>
                  <a:pt x="337671" y="898704"/>
                </a:lnTo>
                <a:close/>
                <a:lnTo>
                  <a:pt x="339645" y="897718"/>
                </a:lnTo>
                <a:close/>
                <a:lnTo>
                  <a:pt x="341623" y="896737"/>
                </a:lnTo>
                <a:close/>
                <a:lnTo>
                  <a:pt x="343597" y="895759"/>
                </a:lnTo>
                <a:close/>
                <a:lnTo>
                  <a:pt x="345557" y="894784"/>
                </a:lnTo>
                <a:close/>
                <a:lnTo>
                  <a:pt x="347493" y="893812"/>
                </a:lnTo>
                <a:close/>
                <a:lnTo>
                  <a:pt x="349405" y="892841"/>
                </a:lnTo>
                <a:close/>
                <a:lnTo>
                  <a:pt x="351298" y="891868"/>
                </a:lnTo>
                <a:close/>
                <a:lnTo>
                  <a:pt x="353178" y="890890"/>
                </a:lnTo>
                <a:close/>
                <a:lnTo>
                  <a:pt x="355052" y="889905"/>
                </a:lnTo>
                <a:close/>
                <a:lnTo>
                  <a:pt x="356926" y="888909"/>
                </a:lnTo>
                <a:close/>
                <a:lnTo>
                  <a:pt x="358805" y="887899"/>
                </a:lnTo>
                <a:close/>
                <a:lnTo>
                  <a:pt x="360692" y="886873"/>
                </a:lnTo>
                <a:close/>
                <a:lnTo>
                  <a:pt x="362584" y="885832"/>
                </a:lnTo>
                <a:close/>
                <a:lnTo>
                  <a:pt x="364477" y="884776"/>
                </a:lnTo>
                <a:close/>
                <a:lnTo>
                  <a:pt x="366370" y="883704"/>
                </a:lnTo>
                <a:close/>
                <a:lnTo>
                  <a:pt x="368258" y="882616"/>
                </a:lnTo>
                <a:close/>
                <a:lnTo>
                  <a:pt x="370138" y="881513"/>
                </a:lnTo>
                <a:close/>
                <a:lnTo>
                  <a:pt x="372013" y="880396"/>
                </a:lnTo>
                <a:close/>
                <a:lnTo>
                  <a:pt x="373886" y="879267"/>
                </a:lnTo>
                <a:close/>
                <a:lnTo>
                  <a:pt x="375764" y="878130"/>
                </a:lnTo>
                <a:close/>
                <a:lnTo>
                  <a:pt x="377655" y="876988"/>
                </a:lnTo>
                <a:close/>
                <a:lnTo>
                  <a:pt x="379563" y="875843"/>
                </a:lnTo>
                <a:close/>
                <a:lnTo>
                  <a:pt x="381495" y="874699"/>
                </a:lnTo>
                <a:close/>
                <a:lnTo>
                  <a:pt x="383451" y="873558"/>
                </a:lnTo>
                <a:close/>
                <a:lnTo>
                  <a:pt x="385423" y="872419"/>
                </a:lnTo>
                <a:close/>
                <a:lnTo>
                  <a:pt x="387401" y="871285"/>
                </a:lnTo>
                <a:close/>
                <a:lnTo>
                  <a:pt x="389376" y="870154"/>
                </a:lnTo>
                <a:close/>
                <a:lnTo>
                  <a:pt x="391339" y="869027"/>
                </a:lnTo>
                <a:close/>
                <a:lnTo>
                  <a:pt x="393281" y="867906"/>
                </a:lnTo>
                <a:close/>
                <a:lnTo>
                  <a:pt x="395198" y="866787"/>
                </a:lnTo>
                <a:close/>
                <a:lnTo>
                  <a:pt x="397094" y="865668"/>
                </a:lnTo>
                <a:close/>
                <a:lnTo>
                  <a:pt x="398977" y="864544"/>
                </a:lnTo>
                <a:close/>
                <a:lnTo>
                  <a:pt x="400851" y="863409"/>
                </a:lnTo>
                <a:close/>
                <a:lnTo>
                  <a:pt x="402724" y="862260"/>
                </a:lnTo>
                <a:close/>
                <a:lnTo>
                  <a:pt x="404602" y="861091"/>
                </a:lnTo>
                <a:close/>
                <a:lnTo>
                  <a:pt x="406487" y="859901"/>
                </a:lnTo>
                <a:close/>
                <a:lnTo>
                  <a:pt x="408378" y="858696"/>
                </a:lnTo>
                <a:close/>
                <a:lnTo>
                  <a:pt x="410272" y="857481"/>
                </a:lnTo>
                <a:close/>
                <a:lnTo>
                  <a:pt x="412165" y="856261"/>
                </a:lnTo>
                <a:close/>
                <a:lnTo>
                  <a:pt x="414054" y="855042"/>
                </a:lnTo>
                <a:close/>
                <a:lnTo>
                  <a:pt x="415936" y="853830"/>
                </a:lnTo>
                <a:close/>
                <a:lnTo>
                  <a:pt x="417811" y="852627"/>
                </a:lnTo>
                <a:close/>
                <a:lnTo>
                  <a:pt x="419684" y="851429"/>
                </a:lnTo>
                <a:close/>
                <a:lnTo>
                  <a:pt x="421561" y="850230"/>
                </a:lnTo>
                <a:close/>
                <a:lnTo>
                  <a:pt x="423449" y="849024"/>
                </a:lnTo>
                <a:close/>
                <a:lnTo>
                  <a:pt x="425353" y="847806"/>
                </a:lnTo>
                <a:close/>
                <a:lnTo>
                  <a:pt x="427279" y="846570"/>
                </a:lnTo>
                <a:close/>
                <a:lnTo>
                  <a:pt x="429231" y="845313"/>
                </a:lnTo>
                <a:close/>
                <a:lnTo>
                  <a:pt x="431201" y="844039"/>
                </a:lnTo>
                <a:close/>
                <a:lnTo>
                  <a:pt x="433178" y="842751"/>
                </a:lnTo>
                <a:close/>
                <a:lnTo>
                  <a:pt x="435155" y="841455"/>
                </a:lnTo>
                <a:close/>
                <a:lnTo>
                  <a:pt x="437121" y="840155"/>
                </a:lnTo>
                <a:close/>
                <a:lnTo>
                  <a:pt x="439068" y="838857"/>
                </a:lnTo>
                <a:close/>
                <a:lnTo>
                  <a:pt x="440990" y="837563"/>
                </a:lnTo>
                <a:close/>
                <a:lnTo>
                  <a:pt x="442890" y="836273"/>
                </a:lnTo>
                <a:close/>
                <a:lnTo>
                  <a:pt x="444774" y="834988"/>
                </a:lnTo>
                <a:close/>
                <a:lnTo>
                  <a:pt x="446650" y="833706"/>
                </a:lnTo>
                <a:close/>
                <a:lnTo>
                  <a:pt x="448523" y="832427"/>
                </a:lnTo>
                <a:close/>
                <a:lnTo>
                  <a:pt x="450399" y="831151"/>
                </a:lnTo>
                <a:close/>
                <a:lnTo>
                  <a:pt x="452283" y="829876"/>
                </a:lnTo>
                <a:close/>
                <a:lnTo>
                  <a:pt x="454173" y="828600"/>
                </a:lnTo>
                <a:close/>
                <a:lnTo>
                  <a:pt x="456067" y="827322"/>
                </a:lnTo>
                <a:close/>
                <a:lnTo>
                  <a:pt x="457960" y="826038"/>
                </a:lnTo>
                <a:close/>
                <a:lnTo>
                  <a:pt x="459850" y="824746"/>
                </a:lnTo>
                <a:close/>
                <a:lnTo>
                  <a:pt x="461734" y="823443"/>
                </a:lnTo>
                <a:close/>
                <a:lnTo>
                  <a:pt x="463610" y="822128"/>
                </a:lnTo>
                <a:close/>
                <a:lnTo>
                  <a:pt x="465483" y="820798"/>
                </a:lnTo>
                <a:close/>
                <a:lnTo>
                  <a:pt x="467359" y="819451"/>
                </a:lnTo>
                <a:close/>
                <a:lnTo>
                  <a:pt x="469244" y="818085"/>
                </a:lnTo>
                <a:close/>
                <a:lnTo>
                  <a:pt x="471144" y="816698"/>
                </a:lnTo>
                <a:close/>
                <a:lnTo>
                  <a:pt x="473065" y="815288"/>
                </a:lnTo>
                <a:close/>
                <a:lnTo>
                  <a:pt x="475012" y="813854"/>
                </a:lnTo>
                <a:close/>
                <a:lnTo>
                  <a:pt x="476979" y="812405"/>
                </a:lnTo>
                <a:close/>
                <a:lnTo>
                  <a:pt x="478956" y="810951"/>
                </a:lnTo>
                <a:close/>
                <a:lnTo>
                  <a:pt x="480933" y="809503"/>
                </a:lnTo>
                <a:close/>
                <a:lnTo>
                  <a:pt x="482903" y="808072"/>
                </a:lnTo>
                <a:close/>
                <a:lnTo>
                  <a:pt x="484854" y="806668"/>
                </a:lnTo>
                <a:close/>
                <a:lnTo>
                  <a:pt x="486781" y="805300"/>
                </a:lnTo>
                <a:close/>
                <a:lnTo>
                  <a:pt x="488684" y="803957"/>
                </a:lnTo>
                <a:close/>
                <a:lnTo>
                  <a:pt x="490572" y="802623"/>
                </a:lnTo>
                <a:close/>
                <a:lnTo>
                  <a:pt x="492449" y="801282"/>
                </a:lnTo>
                <a:close/>
                <a:lnTo>
                  <a:pt x="494322" y="799919"/>
                </a:lnTo>
                <a:close/>
                <a:lnTo>
                  <a:pt x="496197" y="798517"/>
                </a:lnTo>
                <a:close/>
                <a:lnTo>
                  <a:pt x="498079" y="797063"/>
                </a:lnTo>
                <a:close/>
                <a:lnTo>
                  <a:pt x="499968" y="795564"/>
                </a:lnTo>
                <a:close/>
                <a:lnTo>
                  <a:pt x="501861" y="794039"/>
                </a:lnTo>
                <a:close/>
                <a:lnTo>
                  <a:pt x="503755" y="792501"/>
                </a:lnTo>
                <a:close/>
                <a:lnTo>
                  <a:pt x="505646" y="790969"/>
                </a:lnTo>
                <a:close/>
                <a:lnTo>
                  <a:pt x="507531" y="789458"/>
                </a:lnTo>
                <a:close/>
                <a:lnTo>
                  <a:pt x="509409" y="787982"/>
                </a:lnTo>
                <a:close/>
                <a:lnTo>
                  <a:pt x="511282" y="786539"/>
                </a:lnTo>
                <a:close/>
                <a:lnTo>
                  <a:pt x="513156" y="785115"/>
                </a:lnTo>
                <a:close/>
                <a:lnTo>
                  <a:pt x="515039" y="783698"/>
                </a:lnTo>
                <a:close/>
                <a:lnTo>
                  <a:pt x="516935" y="782276"/>
                </a:lnTo>
                <a:close/>
                <a:lnTo>
                  <a:pt x="518852" y="780837"/>
                </a:lnTo>
                <a:close/>
                <a:lnTo>
                  <a:pt x="520794" y="779370"/>
                </a:lnTo>
                <a:close/>
                <a:lnTo>
                  <a:pt x="522758" y="777876"/>
                </a:lnTo>
                <a:close/>
                <a:lnTo>
                  <a:pt x="524733" y="776363"/>
                </a:lnTo>
                <a:close/>
                <a:lnTo>
                  <a:pt x="526711" y="774838"/>
                </a:lnTo>
                <a:close/>
                <a:lnTo>
                  <a:pt x="528683" y="773310"/>
                </a:lnTo>
                <a:close/>
                <a:lnTo>
                  <a:pt x="530639" y="771786"/>
                </a:lnTo>
                <a:close/>
                <a:lnTo>
                  <a:pt x="532571" y="770274"/>
                </a:lnTo>
                <a:close/>
                <a:lnTo>
                  <a:pt x="534479" y="768771"/>
                </a:lnTo>
                <a:close/>
                <a:lnTo>
                  <a:pt x="536369" y="767272"/>
                </a:lnTo>
                <a:close/>
                <a:lnTo>
                  <a:pt x="538247" y="765770"/>
                </a:lnTo>
                <a:close/>
                <a:lnTo>
                  <a:pt x="540120" y="764257"/>
                </a:lnTo>
                <a:close/>
                <a:lnTo>
                  <a:pt x="541995" y="762729"/>
                </a:lnTo>
                <a:close/>
                <a:lnTo>
                  <a:pt x="543875" y="761178"/>
                </a:lnTo>
                <a:close/>
                <a:lnTo>
                  <a:pt x="545763" y="759605"/>
                </a:lnTo>
                <a:close/>
                <a:lnTo>
                  <a:pt x="547656" y="758017"/>
                </a:lnTo>
                <a:close/>
                <a:lnTo>
                  <a:pt x="549549" y="756420"/>
                </a:lnTo>
                <a:close/>
                <a:lnTo>
                  <a:pt x="551441" y="754821"/>
                </a:lnTo>
                <a:close/>
                <a:lnTo>
                  <a:pt x="553328" y="753225"/>
                </a:lnTo>
                <a:close/>
                <a:lnTo>
                  <a:pt x="555207" y="751639"/>
                </a:lnTo>
                <a:close/>
                <a:lnTo>
                  <a:pt x="557081" y="750062"/>
                </a:lnTo>
                <a:close/>
                <a:lnTo>
                  <a:pt x="558954" y="748487"/>
                </a:lnTo>
                <a:close/>
                <a:lnTo>
                  <a:pt x="560835" y="746909"/>
                </a:lnTo>
                <a:close/>
                <a:lnTo>
                  <a:pt x="562728" y="745322"/>
                </a:lnTo>
                <a:close/>
                <a:lnTo>
                  <a:pt x="564640" y="743718"/>
                </a:lnTo>
                <a:close/>
                <a:lnTo>
                  <a:pt x="566577" y="742093"/>
                </a:lnTo>
                <a:close/>
                <a:lnTo>
                  <a:pt x="568537" y="740446"/>
                </a:lnTo>
                <a:close/>
                <a:lnTo>
                  <a:pt x="570511" y="738784"/>
                </a:lnTo>
                <a:close/>
                <a:lnTo>
                  <a:pt x="572489" y="737112"/>
                </a:lnTo>
                <a:close/>
                <a:lnTo>
                  <a:pt x="574463" y="735438"/>
                </a:lnTo>
                <a:close/>
                <a:lnTo>
                  <a:pt x="576423" y="733766"/>
                </a:lnTo>
                <a:close/>
                <a:lnTo>
                  <a:pt x="578360" y="732103"/>
                </a:lnTo>
                <a:close/>
                <a:lnTo>
                  <a:pt x="580272" y="730450"/>
                </a:lnTo>
                <a:close/>
                <a:lnTo>
                  <a:pt x="582165" y="728800"/>
                </a:lnTo>
                <a:close/>
                <a:lnTo>
                  <a:pt x="584046" y="727147"/>
                </a:lnTo>
                <a:close/>
                <a:lnTo>
                  <a:pt x="585919" y="725485"/>
                </a:lnTo>
                <a:close/>
                <a:lnTo>
                  <a:pt x="587793" y="723808"/>
                </a:lnTo>
                <a:close/>
                <a:lnTo>
                  <a:pt x="589672" y="722109"/>
                </a:lnTo>
                <a:close/>
                <a:lnTo>
                  <a:pt x="591559" y="720389"/>
                </a:lnTo>
                <a:close/>
                <a:lnTo>
                  <a:pt x="593451" y="718652"/>
                </a:lnTo>
                <a:close/>
                <a:lnTo>
                  <a:pt x="595344" y="716906"/>
                </a:lnTo>
                <a:close/>
                <a:lnTo>
                  <a:pt x="597237" y="715156"/>
                </a:lnTo>
                <a:close/>
                <a:lnTo>
                  <a:pt x="599125" y="713408"/>
                </a:lnTo>
                <a:close/>
                <a:lnTo>
                  <a:pt x="601005" y="711668"/>
                </a:lnTo>
                <a:close/>
                <a:lnTo>
                  <a:pt x="602880" y="709939"/>
                </a:lnTo>
                <a:close/>
                <a:lnTo>
                  <a:pt x="604753" y="708213"/>
                </a:lnTo>
                <a:close/>
                <a:lnTo>
                  <a:pt x="606631" y="706485"/>
                </a:lnTo>
                <a:close/>
                <a:lnTo>
                  <a:pt x="608521" y="704749"/>
                </a:lnTo>
                <a:close/>
                <a:lnTo>
                  <a:pt x="610429" y="702998"/>
                </a:lnTo>
                <a:close/>
                <a:lnTo>
                  <a:pt x="612361" y="701226"/>
                </a:lnTo>
                <a:close/>
                <a:lnTo>
                  <a:pt x="614317" y="699433"/>
                </a:lnTo>
                <a:close/>
                <a:lnTo>
                  <a:pt x="616289" y="697622"/>
                </a:lnTo>
                <a:close/>
                <a:lnTo>
                  <a:pt x="618267" y="695801"/>
                </a:lnTo>
                <a:close/>
                <a:lnTo>
                  <a:pt x="620242" y="693975"/>
                </a:lnTo>
                <a:close/>
                <a:lnTo>
                  <a:pt x="622206" y="692151"/>
                </a:lnTo>
                <a:close/>
                <a:lnTo>
                  <a:pt x="624148" y="690334"/>
                </a:lnTo>
                <a:close/>
                <a:lnTo>
                  <a:pt x="626065" y="688527"/>
                </a:lnTo>
                <a:close/>
                <a:lnTo>
                  <a:pt x="627961" y="686725"/>
                </a:lnTo>
                <a:close/>
                <a:lnTo>
                  <a:pt x="629844" y="684921"/>
                </a:lnTo>
                <a:close/>
                <a:lnTo>
                  <a:pt x="631718" y="683110"/>
                </a:lnTo>
                <a:close/>
                <a:lnTo>
                  <a:pt x="633591" y="681287"/>
                </a:lnTo>
                <a:close/>
                <a:lnTo>
                  <a:pt x="635469" y="679445"/>
                </a:lnTo>
                <a:close/>
                <a:lnTo>
                  <a:pt x="637354" y="677582"/>
                </a:lnTo>
                <a:close/>
                <a:lnTo>
                  <a:pt x="639245" y="675701"/>
                </a:lnTo>
                <a:close/>
                <a:lnTo>
                  <a:pt x="641139" y="673808"/>
                </a:lnTo>
                <a:close/>
                <a:lnTo>
                  <a:pt x="643032" y="671907"/>
                </a:lnTo>
                <a:close/>
                <a:lnTo>
                  <a:pt x="644921" y="670003"/>
                </a:lnTo>
                <a:close/>
                <a:lnTo>
                  <a:pt x="646803" y="668100"/>
                </a:lnTo>
                <a:close/>
                <a:lnTo>
                  <a:pt x="648678" y="666201"/>
                </a:lnTo>
                <a:close/>
                <a:lnTo>
                  <a:pt x="650551" y="664307"/>
                </a:lnTo>
                <a:close/>
                <a:lnTo>
                  <a:pt x="652428" y="662418"/>
                </a:lnTo>
                <a:close/>
                <a:lnTo>
                  <a:pt x="654316" y="660532"/>
                </a:lnTo>
                <a:close/>
                <a:lnTo>
                  <a:pt x="656219" y="658649"/>
                </a:lnTo>
                <a:close/>
                <a:lnTo>
                  <a:pt x="658146" y="656768"/>
                </a:lnTo>
                <a:close/>
                <a:lnTo>
                  <a:pt x="660097" y="654889"/>
                </a:lnTo>
                <a:close/>
                <a:lnTo>
                  <a:pt x="662067" y="653009"/>
                </a:lnTo>
                <a:close/>
                <a:lnTo>
                  <a:pt x="664044" y="651126"/>
                </a:lnTo>
                <a:close/>
                <a:lnTo>
                  <a:pt x="666021" y="649237"/>
                </a:lnTo>
                <a:close/>
                <a:lnTo>
                  <a:pt x="667988" y="647339"/>
                </a:lnTo>
                <a:close/>
                <a:lnTo>
                  <a:pt x="669935" y="645431"/>
                </a:lnTo>
                <a:close/>
                <a:lnTo>
                  <a:pt x="671856" y="643508"/>
                </a:lnTo>
                <a:close/>
                <a:lnTo>
                  <a:pt x="673756" y="641571"/>
                </a:lnTo>
                <a:close/>
                <a:lnTo>
                  <a:pt x="675641" y="639617"/>
                </a:lnTo>
                <a:close/>
                <a:lnTo>
                  <a:pt x="677517" y="637644"/>
                </a:lnTo>
                <a:close/>
                <a:lnTo>
                  <a:pt x="679390" y="635652"/>
                </a:lnTo>
                <a:close/>
                <a:lnTo>
                  <a:pt x="681266" y="633638"/>
                </a:lnTo>
                <a:close/>
                <a:lnTo>
                  <a:pt x="683150" y="631603"/>
                </a:lnTo>
                <a:close/>
                <a:lnTo>
                  <a:pt x="685040" y="629554"/>
                </a:lnTo>
                <a:close/>
                <a:lnTo>
                  <a:pt x="686933" y="627500"/>
                </a:lnTo>
                <a:close/>
                <a:lnTo>
                  <a:pt x="688827" y="625450"/>
                </a:lnTo>
                <a:close/>
                <a:lnTo>
                  <a:pt x="690717" y="623412"/>
                </a:lnTo>
                <a:close/>
                <a:lnTo>
                  <a:pt x="692601" y="621395"/>
                </a:lnTo>
                <a:close/>
                <a:lnTo>
                  <a:pt x="694477" y="619405"/>
                </a:lnTo>
                <a:close/>
                <a:lnTo>
                  <a:pt x="696350" y="617438"/>
                </a:lnTo>
                <a:close/>
                <a:lnTo>
                  <a:pt x="698226" y="615483"/>
                </a:lnTo>
                <a:close/>
                <a:lnTo>
                  <a:pt x="700110" y="613532"/>
                </a:lnTo>
                <a:close/>
                <a:lnTo>
                  <a:pt x="702010" y="611576"/>
                </a:lnTo>
                <a:close/>
                <a:lnTo>
                  <a:pt x="703932" y="609607"/>
                </a:lnTo>
                <a:close/>
                <a:lnTo>
                  <a:pt x="705879" y="607617"/>
                </a:lnTo>
                <a:close/>
                <a:lnTo>
                  <a:pt x="707845" y="605606"/>
                </a:lnTo>
                <a:close/>
                <a:lnTo>
                  <a:pt x="709822" y="603575"/>
                </a:lnTo>
                <a:close/>
                <a:lnTo>
                  <a:pt x="711799" y="601525"/>
                </a:lnTo>
                <a:close/>
                <a:lnTo>
                  <a:pt x="713769" y="599459"/>
                </a:lnTo>
                <a:close/>
                <a:lnTo>
                  <a:pt x="715721" y="597377"/>
                </a:lnTo>
                <a:close/>
                <a:lnTo>
                  <a:pt x="717647" y="595282"/>
                </a:lnTo>
                <a:close/>
                <a:lnTo>
                  <a:pt x="719551" y="593175"/>
                </a:lnTo>
                <a:close/>
                <a:lnTo>
                  <a:pt x="721439" y="591060"/>
                </a:lnTo>
                <a:close/>
                <a:lnTo>
                  <a:pt x="723316" y="588939"/>
                </a:lnTo>
                <a:close/>
                <a:lnTo>
                  <a:pt x="725189" y="586814"/>
                </a:lnTo>
                <a:close/>
                <a:lnTo>
                  <a:pt x="727064" y="584688"/>
                </a:lnTo>
                <a:close/>
                <a:lnTo>
                  <a:pt x="728946" y="582563"/>
                </a:lnTo>
                <a:close/>
                <a:lnTo>
                  <a:pt x="730835" y="580441"/>
                </a:lnTo>
                <a:close/>
                <a:lnTo>
                  <a:pt x="732728" y="578322"/>
                </a:lnTo>
                <a:close/>
                <a:lnTo>
                  <a:pt x="734622" y="576207"/>
                </a:lnTo>
                <a:close/>
                <a:lnTo>
                  <a:pt x="736513" y="574095"/>
                </a:lnTo>
                <a:close/>
                <a:lnTo>
                  <a:pt x="738398" y="571988"/>
                </a:lnTo>
                <a:close/>
                <a:lnTo>
                  <a:pt x="740276" y="569886"/>
                </a:lnTo>
                <a:close/>
                <a:lnTo>
                  <a:pt x="742149" y="567786"/>
                </a:lnTo>
                <a:close/>
                <a:lnTo>
                  <a:pt x="744023" y="565682"/>
                </a:lnTo>
                <a:close/>
                <a:lnTo>
                  <a:pt x="745906" y="563571"/>
                </a:lnTo>
                <a:close/>
                <a:lnTo>
                  <a:pt x="747802" y="561448"/>
                </a:lnTo>
                <a:close/>
                <a:lnTo>
                  <a:pt x="749719" y="559307"/>
                </a:lnTo>
                <a:close/>
                <a:lnTo>
                  <a:pt x="751661" y="557146"/>
                </a:lnTo>
                <a:close/>
                <a:lnTo>
                  <a:pt x="753624" y="554965"/>
                </a:lnTo>
                <a:close/>
                <a:lnTo>
                  <a:pt x="755599" y="552772"/>
                </a:lnTo>
                <a:close/>
                <a:lnTo>
                  <a:pt x="757577" y="550571"/>
                </a:lnTo>
                <a:close/>
                <a:lnTo>
                  <a:pt x="759549" y="548368"/>
                </a:lnTo>
                <a:close/>
                <a:lnTo>
                  <a:pt x="761505" y="546170"/>
                </a:lnTo>
                <a:close/>
                <a:lnTo>
                  <a:pt x="763437" y="543981"/>
                </a:lnTo>
                <a:close/>
                <a:lnTo>
                  <a:pt x="765345" y="541800"/>
                </a:lnTo>
                <a:close/>
                <a:lnTo>
                  <a:pt x="767236" y="539621"/>
                </a:lnTo>
                <a:close/>
                <a:lnTo>
                  <a:pt x="769114" y="537438"/>
                </a:lnTo>
                <a:close/>
                <a:lnTo>
                  <a:pt x="770987" y="535244"/>
                </a:lnTo>
                <a:close/>
                <a:lnTo>
                  <a:pt x="772862" y="533034"/>
                </a:lnTo>
                <a:close/>
                <a:lnTo>
                  <a:pt x="774742" y="530802"/>
                </a:lnTo>
                <a:close/>
                <a:lnTo>
                  <a:pt x="776630" y="528550"/>
                </a:lnTo>
                <a:close/>
                <a:lnTo>
                  <a:pt x="778523" y="526282"/>
                </a:lnTo>
                <a:close/>
                <a:lnTo>
                  <a:pt x="780416" y="524006"/>
                </a:lnTo>
                <a:close/>
                <a:lnTo>
                  <a:pt x="782308" y="521727"/>
                </a:lnTo>
                <a:close/>
                <a:lnTo>
                  <a:pt x="784195" y="519450"/>
                </a:lnTo>
                <a:close/>
                <a:lnTo>
                  <a:pt x="786074" y="517183"/>
                </a:lnTo>
                <a:close/>
                <a:lnTo>
                  <a:pt x="787948" y="514925"/>
                </a:lnTo>
                <a:close/>
                <a:lnTo>
                  <a:pt x="789822" y="512669"/>
                </a:lnTo>
                <a:close/>
                <a:lnTo>
                  <a:pt x="791702" y="510410"/>
                </a:lnTo>
                <a:close/>
                <a:lnTo>
                  <a:pt x="793595" y="508143"/>
                </a:lnTo>
                <a:close/>
                <a:lnTo>
                  <a:pt x="795507" y="505861"/>
                </a:lnTo>
                <a:close/>
                <a:lnTo>
                  <a:pt x="797443" y="503560"/>
                </a:lnTo>
                <a:close/>
                <a:lnTo>
                  <a:pt x="799403" y="501238"/>
                </a:lnTo>
                <a:close/>
                <a:lnTo>
                  <a:pt x="801377" y="498901"/>
                </a:lnTo>
                <a:close/>
                <a:lnTo>
                  <a:pt x="803355" y="496552"/>
                </a:lnTo>
                <a:close/>
                <a:lnTo>
                  <a:pt x="805329" y="494196"/>
                </a:lnTo>
                <a:close/>
                <a:lnTo>
                  <a:pt x="807289" y="491837"/>
                </a:lnTo>
                <a:close/>
                <a:lnTo>
                  <a:pt x="809226" y="489481"/>
                </a:lnTo>
                <a:close/>
                <a:lnTo>
                  <a:pt x="811139" y="487129"/>
                </a:lnTo>
                <a:close/>
                <a:lnTo>
                  <a:pt x="813032" y="484782"/>
                </a:lnTo>
                <a:close/>
                <a:lnTo>
                  <a:pt x="814913" y="482439"/>
                </a:lnTo>
                <a:close/>
                <a:lnTo>
                  <a:pt x="816786" y="480101"/>
                </a:lnTo>
                <a:close/>
                <a:lnTo>
                  <a:pt x="818660" y="477767"/>
                </a:lnTo>
                <a:close/>
                <a:lnTo>
                  <a:pt x="820539" y="475438"/>
                </a:lnTo>
                <a:close/>
                <a:lnTo>
                  <a:pt x="822426" y="473111"/>
                </a:lnTo>
                <a:close/>
                <a:lnTo>
                  <a:pt x="824317" y="470783"/>
                </a:lnTo>
                <a:close/>
                <a:lnTo>
                  <a:pt x="826211" y="468448"/>
                </a:lnTo>
                <a:close/>
                <a:lnTo>
                  <a:pt x="828104" y="466103"/>
                </a:lnTo>
                <a:close/>
                <a:lnTo>
                  <a:pt x="829992" y="463741"/>
                </a:lnTo>
                <a:close/>
                <a:lnTo>
                  <a:pt x="831873" y="461360"/>
                </a:lnTo>
                <a:close/>
                <a:lnTo>
                  <a:pt x="833747" y="458959"/>
                </a:lnTo>
                <a:close/>
                <a:lnTo>
                  <a:pt x="835620" y="456543"/>
                </a:lnTo>
                <a:close/>
                <a:lnTo>
                  <a:pt x="837498" y="454117"/>
                </a:lnTo>
                <a:close/>
                <a:lnTo>
                  <a:pt x="839388" y="451688"/>
                </a:lnTo>
                <a:close/>
                <a:lnTo>
                  <a:pt x="841296" y="449261"/>
                </a:lnTo>
                <a:close/>
                <a:lnTo>
                  <a:pt x="843227" y="446842"/>
                </a:lnTo>
                <a:close/>
                <a:lnTo>
                  <a:pt x="845183" y="444432"/>
                </a:lnTo>
                <a:close/>
                <a:lnTo>
                  <a:pt x="847155" y="442027"/>
                </a:lnTo>
                <a:close/>
                <a:lnTo>
                  <a:pt x="849133" y="439619"/>
                </a:lnTo>
                <a:close/>
                <a:lnTo>
                  <a:pt x="851108" y="437203"/>
                </a:lnTo>
                <a:close/>
                <a:lnTo>
                  <a:pt x="853072" y="434773"/>
                </a:lnTo>
                <a:close/>
                <a:lnTo>
                  <a:pt x="855014" y="432322"/>
                </a:lnTo>
                <a:close/>
                <a:lnTo>
                  <a:pt x="856931" y="429850"/>
                </a:lnTo>
                <a:close/>
                <a:lnTo>
                  <a:pt x="858828" y="427360"/>
                </a:lnTo>
                <a:close/>
                <a:lnTo>
                  <a:pt x="860711" y="424859"/>
                </a:lnTo>
                <a:close/>
                <a:lnTo>
                  <a:pt x="862585" y="422354"/>
                </a:lnTo>
                <a:close/>
                <a:lnTo>
                  <a:pt x="864458" y="419849"/>
                </a:lnTo>
                <a:close/>
                <a:lnTo>
                  <a:pt x="866336" y="417352"/>
                </a:lnTo>
                <a:close/>
                <a:lnTo>
                  <a:pt x="868221" y="414864"/>
                </a:lnTo>
                <a:close/>
                <a:lnTo>
                  <a:pt x="870112" y="412381"/>
                </a:lnTo>
                <a:close/>
                <a:lnTo>
                  <a:pt x="872006" y="409897"/>
                </a:lnTo>
                <a:close/>
                <a:lnTo>
                  <a:pt x="873899" y="407407"/>
                </a:lnTo>
                <a:close/>
                <a:lnTo>
                  <a:pt x="875788" y="404905"/>
                </a:lnTo>
                <a:close/>
                <a:lnTo>
                  <a:pt x="877670" y="402384"/>
                </a:lnTo>
                <a:close/>
                <a:lnTo>
                  <a:pt x="879546" y="399842"/>
                </a:lnTo>
                <a:close/>
                <a:lnTo>
                  <a:pt x="881418" y="397283"/>
                </a:lnTo>
                <a:close/>
                <a:lnTo>
                  <a:pt x="883295" y="394711"/>
                </a:lnTo>
                <a:close/>
                <a:lnTo>
                  <a:pt x="885182" y="392130"/>
                </a:lnTo>
                <a:close/>
                <a:lnTo>
                  <a:pt x="887086" y="389545"/>
                </a:lnTo>
                <a:close/>
                <a:lnTo>
                  <a:pt x="889012" y="386961"/>
                </a:lnTo>
                <a:close/>
                <a:lnTo>
                  <a:pt x="890963" y="384381"/>
                </a:lnTo>
                <a:close/>
                <a:lnTo>
                  <a:pt x="892933" y="381805"/>
                </a:lnTo>
                <a:close/>
                <a:lnTo>
                  <a:pt x="894910" y="379234"/>
                </a:lnTo>
                <a:close/>
                <a:lnTo>
                  <a:pt x="896887" y="376668"/>
                </a:lnTo>
                <a:close/>
                <a:lnTo>
                  <a:pt x="898854" y="374106"/>
                </a:lnTo>
                <a:close/>
                <a:lnTo>
                  <a:pt x="900801" y="371548"/>
                </a:lnTo>
                <a:close/>
                <a:lnTo>
                  <a:pt x="902723" y="368995"/>
                </a:lnTo>
                <a:close/>
                <a:lnTo>
                  <a:pt x="904623" y="366441"/>
                </a:lnTo>
                <a:close/>
                <a:lnTo>
                  <a:pt x="906508" y="363882"/>
                </a:lnTo>
                <a:close/>
                <a:lnTo>
                  <a:pt x="908384" y="361314"/>
                </a:lnTo>
                <a:close/>
                <a:lnTo>
                  <a:pt x="910257" y="358732"/>
                </a:lnTo>
                <a:close/>
                <a:lnTo>
                  <a:pt x="912133" y="356132"/>
                </a:lnTo>
                <a:close/>
                <a:lnTo>
                  <a:pt x="914017" y="353511"/>
                </a:lnTo>
                <a:close/>
                <a:lnTo>
                  <a:pt x="915907" y="350872"/>
                </a:lnTo>
                <a:close/>
                <a:lnTo>
                  <a:pt x="917800" y="348223"/>
                </a:lnTo>
                <a:close/>
                <a:lnTo>
                  <a:pt x="919694" y="345567"/>
                </a:lnTo>
                <a:close/>
                <a:lnTo>
                  <a:pt x="921584" y="342912"/>
                </a:lnTo>
                <a:close/>
                <a:lnTo>
                  <a:pt x="923468" y="340263"/>
                </a:lnTo>
                <a:close/>
                <a:lnTo>
                  <a:pt x="925344" y="337624"/>
                </a:lnTo>
                <a:close/>
                <a:lnTo>
                  <a:pt x="927217" y="334991"/>
                </a:lnTo>
                <a:close/>
                <a:lnTo>
                  <a:pt x="929093" y="332358"/>
                </a:lnTo>
                <a:close/>
                <a:lnTo>
                  <a:pt x="930977" y="329719"/>
                </a:lnTo>
                <a:close/>
                <a:lnTo>
                  <a:pt x="932877" y="327067"/>
                </a:lnTo>
                <a:close/>
                <a:lnTo>
                  <a:pt x="934798" y="324398"/>
                </a:lnTo>
                <a:close/>
                <a:lnTo>
                  <a:pt x="936745" y="321706"/>
                </a:lnTo>
                <a:close/>
                <a:lnTo>
                  <a:pt x="938711" y="318995"/>
                </a:lnTo>
                <a:close/>
                <a:lnTo>
                  <a:pt x="940688" y="316271"/>
                </a:lnTo>
                <a:close/>
                <a:lnTo>
                  <a:pt x="942665" y="313540"/>
                </a:lnTo>
                <a:close/>
                <a:lnTo>
                  <a:pt x="944635" y="310807"/>
                </a:lnTo>
                <a:close/>
                <a:lnTo>
                  <a:pt x="946587" y="308080"/>
                </a:lnTo>
                <a:close/>
                <a:lnTo>
                  <a:pt x="948514" y="305363"/>
                </a:lnTo>
                <a:close/>
                <a:lnTo>
                  <a:pt x="950418" y="302652"/>
                </a:lnTo>
                <a:close/>
                <a:lnTo>
                  <a:pt x="952306" y="299943"/>
                </a:lnTo>
                <a:close/>
                <a:lnTo>
                  <a:pt x="954183" y="297229"/>
                </a:lnTo>
                <a:close/>
                <a:lnTo>
                  <a:pt x="956056" y="294505"/>
                </a:lnTo>
                <a:close/>
                <a:lnTo>
                  <a:pt x="957931" y="291764"/>
                </a:lnTo>
                <a:close/>
                <a:lnTo>
                  <a:pt x="959813" y="289003"/>
                </a:lnTo>
                <a:close/>
                <a:lnTo>
                  <a:pt x="961702" y="286222"/>
                </a:lnTo>
                <a:close/>
                <a:lnTo>
                  <a:pt x="963595" y="283427"/>
                </a:lnTo>
                <a:close/>
                <a:lnTo>
                  <a:pt x="965488" y="280622"/>
                </a:lnTo>
                <a:close/>
                <a:lnTo>
                  <a:pt x="967380" y="277812"/>
                </a:lnTo>
                <a:close/>
                <a:lnTo>
                  <a:pt x="969265" y="275001"/>
                </a:lnTo>
                <a:close/>
                <a:lnTo>
                  <a:pt x="971143" y="272193"/>
                </a:lnTo>
                <a:close/>
                <a:lnTo>
                  <a:pt x="973016" y="269391"/>
                </a:lnTo>
                <a:close/>
                <a:lnTo>
                  <a:pt x="974891" y="266593"/>
                </a:lnTo>
                <a:close/>
                <a:lnTo>
                  <a:pt x="976773" y="263799"/>
                </a:lnTo>
                <a:close/>
                <a:lnTo>
                  <a:pt x="978669" y="261008"/>
                </a:lnTo>
                <a:close/>
                <a:lnTo>
                  <a:pt x="980585" y="258220"/>
                </a:lnTo>
                <a:close/>
                <a:lnTo>
                  <a:pt x="982527" y="255433"/>
                </a:lnTo>
                <a:close/>
                <a:lnTo>
                  <a:pt x="984490" y="252647"/>
                </a:lnTo>
                <a:close/>
                <a:lnTo>
                  <a:pt x="986465" y="249859"/>
                </a:lnTo>
                <a:close/>
                <a:lnTo>
                  <a:pt x="988444" y="247066"/>
                </a:lnTo>
                <a:close/>
                <a:lnTo>
                  <a:pt x="990415" y="244266"/>
                </a:lnTo>
                <a:close/>
                <a:lnTo>
                  <a:pt x="992372" y="241455"/>
                </a:lnTo>
                <a:close/>
                <a:lnTo>
                  <a:pt x="994304" y="238632"/>
                </a:lnTo>
                <a:close/>
                <a:lnTo>
                  <a:pt x="996212" y="235794"/>
                </a:lnTo>
                <a:close/>
                <a:lnTo>
                  <a:pt x="998103" y="232940"/>
                </a:lnTo>
                <a:close/>
                <a:lnTo>
                  <a:pt x="999981" y="230068"/>
                </a:lnTo>
                <a:close/>
                <a:lnTo>
                  <a:pt x="1001855" y="227178"/>
                </a:lnTo>
                <a:close/>
                <a:lnTo>
                  <a:pt x="1003729" y="224266"/>
                </a:lnTo>
                <a:close/>
                <a:lnTo>
                  <a:pt x="1005609" y="221333"/>
                </a:lnTo>
                <a:close/>
                <a:lnTo>
                  <a:pt x="1007497" y="218382"/>
                </a:lnTo>
                <a:close/>
                <a:lnTo>
                  <a:pt x="1009390" y="215422"/>
                </a:lnTo>
                <a:close/>
                <a:lnTo>
                  <a:pt x="1011283" y="212463"/>
                </a:lnTo>
                <a:close/>
                <a:lnTo>
                  <a:pt x="1013175" y="209512"/>
                </a:lnTo>
                <a:close/>
                <a:lnTo>
                  <a:pt x="1015062" y="206578"/>
                </a:lnTo>
                <a:close/>
                <a:lnTo>
                  <a:pt x="1016941" y="203671"/>
                </a:lnTo>
                <a:close/>
                <a:lnTo>
                  <a:pt x="1018815" y="200788"/>
                </a:lnTo>
                <a:close/>
                <a:lnTo>
                  <a:pt x="1020689" y="197922"/>
                </a:lnTo>
                <a:close/>
                <a:lnTo>
                  <a:pt x="1022569" y="195064"/>
                </a:lnTo>
                <a:close/>
                <a:lnTo>
                  <a:pt x="1024462" y="192204"/>
                </a:lnTo>
                <a:close/>
                <a:lnTo>
                  <a:pt x="1026373" y="189335"/>
                </a:lnTo>
                <a:close/>
                <a:lnTo>
                  <a:pt x="1028310" y="186448"/>
                </a:lnTo>
                <a:close/>
                <a:lnTo>
                  <a:pt x="1030269" y="183539"/>
                </a:lnTo>
                <a:close/>
                <a:lnTo>
                  <a:pt x="1032243" y="180609"/>
                </a:lnTo>
                <a:close/>
                <a:lnTo>
                  <a:pt x="1034221" y="177660"/>
                </a:lnTo>
                <a:close/>
                <a:lnTo>
                  <a:pt x="1036195" y="174693"/>
                </a:lnTo>
                <a:close/>
                <a:lnTo>
                  <a:pt x="1038155" y="171711"/>
                </a:lnTo>
                <a:close/>
                <a:lnTo>
                  <a:pt x="1040093" y="168714"/>
                </a:lnTo>
                <a:close/>
                <a:lnTo>
                  <a:pt x="1042006" y="165705"/>
                </a:lnTo>
                <a:close/>
                <a:lnTo>
                  <a:pt x="1043899" y="162685"/>
                </a:lnTo>
                <a:close/>
                <a:lnTo>
                  <a:pt x="1045780" y="159659"/>
                </a:lnTo>
                <a:close/>
                <a:lnTo>
                  <a:pt x="1047653" y="156629"/>
                </a:lnTo>
                <a:close/>
                <a:lnTo>
                  <a:pt x="1049527" y="153597"/>
                </a:lnTo>
                <a:close/>
                <a:lnTo>
                  <a:pt x="1051406" y="150566"/>
                </a:lnTo>
                <a:close/>
                <a:lnTo>
                  <a:pt x="1053293" y="147537"/>
                </a:lnTo>
                <a:close/>
                <a:lnTo>
                  <a:pt x="1055184" y="144512"/>
                </a:lnTo>
                <a:close/>
                <a:lnTo>
                  <a:pt x="1057078" y="141489"/>
                </a:lnTo>
                <a:close/>
                <a:lnTo>
                  <a:pt x="1058970" y="138469"/>
                </a:lnTo>
                <a:close/>
                <a:lnTo>
                  <a:pt x="1060859" y="135451"/>
                </a:lnTo>
                <a:close/>
                <a:lnTo>
                  <a:pt x="1062740" y="132436"/>
                </a:lnTo>
                <a:close/>
                <a:lnTo>
                  <a:pt x="1064614" y="129423"/>
                </a:lnTo>
                <a:close/>
                <a:lnTo>
                  <a:pt x="1066487" y="126409"/>
                </a:lnTo>
                <a:close/>
                <a:lnTo>
                  <a:pt x="1068365" y="123391"/>
                </a:lnTo>
                <a:close/>
                <a:lnTo>
                  <a:pt x="1070255" y="120367"/>
                </a:lnTo>
                <a:close/>
                <a:lnTo>
                  <a:pt x="1072163" y="117334"/>
                </a:lnTo>
                <a:close/>
                <a:lnTo>
                  <a:pt x="1074094" y="114290"/>
                </a:lnTo>
                <a:close/>
                <a:lnTo>
                  <a:pt x="1076049" y="111233"/>
                </a:lnTo>
                <a:close/>
                <a:lnTo>
                  <a:pt x="1078021" y="108159"/>
                </a:lnTo>
                <a:close/>
                <a:lnTo>
                  <a:pt x="1079999" y="105069"/>
                </a:lnTo>
                <a:close/>
                <a:lnTo>
                  <a:pt x="1081974" y="101958"/>
                </a:lnTo>
                <a:close/>
                <a:lnTo>
                  <a:pt x="1083938" y="98826"/>
                </a:lnTo>
                <a:close/>
                <a:lnTo>
                  <a:pt x="1085881" y="95669"/>
                </a:lnTo>
                <a:close/>
                <a:lnTo>
                  <a:pt x="1087798" y="92492"/>
                </a:lnTo>
                <a:close/>
                <a:lnTo>
                  <a:pt x="1089695" y="89302"/>
                </a:lnTo>
                <a:close/>
                <a:lnTo>
                  <a:pt x="1091578" y="86111"/>
                </a:lnTo>
                <a:close/>
                <a:lnTo>
                  <a:pt x="1093453" y="82930"/>
                </a:lnTo>
                <a:close/>
                <a:lnTo>
                  <a:pt x="1095326" y="79768"/>
                </a:lnTo>
                <a:close/>
                <a:lnTo>
                  <a:pt x="1097203" y="76637"/>
                </a:lnTo>
                <a:close/>
                <a:lnTo>
                  <a:pt x="1099087" y="73539"/>
                </a:lnTo>
                <a:close/>
                <a:lnTo>
                  <a:pt x="1100978" y="70462"/>
                </a:lnTo>
                <a:close/>
                <a:lnTo>
                  <a:pt x="1102871" y="67389"/>
                </a:lnTo>
                <a:close/>
                <a:lnTo>
                  <a:pt x="1104764" y="64305"/>
                </a:lnTo>
                <a:close/>
                <a:lnTo>
                  <a:pt x="1106654" y="61194"/>
                </a:lnTo>
                <a:close/>
                <a:lnTo>
                  <a:pt x="1108538" y="58040"/>
                </a:lnTo>
                <a:close/>
                <a:lnTo>
                  <a:pt x="1110415" y="54835"/>
                </a:lnTo>
                <a:close/>
                <a:lnTo>
                  <a:pt x="1112291" y="51592"/>
                </a:lnTo>
                <a:close/>
                <a:lnTo>
                  <a:pt x="1114170" y="48325"/>
                </a:lnTo>
                <a:close/>
                <a:lnTo>
                  <a:pt x="1116057" y="45049"/>
                </a:lnTo>
                <a:close/>
                <a:lnTo>
                  <a:pt x="1117958" y="41781"/>
                </a:lnTo>
                <a:close/>
                <a:lnTo>
                  <a:pt x="1119878" y="38535"/>
                </a:lnTo>
                <a:close/>
                <a:lnTo>
                  <a:pt x="1121820" y="35321"/>
                </a:lnTo>
                <a:close/>
                <a:lnTo>
                  <a:pt x="1123779" y="32135"/>
                </a:lnTo>
                <a:close/>
                <a:lnTo>
                  <a:pt x="1125750" y="28967"/>
                </a:lnTo>
                <a:close/>
                <a:lnTo>
                  <a:pt x="1127726" y="25811"/>
                </a:lnTo>
                <a:close/>
                <a:lnTo>
                  <a:pt x="1129701" y="22658"/>
                </a:lnTo>
                <a:close/>
                <a:lnTo>
                  <a:pt x="1131669" y="19499"/>
                </a:lnTo>
                <a:close/>
                <a:lnTo>
                  <a:pt x="1133625" y="16328"/>
                </a:lnTo>
                <a:close/>
                <a:lnTo>
                  <a:pt x="1135561" y="13136"/>
                </a:lnTo>
                <a:close/>
                <a:lnTo>
                  <a:pt x="1137473" y="9916"/>
                </a:lnTo>
                <a:close/>
                <a:lnTo>
                  <a:pt x="1139354" y="6658"/>
                </a:lnTo>
                <a:close/>
                <a:lnTo>
                  <a:pt x="1141199" y="3355"/>
                </a:lnTo>
                <a:close/>
                <a:lnTo>
                  <a:pt x="1143000" y="0"/>
                </a:lnTo>
                <a:close/>
              </a:path>
            </a:pathLst>
          </a:cu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400800.0" y="1108710.0"/>
            <a:ext cx="0.0" cy="146304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101981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119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5715000.0" y="1172718.0"/>
            <a:ext cx="457200.0" cy="197510.3999999999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629400.0" y="1286103.6"/>
            <a:ext cx="457200.0" cy="325526.3999999999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146800" y="-31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84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