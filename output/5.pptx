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343400.0" y="2571750.0"/>
            <a:ext cx="25146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742950.0"/>
            <a:ext cx="0.0" cy="20574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572000" y="1822902"/>
            <a:ext cx="1143000" cy="428808"/>
          </a:xfrm>
          <a:custGeom>
            <a:avLst/>
            <a:gdLst/>
            <a:ahLst/>
            <a:cxnLst/>
            <a:rect l="l" t="t" r="r" b="b"/>
            <a:pathLst>
              <a:path w="1143000" h="428808">
                <a:moveTo>
                  <a:pt x="0" y="428808"/>
                </a:moveTo>
                <a:lnTo>
                  <a:pt x="3823" y="423466"/>
                </a:lnTo>
                <a:close/>
                <a:lnTo>
                  <a:pt x="7645" y="418880"/>
                </a:lnTo>
                <a:close/>
                <a:lnTo>
                  <a:pt x="11468" y="414918"/>
                </a:lnTo>
                <a:close/>
                <a:lnTo>
                  <a:pt x="15291" y="411445"/>
                </a:lnTo>
                <a:close/>
                <a:lnTo>
                  <a:pt x="19114" y="408329"/>
                </a:lnTo>
                <a:close/>
                <a:lnTo>
                  <a:pt x="22936" y="405434"/>
                </a:lnTo>
                <a:close/>
                <a:lnTo>
                  <a:pt x="26759" y="402652"/>
                </a:lnTo>
                <a:close/>
                <a:lnTo>
                  <a:pt x="30582" y="399963"/>
                </a:lnTo>
                <a:close/>
                <a:lnTo>
                  <a:pt x="34405" y="397368"/>
                </a:lnTo>
                <a:close/>
                <a:lnTo>
                  <a:pt x="38227" y="394864"/>
                </a:lnTo>
                <a:close/>
                <a:lnTo>
                  <a:pt x="42050" y="392440"/>
                </a:lnTo>
                <a:close/>
                <a:lnTo>
                  <a:pt x="45873" y="390081"/>
                </a:lnTo>
                <a:close/>
                <a:lnTo>
                  <a:pt x="49696" y="387774"/>
                </a:lnTo>
                <a:close/>
                <a:lnTo>
                  <a:pt x="53518" y="385514"/>
                </a:lnTo>
                <a:close/>
                <a:lnTo>
                  <a:pt x="57341" y="383298"/>
                </a:lnTo>
                <a:close/>
                <a:lnTo>
                  <a:pt x="61164" y="381124"/>
                </a:lnTo>
                <a:close/>
                <a:lnTo>
                  <a:pt x="64987" y="378986"/>
                </a:lnTo>
                <a:close/>
                <a:lnTo>
                  <a:pt x="68809" y="376882"/>
                </a:lnTo>
                <a:close/>
                <a:lnTo>
                  <a:pt x="72632" y="374807"/>
                </a:lnTo>
                <a:close/>
                <a:lnTo>
                  <a:pt x="76455" y="372760"/>
                </a:lnTo>
                <a:close/>
                <a:lnTo>
                  <a:pt x="80278" y="370740"/>
                </a:lnTo>
                <a:close/>
                <a:lnTo>
                  <a:pt x="84100" y="368747"/>
                </a:lnTo>
                <a:close/>
                <a:lnTo>
                  <a:pt x="87923" y="366777"/>
                </a:lnTo>
                <a:close/>
                <a:lnTo>
                  <a:pt x="91746" y="364828"/>
                </a:lnTo>
                <a:close/>
                <a:lnTo>
                  <a:pt x="95569" y="362898"/>
                </a:lnTo>
                <a:close/>
                <a:lnTo>
                  <a:pt x="99391" y="360988"/>
                </a:lnTo>
                <a:close/>
                <a:lnTo>
                  <a:pt x="103214" y="359099"/>
                </a:lnTo>
                <a:close/>
                <a:lnTo>
                  <a:pt x="107037" y="357231"/>
                </a:lnTo>
                <a:close/>
                <a:lnTo>
                  <a:pt x="110860" y="355383"/>
                </a:lnTo>
                <a:close/>
                <a:lnTo>
                  <a:pt x="114682" y="353554"/>
                </a:lnTo>
                <a:close/>
                <a:lnTo>
                  <a:pt x="118505" y="351739"/>
                </a:lnTo>
                <a:close/>
                <a:lnTo>
                  <a:pt x="122328" y="349937"/>
                </a:lnTo>
                <a:close/>
                <a:lnTo>
                  <a:pt x="126151" y="348144"/>
                </a:lnTo>
                <a:close/>
                <a:lnTo>
                  <a:pt x="129973" y="346359"/>
                </a:lnTo>
                <a:close/>
                <a:lnTo>
                  <a:pt x="133796" y="344585"/>
                </a:lnTo>
                <a:close/>
                <a:lnTo>
                  <a:pt x="137619" y="342827"/>
                </a:lnTo>
                <a:close/>
                <a:lnTo>
                  <a:pt x="141441" y="341088"/>
                </a:lnTo>
                <a:close/>
                <a:lnTo>
                  <a:pt x="145264" y="339363"/>
                </a:lnTo>
                <a:close/>
                <a:lnTo>
                  <a:pt x="149087" y="337649"/>
                </a:lnTo>
                <a:close/>
                <a:lnTo>
                  <a:pt x="152910" y="335942"/>
                </a:lnTo>
                <a:close/>
                <a:lnTo>
                  <a:pt x="156732" y="334246"/>
                </a:lnTo>
                <a:close/>
                <a:lnTo>
                  <a:pt x="160555" y="332561"/>
                </a:lnTo>
                <a:close/>
                <a:lnTo>
                  <a:pt x="164378" y="330888"/>
                </a:lnTo>
                <a:close/>
                <a:lnTo>
                  <a:pt x="168201" y="329224"/>
                </a:lnTo>
                <a:close/>
                <a:lnTo>
                  <a:pt x="172023" y="327564"/>
                </a:lnTo>
                <a:close/>
                <a:lnTo>
                  <a:pt x="175846" y="325906"/>
                </a:lnTo>
                <a:close/>
                <a:lnTo>
                  <a:pt x="179669" y="324254"/>
                </a:lnTo>
                <a:close/>
                <a:lnTo>
                  <a:pt x="183492" y="322613"/>
                </a:lnTo>
                <a:close/>
                <a:lnTo>
                  <a:pt x="187314" y="320985"/>
                </a:lnTo>
                <a:close/>
                <a:lnTo>
                  <a:pt x="191137" y="319367"/>
                </a:lnTo>
                <a:close/>
                <a:lnTo>
                  <a:pt x="194960" y="317755"/>
                </a:lnTo>
                <a:close/>
                <a:lnTo>
                  <a:pt x="198783" y="316145"/>
                </a:lnTo>
                <a:close/>
                <a:lnTo>
                  <a:pt x="202605" y="314540"/>
                </a:lnTo>
                <a:close/>
                <a:lnTo>
                  <a:pt x="206428" y="312940"/>
                </a:lnTo>
                <a:close/>
                <a:lnTo>
                  <a:pt x="210251" y="311346"/>
                </a:lnTo>
                <a:close/>
                <a:lnTo>
                  <a:pt x="214074" y="309757"/>
                </a:lnTo>
                <a:close/>
                <a:lnTo>
                  <a:pt x="217896" y="308172"/>
                </a:lnTo>
                <a:close/>
                <a:lnTo>
                  <a:pt x="221719" y="306590"/>
                </a:lnTo>
                <a:close/>
                <a:lnTo>
                  <a:pt x="225542" y="305016"/>
                </a:lnTo>
                <a:close/>
                <a:lnTo>
                  <a:pt x="229365" y="303452"/>
                </a:lnTo>
                <a:close/>
                <a:lnTo>
                  <a:pt x="233187" y="301900"/>
                </a:lnTo>
                <a:close/>
                <a:lnTo>
                  <a:pt x="237010" y="300359"/>
                </a:lnTo>
                <a:close/>
                <a:lnTo>
                  <a:pt x="240833" y="298824"/>
                </a:lnTo>
                <a:close/>
                <a:lnTo>
                  <a:pt x="244656" y="297294"/>
                </a:lnTo>
                <a:close/>
                <a:lnTo>
                  <a:pt x="248478" y="295766"/>
                </a:lnTo>
                <a:close/>
                <a:lnTo>
                  <a:pt x="252301" y="294238"/>
                </a:lnTo>
                <a:close/>
                <a:lnTo>
                  <a:pt x="256124" y="292708"/>
                </a:lnTo>
                <a:close/>
                <a:lnTo>
                  <a:pt x="259946" y="291178"/>
                </a:lnTo>
                <a:close/>
                <a:lnTo>
                  <a:pt x="263769" y="289651"/>
                </a:lnTo>
                <a:close/>
                <a:lnTo>
                  <a:pt x="267592" y="288130"/>
                </a:lnTo>
                <a:close/>
                <a:lnTo>
                  <a:pt x="271415" y="286617"/>
                </a:lnTo>
                <a:close/>
                <a:lnTo>
                  <a:pt x="275237" y="285117"/>
                </a:lnTo>
                <a:close/>
                <a:lnTo>
                  <a:pt x="279060" y="283631"/>
                </a:lnTo>
                <a:close/>
                <a:lnTo>
                  <a:pt x="282883" y="282151"/>
                </a:lnTo>
                <a:close/>
                <a:lnTo>
                  <a:pt x="286706" y="280670"/>
                </a:lnTo>
                <a:close/>
                <a:lnTo>
                  <a:pt x="290528" y="279186"/>
                </a:lnTo>
                <a:close/>
                <a:lnTo>
                  <a:pt x="294351" y="277702"/>
                </a:lnTo>
                <a:close/>
                <a:lnTo>
                  <a:pt x="298174" y="276222"/>
                </a:lnTo>
                <a:close/>
                <a:lnTo>
                  <a:pt x="301997" y="274749"/>
                </a:lnTo>
                <a:close/>
                <a:lnTo>
                  <a:pt x="305819" y="273283"/>
                </a:lnTo>
                <a:close/>
                <a:lnTo>
                  <a:pt x="309642" y="271824"/>
                </a:lnTo>
                <a:close/>
                <a:lnTo>
                  <a:pt x="313465" y="270370"/>
                </a:lnTo>
                <a:close/>
                <a:lnTo>
                  <a:pt x="317288" y="268919"/>
                </a:lnTo>
                <a:close/>
                <a:lnTo>
                  <a:pt x="321110" y="267467"/>
                </a:lnTo>
                <a:close/>
                <a:lnTo>
                  <a:pt x="324933" y="266013"/>
                </a:lnTo>
                <a:close/>
                <a:lnTo>
                  <a:pt x="328756" y="264559"/>
                </a:lnTo>
                <a:close/>
                <a:lnTo>
                  <a:pt x="332579" y="263111"/>
                </a:lnTo>
                <a:close/>
                <a:lnTo>
                  <a:pt x="336401" y="261669"/>
                </a:lnTo>
                <a:close/>
                <a:lnTo>
                  <a:pt x="340224" y="260233"/>
                </a:lnTo>
                <a:close/>
                <a:lnTo>
                  <a:pt x="344047" y="258805"/>
                </a:lnTo>
                <a:close/>
                <a:lnTo>
                  <a:pt x="347870" y="257382"/>
                </a:lnTo>
                <a:close/>
                <a:lnTo>
                  <a:pt x="351692" y="255961"/>
                </a:lnTo>
                <a:close/>
                <a:lnTo>
                  <a:pt x="355515" y="254540"/>
                </a:lnTo>
                <a:close/>
                <a:lnTo>
                  <a:pt x="359338" y="253116"/>
                </a:lnTo>
                <a:close/>
                <a:lnTo>
                  <a:pt x="363161" y="251694"/>
                </a:lnTo>
                <a:close/>
                <a:lnTo>
                  <a:pt x="366983" y="250276"/>
                </a:lnTo>
                <a:close/>
                <a:lnTo>
                  <a:pt x="370806" y="248864"/>
                </a:lnTo>
                <a:close/>
                <a:lnTo>
                  <a:pt x="374629" y="247460"/>
                </a:lnTo>
                <a:close/>
                <a:lnTo>
                  <a:pt x="378452" y="246062"/>
                </a:lnTo>
                <a:close/>
                <a:lnTo>
                  <a:pt x="382274" y="244670"/>
                </a:lnTo>
                <a:close/>
                <a:lnTo>
                  <a:pt x="386097" y="243280"/>
                </a:lnTo>
                <a:close/>
                <a:lnTo>
                  <a:pt x="389920" y="241888"/>
                </a:lnTo>
                <a:close/>
                <a:lnTo>
                  <a:pt x="393742" y="240494"/>
                </a:lnTo>
                <a:close/>
                <a:lnTo>
                  <a:pt x="397565" y="239103"/>
                </a:lnTo>
                <a:close/>
                <a:lnTo>
                  <a:pt x="401388" y="237718"/>
                </a:lnTo>
                <a:close/>
                <a:lnTo>
                  <a:pt x="405211" y="236340"/>
                </a:lnTo>
                <a:close/>
                <a:lnTo>
                  <a:pt x="409033" y="234966"/>
                </a:lnTo>
                <a:close/>
                <a:lnTo>
                  <a:pt x="412856" y="233591"/>
                </a:lnTo>
                <a:close/>
                <a:lnTo>
                  <a:pt x="416679" y="232213"/>
                </a:lnTo>
                <a:close/>
                <a:lnTo>
                  <a:pt x="420502" y="230837"/>
                </a:lnTo>
                <a:close/>
                <a:lnTo>
                  <a:pt x="424324" y="229465"/>
                </a:lnTo>
                <a:close/>
                <a:lnTo>
                  <a:pt x="428147" y="228100"/>
                </a:lnTo>
                <a:close/>
                <a:lnTo>
                  <a:pt x="431970" y="226742"/>
                </a:lnTo>
                <a:close/>
                <a:lnTo>
                  <a:pt x="435793" y="225390"/>
                </a:lnTo>
                <a:close/>
                <a:lnTo>
                  <a:pt x="439615" y="224043"/>
                </a:lnTo>
                <a:close/>
                <a:lnTo>
                  <a:pt x="443438" y="222699"/>
                </a:lnTo>
                <a:close/>
                <a:lnTo>
                  <a:pt x="447261" y="221355"/>
                </a:lnTo>
                <a:close/>
                <a:lnTo>
                  <a:pt x="451084" y="220011"/>
                </a:lnTo>
                <a:close/>
                <a:lnTo>
                  <a:pt x="454906" y="218664"/>
                </a:lnTo>
                <a:close/>
                <a:lnTo>
                  <a:pt x="458729" y="217317"/>
                </a:lnTo>
                <a:close/>
                <a:lnTo>
                  <a:pt x="462552" y="215968"/>
                </a:lnTo>
                <a:close/>
                <a:lnTo>
                  <a:pt x="466375" y="214623"/>
                </a:lnTo>
                <a:close/>
                <a:lnTo>
                  <a:pt x="470197" y="213285"/>
                </a:lnTo>
                <a:close/>
                <a:lnTo>
                  <a:pt x="474020" y="211954"/>
                </a:lnTo>
                <a:close/>
                <a:lnTo>
                  <a:pt x="477843" y="210626"/>
                </a:lnTo>
                <a:close/>
                <a:lnTo>
                  <a:pt x="481666" y="209296"/>
                </a:lnTo>
                <a:close/>
                <a:lnTo>
                  <a:pt x="485488" y="207963"/>
                </a:lnTo>
                <a:close/>
                <a:lnTo>
                  <a:pt x="489311" y="206633"/>
                </a:lnTo>
                <a:close/>
                <a:lnTo>
                  <a:pt x="493134" y="205309"/>
                </a:lnTo>
                <a:close/>
                <a:lnTo>
                  <a:pt x="496957" y="203993"/>
                </a:lnTo>
                <a:close/>
                <a:lnTo>
                  <a:pt x="500779" y="202680"/>
                </a:lnTo>
                <a:close/>
                <a:lnTo>
                  <a:pt x="504602" y="201368"/>
                </a:lnTo>
                <a:close/>
                <a:lnTo>
                  <a:pt x="508425" y="200054"/>
                </a:lnTo>
                <a:close/>
                <a:lnTo>
                  <a:pt x="512247" y="198738"/>
                </a:lnTo>
                <a:close/>
                <a:lnTo>
                  <a:pt x="516070" y="197420"/>
                </a:lnTo>
                <a:close/>
                <a:lnTo>
                  <a:pt x="519893" y="196103"/>
                </a:lnTo>
                <a:close/>
                <a:lnTo>
                  <a:pt x="523716" y="194789"/>
                </a:lnTo>
                <a:close/>
                <a:lnTo>
                  <a:pt x="527538" y="193481"/>
                </a:lnTo>
                <a:close/>
                <a:lnTo>
                  <a:pt x="531361" y="192180"/>
                </a:lnTo>
                <a:close/>
                <a:lnTo>
                  <a:pt x="535184" y="190883"/>
                </a:lnTo>
                <a:close/>
                <a:lnTo>
                  <a:pt x="539007" y="189585"/>
                </a:lnTo>
                <a:close/>
                <a:lnTo>
                  <a:pt x="542829" y="188287"/>
                </a:lnTo>
                <a:close/>
                <a:lnTo>
                  <a:pt x="546652" y="186986"/>
                </a:lnTo>
                <a:close/>
                <a:lnTo>
                  <a:pt x="550475" y="185684"/>
                </a:lnTo>
                <a:close/>
                <a:lnTo>
                  <a:pt x="554298" y="184382"/>
                </a:lnTo>
                <a:close/>
                <a:lnTo>
                  <a:pt x="558120" y="183083"/>
                </a:lnTo>
                <a:close/>
                <a:lnTo>
                  <a:pt x="561943" y="181791"/>
                </a:lnTo>
                <a:close/>
                <a:lnTo>
                  <a:pt x="565766" y="180505"/>
                </a:lnTo>
                <a:close/>
                <a:lnTo>
                  <a:pt x="569589" y="179223"/>
                </a:lnTo>
                <a:close/>
                <a:lnTo>
                  <a:pt x="573411" y="177941"/>
                </a:lnTo>
                <a:close/>
                <a:lnTo>
                  <a:pt x="577234" y="176658"/>
                </a:lnTo>
                <a:close/>
                <a:lnTo>
                  <a:pt x="581057" y="175372"/>
                </a:lnTo>
                <a:close/>
                <a:lnTo>
                  <a:pt x="584880" y="174085"/>
                </a:lnTo>
                <a:close/>
                <a:lnTo>
                  <a:pt x="588702" y="172799"/>
                </a:lnTo>
                <a:close/>
                <a:lnTo>
                  <a:pt x="592525" y="171515"/>
                </a:lnTo>
                <a:close/>
                <a:lnTo>
                  <a:pt x="596348" y="170239"/>
                </a:lnTo>
                <a:close/>
                <a:lnTo>
                  <a:pt x="600171" y="168969"/>
                </a:lnTo>
                <a:close/>
                <a:lnTo>
                  <a:pt x="603993" y="167702"/>
                </a:lnTo>
                <a:close/>
                <a:lnTo>
                  <a:pt x="607816" y="166435"/>
                </a:lnTo>
                <a:close/>
                <a:lnTo>
                  <a:pt x="611639" y="165167"/>
                </a:lnTo>
                <a:close/>
                <a:lnTo>
                  <a:pt x="615462" y="163897"/>
                </a:lnTo>
                <a:close/>
                <a:lnTo>
                  <a:pt x="619284" y="162625"/>
                </a:lnTo>
                <a:close/>
                <a:lnTo>
                  <a:pt x="623107" y="161354"/>
                </a:lnTo>
                <a:close/>
                <a:lnTo>
                  <a:pt x="626930" y="160086"/>
                </a:lnTo>
                <a:close/>
                <a:lnTo>
                  <a:pt x="630753" y="158825"/>
                </a:lnTo>
                <a:close/>
                <a:lnTo>
                  <a:pt x="634575" y="157570"/>
                </a:lnTo>
                <a:close/>
                <a:lnTo>
                  <a:pt x="638398" y="156319"/>
                </a:lnTo>
                <a:close/>
                <a:lnTo>
                  <a:pt x="642221" y="155067"/>
                </a:lnTo>
                <a:close/>
                <a:lnTo>
                  <a:pt x="646043" y="153813"/>
                </a:lnTo>
                <a:close/>
                <a:lnTo>
                  <a:pt x="649866" y="152558"/>
                </a:lnTo>
                <a:close/>
                <a:lnTo>
                  <a:pt x="653689" y="151305"/>
                </a:lnTo>
                <a:close/>
                <a:lnTo>
                  <a:pt x="657512" y="150051"/>
                </a:lnTo>
                <a:close/>
                <a:lnTo>
                  <a:pt x="661334" y="148797"/>
                </a:lnTo>
                <a:close/>
                <a:lnTo>
                  <a:pt x="665157" y="147541"/>
                </a:lnTo>
                <a:close/>
                <a:lnTo>
                  <a:pt x="668980" y="146285"/>
                </a:lnTo>
                <a:close/>
                <a:lnTo>
                  <a:pt x="672803" y="145033"/>
                </a:lnTo>
                <a:close/>
                <a:lnTo>
                  <a:pt x="676625" y="143787"/>
                </a:lnTo>
                <a:close/>
                <a:lnTo>
                  <a:pt x="680448" y="142548"/>
                </a:lnTo>
                <a:close/>
                <a:lnTo>
                  <a:pt x="684271" y="141312"/>
                </a:lnTo>
                <a:close/>
                <a:lnTo>
                  <a:pt x="688094" y="140076"/>
                </a:lnTo>
                <a:close/>
                <a:lnTo>
                  <a:pt x="691916" y="138838"/>
                </a:lnTo>
                <a:close/>
                <a:lnTo>
                  <a:pt x="695739" y="137599"/>
                </a:lnTo>
                <a:close/>
                <a:lnTo>
                  <a:pt x="699562" y="136357"/>
                </a:lnTo>
                <a:close/>
                <a:lnTo>
                  <a:pt x="703385" y="135115"/>
                </a:lnTo>
                <a:close/>
                <a:lnTo>
                  <a:pt x="707207" y="133879"/>
                </a:lnTo>
                <a:close/>
                <a:lnTo>
                  <a:pt x="711030" y="132651"/>
                </a:lnTo>
                <a:close/>
                <a:lnTo>
                  <a:pt x="714853" y="131430"/>
                </a:lnTo>
                <a:close/>
                <a:lnTo>
                  <a:pt x="718676" y="130208"/>
                </a:lnTo>
                <a:close/>
                <a:lnTo>
                  <a:pt x="722498" y="128976"/>
                </a:lnTo>
                <a:close/>
                <a:lnTo>
                  <a:pt x="726321" y="127736"/>
                </a:lnTo>
                <a:close/>
                <a:lnTo>
                  <a:pt x="730144" y="126496"/>
                </a:lnTo>
                <a:close/>
                <a:lnTo>
                  <a:pt x="733967" y="125261"/>
                </a:lnTo>
                <a:close/>
                <a:lnTo>
                  <a:pt x="737789" y="124034"/>
                </a:lnTo>
                <a:close/>
                <a:lnTo>
                  <a:pt x="741612" y="122817"/>
                </a:lnTo>
                <a:close/>
                <a:lnTo>
                  <a:pt x="745435" y="121607"/>
                </a:lnTo>
                <a:close/>
                <a:lnTo>
                  <a:pt x="749258" y="120402"/>
                </a:lnTo>
                <a:close/>
                <a:lnTo>
                  <a:pt x="753080" y="119194"/>
                </a:lnTo>
                <a:close/>
                <a:lnTo>
                  <a:pt x="756903" y="117976"/>
                </a:lnTo>
                <a:close/>
                <a:lnTo>
                  <a:pt x="760726" y="116750"/>
                </a:lnTo>
                <a:close/>
                <a:lnTo>
                  <a:pt x="764548" y="115526"/>
                </a:lnTo>
                <a:close/>
                <a:lnTo>
                  <a:pt x="768371" y="114309"/>
                </a:lnTo>
                <a:close/>
                <a:lnTo>
                  <a:pt x="772194" y="113101"/>
                </a:lnTo>
                <a:close/>
                <a:lnTo>
                  <a:pt x="776017" y="111897"/>
                </a:lnTo>
                <a:close/>
                <a:lnTo>
                  <a:pt x="779839" y="110692"/>
                </a:lnTo>
                <a:close/>
                <a:lnTo>
                  <a:pt x="783662" y="109484"/>
                </a:lnTo>
                <a:close/>
                <a:lnTo>
                  <a:pt x="787485" y="108275"/>
                </a:lnTo>
                <a:close/>
                <a:lnTo>
                  <a:pt x="791308" y="107063"/>
                </a:lnTo>
                <a:close/>
                <a:lnTo>
                  <a:pt x="795130" y="105852"/>
                </a:lnTo>
                <a:close/>
                <a:lnTo>
                  <a:pt x="798953" y="104647"/>
                </a:lnTo>
                <a:close/>
                <a:lnTo>
                  <a:pt x="802776" y="103452"/>
                </a:lnTo>
                <a:close/>
                <a:lnTo>
                  <a:pt x="806599" y="102262"/>
                </a:lnTo>
                <a:close/>
                <a:lnTo>
                  <a:pt x="810421" y="101069"/>
                </a:lnTo>
                <a:close/>
                <a:lnTo>
                  <a:pt x="814244" y="99866"/>
                </a:lnTo>
                <a:close/>
                <a:lnTo>
                  <a:pt x="818067" y="98656"/>
                </a:lnTo>
                <a:close/>
                <a:lnTo>
                  <a:pt x="821890" y="97447"/>
                </a:lnTo>
                <a:close/>
                <a:lnTo>
                  <a:pt x="825712" y="96246"/>
                </a:lnTo>
                <a:close/>
                <a:lnTo>
                  <a:pt x="829535" y="95053"/>
                </a:lnTo>
                <a:close/>
                <a:lnTo>
                  <a:pt x="833358" y="93864"/>
                </a:lnTo>
                <a:close/>
                <a:lnTo>
                  <a:pt x="837181" y="92674"/>
                </a:lnTo>
                <a:close/>
                <a:lnTo>
                  <a:pt x="841003" y="91482"/>
                </a:lnTo>
                <a:close/>
                <a:lnTo>
                  <a:pt x="844826" y="90288"/>
                </a:lnTo>
                <a:close/>
                <a:lnTo>
                  <a:pt x="848649" y="89092"/>
                </a:lnTo>
                <a:close/>
                <a:lnTo>
                  <a:pt x="852472" y="87896"/>
                </a:lnTo>
                <a:close/>
                <a:lnTo>
                  <a:pt x="856294" y="86707"/>
                </a:lnTo>
                <a:close/>
                <a:lnTo>
                  <a:pt x="860117" y="85527"/>
                </a:lnTo>
                <a:close/>
                <a:lnTo>
                  <a:pt x="863940" y="84352"/>
                </a:lnTo>
                <a:close/>
                <a:lnTo>
                  <a:pt x="867763" y="83175"/>
                </a:lnTo>
                <a:close/>
                <a:lnTo>
                  <a:pt x="871585" y="81986"/>
                </a:lnTo>
                <a:close/>
                <a:lnTo>
                  <a:pt x="875408" y="80791"/>
                </a:lnTo>
                <a:close/>
                <a:lnTo>
                  <a:pt x="879231" y="79598"/>
                </a:lnTo>
                <a:close/>
                <a:lnTo>
                  <a:pt x="883054" y="78413"/>
                </a:lnTo>
                <a:close/>
                <a:lnTo>
                  <a:pt x="886876" y="77236"/>
                </a:lnTo>
                <a:close/>
                <a:lnTo>
                  <a:pt x="890699" y="76062"/>
                </a:lnTo>
                <a:close/>
                <a:lnTo>
                  <a:pt x="894522" y="74887"/>
                </a:lnTo>
                <a:close/>
                <a:lnTo>
                  <a:pt x="898344" y="73709"/>
                </a:lnTo>
                <a:close/>
                <a:lnTo>
                  <a:pt x="902167" y="72531"/>
                </a:lnTo>
                <a:close/>
                <a:lnTo>
                  <a:pt x="905990" y="71354"/>
                </a:lnTo>
                <a:close/>
                <a:lnTo>
                  <a:pt x="909813" y="70177"/>
                </a:lnTo>
                <a:close/>
                <a:lnTo>
                  <a:pt x="913635" y="68999"/>
                </a:lnTo>
                <a:close/>
                <a:lnTo>
                  <a:pt x="917458" y="67818"/>
                </a:lnTo>
                <a:close/>
                <a:lnTo>
                  <a:pt x="921281" y="66639"/>
                </a:lnTo>
                <a:close/>
                <a:lnTo>
                  <a:pt x="925104" y="65465"/>
                </a:lnTo>
                <a:close/>
                <a:lnTo>
                  <a:pt x="928926" y="64300"/>
                </a:lnTo>
                <a:close/>
                <a:lnTo>
                  <a:pt x="932749" y="63141"/>
                </a:lnTo>
                <a:close/>
                <a:lnTo>
                  <a:pt x="936572" y="61978"/>
                </a:lnTo>
                <a:close/>
                <a:lnTo>
                  <a:pt x="940395" y="60805"/>
                </a:lnTo>
                <a:close/>
                <a:lnTo>
                  <a:pt x="944217" y="59625"/>
                </a:lnTo>
                <a:close/>
                <a:lnTo>
                  <a:pt x="948040" y="58447"/>
                </a:lnTo>
                <a:close/>
                <a:lnTo>
                  <a:pt x="951863" y="57278"/>
                </a:lnTo>
                <a:close/>
                <a:lnTo>
                  <a:pt x="955686" y="56117"/>
                </a:lnTo>
                <a:close/>
                <a:lnTo>
                  <a:pt x="959508" y="54958"/>
                </a:lnTo>
                <a:close/>
                <a:lnTo>
                  <a:pt x="963331" y="53798"/>
                </a:lnTo>
                <a:close/>
                <a:lnTo>
                  <a:pt x="967154" y="52635"/>
                </a:lnTo>
                <a:close/>
                <a:lnTo>
                  <a:pt x="970977" y="51472"/>
                </a:lnTo>
                <a:close/>
                <a:lnTo>
                  <a:pt x="974799" y="50311"/>
                </a:lnTo>
                <a:close/>
                <a:lnTo>
                  <a:pt x="978622" y="49149"/>
                </a:lnTo>
                <a:close/>
                <a:lnTo>
                  <a:pt x="982445" y="47986"/>
                </a:lnTo>
                <a:close/>
                <a:lnTo>
                  <a:pt x="986268" y="46821"/>
                </a:lnTo>
                <a:close/>
                <a:lnTo>
                  <a:pt x="990090" y="45657"/>
                </a:lnTo>
                <a:close/>
                <a:lnTo>
                  <a:pt x="993913" y="44498"/>
                </a:lnTo>
                <a:close/>
                <a:lnTo>
                  <a:pt x="997736" y="43350"/>
                </a:lnTo>
                <a:close/>
                <a:lnTo>
                  <a:pt x="1001559" y="42206"/>
                </a:lnTo>
                <a:close/>
                <a:lnTo>
                  <a:pt x="1005381" y="41058"/>
                </a:lnTo>
                <a:close/>
                <a:lnTo>
                  <a:pt x="1009204" y="39899"/>
                </a:lnTo>
                <a:close/>
                <a:lnTo>
                  <a:pt x="1013027" y="38734"/>
                </a:lnTo>
                <a:close/>
                <a:lnTo>
                  <a:pt x="1016849" y="37572"/>
                </a:lnTo>
                <a:close/>
                <a:lnTo>
                  <a:pt x="1020672" y="36419"/>
                </a:lnTo>
                <a:close/>
                <a:lnTo>
                  <a:pt x="1024495" y="35274"/>
                </a:lnTo>
                <a:close/>
                <a:lnTo>
                  <a:pt x="1028318" y="34130"/>
                </a:lnTo>
                <a:close/>
                <a:lnTo>
                  <a:pt x="1032140" y="32985"/>
                </a:lnTo>
                <a:close/>
                <a:lnTo>
                  <a:pt x="1035963" y="31837"/>
                </a:lnTo>
                <a:close/>
                <a:lnTo>
                  <a:pt x="1039786" y="30690"/>
                </a:lnTo>
                <a:close/>
                <a:lnTo>
                  <a:pt x="1043609" y="29544"/>
                </a:lnTo>
                <a:close/>
                <a:lnTo>
                  <a:pt x="1047431" y="28397"/>
                </a:lnTo>
                <a:close/>
                <a:lnTo>
                  <a:pt x="1051254" y="27250"/>
                </a:lnTo>
                <a:close/>
                <a:lnTo>
                  <a:pt x="1055077" y="26100"/>
                </a:lnTo>
                <a:close/>
                <a:lnTo>
                  <a:pt x="1058900" y="24951"/>
                </a:lnTo>
                <a:close/>
                <a:lnTo>
                  <a:pt x="1062722" y="23808"/>
                </a:lnTo>
                <a:close/>
                <a:lnTo>
                  <a:pt x="1066545" y="22676"/>
                </a:lnTo>
                <a:close/>
                <a:lnTo>
                  <a:pt x="1070368" y="21547"/>
                </a:lnTo>
                <a:close/>
                <a:lnTo>
                  <a:pt x="1074191" y="20414"/>
                </a:lnTo>
                <a:close/>
                <a:lnTo>
                  <a:pt x="1078013" y="19270"/>
                </a:lnTo>
                <a:close/>
                <a:lnTo>
                  <a:pt x="1081836" y="18120"/>
                </a:lnTo>
                <a:close/>
                <a:lnTo>
                  <a:pt x="1085659" y="16974"/>
                </a:lnTo>
                <a:close/>
                <a:lnTo>
                  <a:pt x="1089482" y="15836"/>
                </a:lnTo>
                <a:close/>
                <a:lnTo>
                  <a:pt x="1093304" y="14706"/>
                </a:lnTo>
                <a:close/>
                <a:lnTo>
                  <a:pt x="1097127" y="13578"/>
                </a:lnTo>
                <a:close/>
                <a:lnTo>
                  <a:pt x="1100950" y="12448"/>
                </a:lnTo>
                <a:close/>
                <a:lnTo>
                  <a:pt x="1104773" y="11316"/>
                </a:lnTo>
                <a:close/>
                <a:lnTo>
                  <a:pt x="1108595" y="10184"/>
                </a:lnTo>
                <a:close/>
                <a:lnTo>
                  <a:pt x="1112418" y="9052"/>
                </a:lnTo>
                <a:close/>
                <a:lnTo>
                  <a:pt x="1116241" y="7921"/>
                </a:lnTo>
                <a:close/>
                <a:lnTo>
                  <a:pt x="1120064" y="6789"/>
                </a:lnTo>
                <a:close/>
                <a:lnTo>
                  <a:pt x="1123886" y="5658"/>
                </a:lnTo>
                <a:close/>
                <a:lnTo>
                  <a:pt x="1127709" y="4526"/>
                </a:lnTo>
                <a:close/>
                <a:lnTo>
                  <a:pt x="1131532" y="3395"/>
                </a:lnTo>
                <a:close/>
                <a:lnTo>
                  <a:pt x="1135355" y="2263"/>
                </a:lnTo>
                <a:close/>
                <a:lnTo>
                  <a:pt x="1139177" y="1132"/>
                </a:lnTo>
                <a:close/>
                <a:lnTo>
                  <a:pt x="1143000" y="0"/>
                </a:lnTo>
                <a:close/>
              </a:path>
            </a:pathLst>
          </a:custGeom>
          <a:ln w="317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715000" y="759226"/>
            <a:ext cx="1143000" cy="1035290"/>
          </a:xfrm>
          <a:custGeom>
            <a:avLst/>
            <a:gdLst/>
            <a:ahLst/>
            <a:cxnLst/>
            <a:rect l="l" t="t" r="r" b="b"/>
            <a:pathLst>
              <a:path w="1143000" h="1035290">
                <a:moveTo>
                  <a:pt x="0" y="1035284"/>
                </a:moveTo>
                <a:lnTo>
                  <a:pt x="3823" y="1035290"/>
                </a:lnTo>
                <a:close/>
                <a:lnTo>
                  <a:pt x="7645" y="1035275"/>
                </a:lnTo>
                <a:close/>
                <a:lnTo>
                  <a:pt x="11468" y="1035238"/>
                </a:lnTo>
                <a:close/>
                <a:lnTo>
                  <a:pt x="15291" y="1035175"/>
                </a:lnTo>
                <a:close/>
                <a:lnTo>
                  <a:pt x="19114" y="1035084"/>
                </a:lnTo>
                <a:close/>
                <a:lnTo>
                  <a:pt x="22936" y="1034961"/>
                </a:lnTo>
                <a:close/>
                <a:lnTo>
                  <a:pt x="26759" y="1034806"/>
                </a:lnTo>
                <a:close/>
                <a:lnTo>
                  <a:pt x="30582" y="1034621"/>
                </a:lnTo>
                <a:close/>
                <a:lnTo>
                  <a:pt x="34405" y="1034409"/>
                </a:lnTo>
                <a:close/>
                <a:lnTo>
                  <a:pt x="38227" y="1034172"/>
                </a:lnTo>
                <a:close/>
                <a:lnTo>
                  <a:pt x="42050" y="1033912"/>
                </a:lnTo>
                <a:close/>
                <a:lnTo>
                  <a:pt x="45873" y="1033626"/>
                </a:lnTo>
                <a:close/>
                <a:lnTo>
                  <a:pt x="49696" y="1033315"/>
                </a:lnTo>
                <a:close/>
                <a:lnTo>
                  <a:pt x="53518" y="1032978"/>
                </a:lnTo>
                <a:close/>
                <a:lnTo>
                  <a:pt x="57341" y="1032613"/>
                </a:lnTo>
                <a:close/>
                <a:lnTo>
                  <a:pt x="61164" y="1032221"/>
                </a:lnTo>
                <a:close/>
                <a:lnTo>
                  <a:pt x="64987" y="1031805"/>
                </a:lnTo>
                <a:close/>
                <a:lnTo>
                  <a:pt x="68809" y="1031371"/>
                </a:lnTo>
                <a:close/>
                <a:lnTo>
                  <a:pt x="72632" y="1030921"/>
                </a:lnTo>
                <a:close/>
                <a:lnTo>
                  <a:pt x="76455" y="1030448"/>
                </a:lnTo>
                <a:close/>
                <a:lnTo>
                  <a:pt x="80278" y="1029944"/>
                </a:lnTo>
                <a:close/>
                <a:lnTo>
                  <a:pt x="84100" y="1029404"/>
                </a:lnTo>
                <a:close/>
                <a:lnTo>
                  <a:pt x="87923" y="1028834"/>
                </a:lnTo>
                <a:close/>
                <a:lnTo>
                  <a:pt x="91746" y="1028241"/>
                </a:lnTo>
                <a:close/>
                <a:lnTo>
                  <a:pt x="95569" y="1027630"/>
                </a:lnTo>
                <a:close/>
                <a:lnTo>
                  <a:pt x="99391" y="1027002"/>
                </a:lnTo>
                <a:close/>
                <a:lnTo>
                  <a:pt x="103214" y="1026355"/>
                </a:lnTo>
                <a:close/>
                <a:lnTo>
                  <a:pt x="107037" y="1025688"/>
                </a:lnTo>
                <a:close/>
                <a:lnTo>
                  <a:pt x="110860" y="1024999"/>
                </a:lnTo>
                <a:close/>
                <a:lnTo>
                  <a:pt x="114682" y="1024284"/>
                </a:lnTo>
                <a:close/>
                <a:lnTo>
                  <a:pt x="118505" y="1023544"/>
                </a:lnTo>
                <a:close/>
                <a:lnTo>
                  <a:pt x="122328" y="1022776"/>
                </a:lnTo>
                <a:close/>
                <a:lnTo>
                  <a:pt x="126151" y="1021982"/>
                </a:lnTo>
                <a:close/>
                <a:lnTo>
                  <a:pt x="129973" y="1021162"/>
                </a:lnTo>
                <a:close/>
                <a:lnTo>
                  <a:pt x="133796" y="1020317"/>
                </a:lnTo>
                <a:close/>
                <a:lnTo>
                  <a:pt x="137619" y="1019451"/>
                </a:lnTo>
                <a:close/>
                <a:lnTo>
                  <a:pt x="141441" y="1018566"/>
                </a:lnTo>
                <a:close/>
                <a:lnTo>
                  <a:pt x="145264" y="1017661"/>
                </a:lnTo>
                <a:close/>
                <a:lnTo>
                  <a:pt x="149087" y="1016738"/>
                </a:lnTo>
                <a:close/>
                <a:lnTo>
                  <a:pt x="152910" y="1015794"/>
                </a:lnTo>
                <a:close/>
                <a:lnTo>
                  <a:pt x="156732" y="1014828"/>
                </a:lnTo>
                <a:close/>
                <a:lnTo>
                  <a:pt x="160555" y="1013838"/>
                </a:lnTo>
                <a:close/>
                <a:lnTo>
                  <a:pt x="164378" y="1012822"/>
                </a:lnTo>
                <a:close/>
                <a:lnTo>
                  <a:pt x="168201" y="1011778"/>
                </a:lnTo>
                <a:close/>
                <a:lnTo>
                  <a:pt x="172023" y="1010707"/>
                </a:lnTo>
                <a:close/>
                <a:lnTo>
                  <a:pt x="175846" y="1009609"/>
                </a:lnTo>
                <a:close/>
                <a:lnTo>
                  <a:pt x="179669" y="1008489"/>
                </a:lnTo>
                <a:close/>
                <a:lnTo>
                  <a:pt x="183492" y="1007348"/>
                </a:lnTo>
                <a:close/>
                <a:lnTo>
                  <a:pt x="187314" y="1006190"/>
                </a:lnTo>
                <a:close/>
                <a:lnTo>
                  <a:pt x="191137" y="1005011"/>
                </a:lnTo>
                <a:close/>
                <a:lnTo>
                  <a:pt x="194960" y="1003804"/>
                </a:lnTo>
                <a:close/>
                <a:lnTo>
                  <a:pt x="198783" y="1002570"/>
                </a:lnTo>
                <a:close/>
                <a:lnTo>
                  <a:pt x="202605" y="1001310"/>
                </a:lnTo>
                <a:close/>
                <a:lnTo>
                  <a:pt x="206428" y="1000031"/>
                </a:lnTo>
                <a:close/>
                <a:lnTo>
                  <a:pt x="210251" y="998735"/>
                </a:lnTo>
                <a:close/>
                <a:lnTo>
                  <a:pt x="214074" y="997417"/>
                </a:lnTo>
                <a:close/>
                <a:lnTo>
                  <a:pt x="217896" y="996073"/>
                </a:lnTo>
                <a:close/>
                <a:lnTo>
                  <a:pt x="221719" y="994700"/>
                </a:lnTo>
                <a:close/>
                <a:lnTo>
                  <a:pt x="225542" y="993303"/>
                </a:lnTo>
                <a:close/>
                <a:lnTo>
                  <a:pt x="229365" y="991885"/>
                </a:lnTo>
                <a:close/>
                <a:lnTo>
                  <a:pt x="233187" y="990450"/>
                </a:lnTo>
                <a:close/>
                <a:lnTo>
                  <a:pt x="237010" y="988994"/>
                </a:lnTo>
                <a:close/>
                <a:lnTo>
                  <a:pt x="240833" y="987513"/>
                </a:lnTo>
                <a:close/>
                <a:lnTo>
                  <a:pt x="244656" y="986006"/>
                </a:lnTo>
                <a:close/>
                <a:lnTo>
                  <a:pt x="248478" y="984471"/>
                </a:lnTo>
                <a:close/>
                <a:lnTo>
                  <a:pt x="252301" y="982909"/>
                </a:lnTo>
                <a:close/>
                <a:lnTo>
                  <a:pt x="256124" y="981321"/>
                </a:lnTo>
                <a:close/>
                <a:lnTo>
                  <a:pt x="259946" y="979709"/>
                </a:lnTo>
                <a:close/>
                <a:lnTo>
                  <a:pt x="263769" y="978077"/>
                </a:lnTo>
                <a:close/>
                <a:lnTo>
                  <a:pt x="267592" y="976424"/>
                </a:lnTo>
                <a:close/>
                <a:lnTo>
                  <a:pt x="271415" y="974753"/>
                </a:lnTo>
                <a:close/>
                <a:lnTo>
                  <a:pt x="275237" y="973063"/>
                </a:lnTo>
                <a:close/>
                <a:lnTo>
                  <a:pt x="279060" y="971354"/>
                </a:lnTo>
                <a:close/>
                <a:lnTo>
                  <a:pt x="282883" y="969621"/>
                </a:lnTo>
                <a:close/>
                <a:lnTo>
                  <a:pt x="286706" y="967862"/>
                </a:lnTo>
                <a:close/>
                <a:lnTo>
                  <a:pt x="290528" y="966074"/>
                </a:lnTo>
                <a:close/>
                <a:lnTo>
                  <a:pt x="294351" y="964262"/>
                </a:lnTo>
                <a:close/>
                <a:lnTo>
                  <a:pt x="298174" y="962432"/>
                </a:lnTo>
                <a:close/>
                <a:lnTo>
                  <a:pt x="301997" y="960583"/>
                </a:lnTo>
                <a:close/>
                <a:lnTo>
                  <a:pt x="305819" y="958713"/>
                </a:lnTo>
                <a:close/>
                <a:lnTo>
                  <a:pt x="309642" y="956816"/>
                </a:lnTo>
                <a:close/>
                <a:lnTo>
                  <a:pt x="313465" y="954891"/>
                </a:lnTo>
                <a:close/>
                <a:lnTo>
                  <a:pt x="317288" y="952941"/>
                </a:lnTo>
                <a:close/>
                <a:lnTo>
                  <a:pt x="321110" y="950972"/>
                </a:lnTo>
                <a:close/>
                <a:lnTo>
                  <a:pt x="324933" y="948985"/>
                </a:lnTo>
                <a:close/>
                <a:lnTo>
                  <a:pt x="328756" y="946977"/>
                </a:lnTo>
                <a:close/>
                <a:lnTo>
                  <a:pt x="332579" y="944943"/>
                </a:lnTo>
                <a:close/>
                <a:lnTo>
                  <a:pt x="336401" y="942880"/>
                </a:lnTo>
                <a:close/>
                <a:lnTo>
                  <a:pt x="340224" y="940792"/>
                </a:lnTo>
                <a:close/>
                <a:lnTo>
                  <a:pt x="344047" y="938683"/>
                </a:lnTo>
                <a:close/>
                <a:lnTo>
                  <a:pt x="347870" y="936555"/>
                </a:lnTo>
                <a:close/>
                <a:lnTo>
                  <a:pt x="351692" y="934409"/>
                </a:lnTo>
                <a:close/>
                <a:lnTo>
                  <a:pt x="355515" y="932244"/>
                </a:lnTo>
                <a:close/>
                <a:lnTo>
                  <a:pt x="359338" y="930059"/>
                </a:lnTo>
                <a:close/>
                <a:lnTo>
                  <a:pt x="363161" y="927850"/>
                </a:lnTo>
                <a:close/>
                <a:lnTo>
                  <a:pt x="366983" y="925615"/>
                </a:lnTo>
                <a:close/>
                <a:lnTo>
                  <a:pt x="370806" y="923351"/>
                </a:lnTo>
                <a:close/>
                <a:lnTo>
                  <a:pt x="374629" y="921064"/>
                </a:lnTo>
                <a:close/>
                <a:lnTo>
                  <a:pt x="378452" y="918758"/>
                </a:lnTo>
                <a:close/>
                <a:lnTo>
                  <a:pt x="382274" y="916433"/>
                </a:lnTo>
                <a:close/>
                <a:lnTo>
                  <a:pt x="386097" y="914088"/>
                </a:lnTo>
                <a:close/>
                <a:lnTo>
                  <a:pt x="389920" y="911717"/>
                </a:lnTo>
                <a:close/>
                <a:lnTo>
                  <a:pt x="393742" y="909319"/>
                </a:lnTo>
                <a:close/>
                <a:lnTo>
                  <a:pt x="397565" y="906893"/>
                </a:lnTo>
                <a:close/>
                <a:lnTo>
                  <a:pt x="401388" y="904440"/>
                </a:lnTo>
                <a:close/>
                <a:lnTo>
                  <a:pt x="405211" y="901962"/>
                </a:lnTo>
                <a:close/>
                <a:lnTo>
                  <a:pt x="409033" y="899460"/>
                </a:lnTo>
                <a:close/>
                <a:lnTo>
                  <a:pt x="412856" y="896941"/>
                </a:lnTo>
                <a:close/>
                <a:lnTo>
                  <a:pt x="416679" y="894402"/>
                </a:lnTo>
                <a:close/>
                <a:lnTo>
                  <a:pt x="420502" y="891842"/>
                </a:lnTo>
                <a:close/>
                <a:lnTo>
                  <a:pt x="424324" y="889253"/>
                </a:lnTo>
                <a:close/>
                <a:lnTo>
                  <a:pt x="428147" y="886637"/>
                </a:lnTo>
                <a:close/>
                <a:lnTo>
                  <a:pt x="431970" y="883997"/>
                </a:lnTo>
                <a:close/>
                <a:lnTo>
                  <a:pt x="435793" y="881338"/>
                </a:lnTo>
                <a:close/>
                <a:lnTo>
                  <a:pt x="439615" y="878662"/>
                </a:lnTo>
                <a:close/>
                <a:lnTo>
                  <a:pt x="443438" y="875963"/>
                </a:lnTo>
                <a:close/>
                <a:lnTo>
                  <a:pt x="447261" y="873237"/>
                </a:lnTo>
                <a:close/>
                <a:lnTo>
                  <a:pt x="451084" y="870483"/>
                </a:lnTo>
                <a:close/>
                <a:lnTo>
                  <a:pt x="454906" y="867705"/>
                </a:lnTo>
                <a:close/>
                <a:lnTo>
                  <a:pt x="458729" y="864908"/>
                </a:lnTo>
                <a:close/>
                <a:lnTo>
                  <a:pt x="462552" y="862093"/>
                </a:lnTo>
                <a:close/>
                <a:lnTo>
                  <a:pt x="466375" y="859256"/>
                </a:lnTo>
                <a:close/>
                <a:lnTo>
                  <a:pt x="470197" y="856393"/>
                </a:lnTo>
                <a:close/>
                <a:lnTo>
                  <a:pt x="474020" y="853503"/>
                </a:lnTo>
                <a:close/>
                <a:lnTo>
                  <a:pt x="477843" y="850587"/>
                </a:lnTo>
                <a:close/>
                <a:lnTo>
                  <a:pt x="481666" y="847645"/>
                </a:lnTo>
                <a:close/>
                <a:lnTo>
                  <a:pt x="485488" y="844679"/>
                </a:lnTo>
                <a:close/>
                <a:lnTo>
                  <a:pt x="489311" y="841686"/>
                </a:lnTo>
                <a:close/>
                <a:lnTo>
                  <a:pt x="493134" y="838666"/>
                </a:lnTo>
                <a:close/>
                <a:lnTo>
                  <a:pt x="496957" y="835620"/>
                </a:lnTo>
                <a:close/>
                <a:lnTo>
                  <a:pt x="500779" y="832551"/>
                </a:lnTo>
                <a:close/>
                <a:lnTo>
                  <a:pt x="504602" y="829463"/>
                </a:lnTo>
                <a:close/>
                <a:lnTo>
                  <a:pt x="508425" y="826357"/>
                </a:lnTo>
                <a:close/>
                <a:lnTo>
                  <a:pt x="512247" y="823228"/>
                </a:lnTo>
                <a:close/>
                <a:lnTo>
                  <a:pt x="516070" y="820075"/>
                </a:lnTo>
                <a:close/>
                <a:lnTo>
                  <a:pt x="519893" y="816894"/>
                </a:lnTo>
                <a:close/>
                <a:lnTo>
                  <a:pt x="523716" y="813686"/>
                </a:lnTo>
                <a:close/>
                <a:lnTo>
                  <a:pt x="527538" y="810450"/>
                </a:lnTo>
                <a:close/>
                <a:lnTo>
                  <a:pt x="531361" y="807189"/>
                </a:lnTo>
                <a:close/>
                <a:lnTo>
                  <a:pt x="535184" y="803906"/>
                </a:lnTo>
                <a:close/>
                <a:lnTo>
                  <a:pt x="539007" y="800603"/>
                </a:lnTo>
                <a:close/>
                <a:lnTo>
                  <a:pt x="542829" y="797282"/>
                </a:lnTo>
                <a:close/>
                <a:lnTo>
                  <a:pt x="546652" y="793939"/>
                </a:lnTo>
                <a:close/>
                <a:lnTo>
                  <a:pt x="550475" y="790571"/>
                </a:lnTo>
                <a:close/>
                <a:lnTo>
                  <a:pt x="554298" y="787176"/>
                </a:lnTo>
                <a:close/>
                <a:lnTo>
                  <a:pt x="558120" y="783753"/>
                </a:lnTo>
                <a:close/>
                <a:lnTo>
                  <a:pt x="561943" y="780300"/>
                </a:lnTo>
                <a:close/>
                <a:lnTo>
                  <a:pt x="565766" y="776820"/>
                </a:lnTo>
                <a:close/>
                <a:lnTo>
                  <a:pt x="569589" y="773323"/>
                </a:lnTo>
                <a:close/>
                <a:lnTo>
                  <a:pt x="573411" y="769817"/>
                </a:lnTo>
                <a:close/>
                <a:lnTo>
                  <a:pt x="577234" y="766299"/>
                </a:lnTo>
                <a:close/>
                <a:lnTo>
                  <a:pt x="581057" y="762757"/>
                </a:lnTo>
                <a:close/>
                <a:lnTo>
                  <a:pt x="584880" y="759181"/>
                </a:lnTo>
                <a:close/>
                <a:lnTo>
                  <a:pt x="588702" y="755568"/>
                </a:lnTo>
                <a:close/>
                <a:lnTo>
                  <a:pt x="592525" y="751928"/>
                </a:lnTo>
                <a:close/>
                <a:lnTo>
                  <a:pt x="596348" y="748271"/>
                </a:lnTo>
                <a:close/>
                <a:lnTo>
                  <a:pt x="600171" y="744597"/>
                </a:lnTo>
                <a:close/>
                <a:lnTo>
                  <a:pt x="603993" y="740902"/>
                </a:lnTo>
                <a:close/>
                <a:lnTo>
                  <a:pt x="607816" y="737178"/>
                </a:lnTo>
                <a:close/>
                <a:lnTo>
                  <a:pt x="611639" y="733426"/>
                </a:lnTo>
                <a:close/>
                <a:lnTo>
                  <a:pt x="615462" y="729651"/>
                </a:lnTo>
                <a:close/>
                <a:lnTo>
                  <a:pt x="619284" y="725858"/>
                </a:lnTo>
                <a:close/>
                <a:lnTo>
                  <a:pt x="623107" y="722047"/>
                </a:lnTo>
                <a:close/>
                <a:lnTo>
                  <a:pt x="626930" y="718213"/>
                </a:lnTo>
                <a:close/>
                <a:lnTo>
                  <a:pt x="630753" y="714351"/>
                </a:lnTo>
                <a:close/>
                <a:lnTo>
                  <a:pt x="634575" y="710462"/>
                </a:lnTo>
                <a:close/>
                <a:lnTo>
                  <a:pt x="638398" y="706548"/>
                </a:lnTo>
                <a:close/>
                <a:lnTo>
                  <a:pt x="642221" y="702615"/>
                </a:lnTo>
                <a:close/>
                <a:lnTo>
                  <a:pt x="646043" y="698662"/>
                </a:lnTo>
                <a:close/>
                <a:lnTo>
                  <a:pt x="649866" y="694692"/>
                </a:lnTo>
                <a:close/>
                <a:lnTo>
                  <a:pt x="653689" y="690702"/>
                </a:lnTo>
                <a:close/>
                <a:lnTo>
                  <a:pt x="657512" y="686691"/>
                </a:lnTo>
                <a:close/>
                <a:lnTo>
                  <a:pt x="661334" y="682657"/>
                </a:lnTo>
                <a:close/>
                <a:lnTo>
                  <a:pt x="665157" y="678594"/>
                </a:lnTo>
                <a:close/>
                <a:lnTo>
                  <a:pt x="668980" y="674505"/>
                </a:lnTo>
                <a:close/>
                <a:lnTo>
                  <a:pt x="672803" y="670393"/>
                </a:lnTo>
                <a:close/>
                <a:lnTo>
                  <a:pt x="676625" y="666261"/>
                </a:lnTo>
                <a:close/>
                <a:lnTo>
                  <a:pt x="680448" y="662110"/>
                </a:lnTo>
                <a:close/>
                <a:lnTo>
                  <a:pt x="684271" y="657939"/>
                </a:lnTo>
                <a:close/>
                <a:lnTo>
                  <a:pt x="688094" y="653748"/>
                </a:lnTo>
                <a:close/>
                <a:lnTo>
                  <a:pt x="691916" y="649535"/>
                </a:lnTo>
                <a:close/>
                <a:lnTo>
                  <a:pt x="695739" y="645302"/>
                </a:lnTo>
                <a:close/>
                <a:lnTo>
                  <a:pt x="699562" y="641051"/>
                </a:lnTo>
                <a:close/>
                <a:lnTo>
                  <a:pt x="703385" y="636780"/>
                </a:lnTo>
                <a:close/>
                <a:lnTo>
                  <a:pt x="707207" y="632484"/>
                </a:lnTo>
                <a:close/>
                <a:lnTo>
                  <a:pt x="711030" y="628161"/>
                </a:lnTo>
                <a:close/>
                <a:lnTo>
                  <a:pt x="714853" y="623811"/>
                </a:lnTo>
                <a:close/>
                <a:lnTo>
                  <a:pt x="718676" y="619438"/>
                </a:lnTo>
                <a:close/>
                <a:lnTo>
                  <a:pt x="722498" y="615045"/>
                </a:lnTo>
                <a:close/>
                <a:lnTo>
                  <a:pt x="726321" y="610632"/>
                </a:lnTo>
                <a:close/>
                <a:lnTo>
                  <a:pt x="730144" y="606201"/>
                </a:lnTo>
                <a:close/>
                <a:lnTo>
                  <a:pt x="733967" y="601751"/>
                </a:lnTo>
                <a:close/>
                <a:lnTo>
                  <a:pt x="737789" y="597281"/>
                </a:lnTo>
                <a:close/>
                <a:lnTo>
                  <a:pt x="741612" y="592785"/>
                </a:lnTo>
                <a:close/>
                <a:lnTo>
                  <a:pt x="745435" y="588263"/>
                </a:lnTo>
                <a:close/>
                <a:lnTo>
                  <a:pt x="749258" y="583713"/>
                </a:lnTo>
                <a:close/>
                <a:lnTo>
                  <a:pt x="753080" y="579141"/>
                </a:lnTo>
                <a:close/>
                <a:lnTo>
                  <a:pt x="756903" y="574548"/>
                </a:lnTo>
                <a:close/>
                <a:lnTo>
                  <a:pt x="760726" y="569936"/>
                </a:lnTo>
                <a:close/>
                <a:lnTo>
                  <a:pt x="764548" y="565306"/>
                </a:lnTo>
                <a:close/>
                <a:lnTo>
                  <a:pt x="768371" y="560657"/>
                </a:lnTo>
                <a:close/>
                <a:lnTo>
                  <a:pt x="772194" y="555986"/>
                </a:lnTo>
                <a:close/>
                <a:lnTo>
                  <a:pt x="776017" y="551291"/>
                </a:lnTo>
                <a:close/>
                <a:lnTo>
                  <a:pt x="779839" y="546569"/>
                </a:lnTo>
                <a:close/>
                <a:lnTo>
                  <a:pt x="783662" y="541820"/>
                </a:lnTo>
                <a:close/>
                <a:lnTo>
                  <a:pt x="787485" y="537048"/>
                </a:lnTo>
                <a:close/>
                <a:lnTo>
                  <a:pt x="791308" y="532256"/>
                </a:lnTo>
                <a:close/>
                <a:lnTo>
                  <a:pt x="795130" y="527445"/>
                </a:lnTo>
                <a:close/>
                <a:lnTo>
                  <a:pt x="798953" y="522615"/>
                </a:lnTo>
                <a:close/>
                <a:lnTo>
                  <a:pt x="802776" y="517767"/>
                </a:lnTo>
                <a:close/>
                <a:lnTo>
                  <a:pt x="806599" y="512897"/>
                </a:lnTo>
                <a:close/>
                <a:lnTo>
                  <a:pt x="810421" y="508002"/>
                </a:lnTo>
                <a:close/>
                <a:lnTo>
                  <a:pt x="814244" y="503080"/>
                </a:lnTo>
                <a:close/>
                <a:lnTo>
                  <a:pt x="818067" y="498132"/>
                </a:lnTo>
                <a:close/>
                <a:lnTo>
                  <a:pt x="821890" y="493160"/>
                </a:lnTo>
                <a:close/>
                <a:lnTo>
                  <a:pt x="825712" y="488169"/>
                </a:lnTo>
                <a:close/>
                <a:lnTo>
                  <a:pt x="829535" y="483160"/>
                </a:lnTo>
                <a:close/>
                <a:lnTo>
                  <a:pt x="833358" y="478130"/>
                </a:lnTo>
                <a:close/>
                <a:lnTo>
                  <a:pt x="837181" y="473079"/>
                </a:lnTo>
                <a:close/>
                <a:lnTo>
                  <a:pt x="841003" y="468007"/>
                </a:lnTo>
                <a:close/>
                <a:lnTo>
                  <a:pt x="844826" y="462916"/>
                </a:lnTo>
                <a:close/>
                <a:lnTo>
                  <a:pt x="848649" y="457806"/>
                </a:lnTo>
                <a:close/>
                <a:lnTo>
                  <a:pt x="852472" y="452676"/>
                </a:lnTo>
                <a:close/>
                <a:lnTo>
                  <a:pt x="856294" y="447521"/>
                </a:lnTo>
                <a:close/>
                <a:lnTo>
                  <a:pt x="860117" y="442338"/>
                </a:lnTo>
                <a:close/>
                <a:lnTo>
                  <a:pt x="863940" y="437128"/>
                </a:lnTo>
                <a:close/>
                <a:lnTo>
                  <a:pt x="867763" y="431896"/>
                </a:lnTo>
                <a:close/>
                <a:lnTo>
                  <a:pt x="871585" y="426644"/>
                </a:lnTo>
                <a:close/>
                <a:lnTo>
                  <a:pt x="875408" y="421374"/>
                </a:lnTo>
                <a:close/>
                <a:lnTo>
                  <a:pt x="879231" y="416083"/>
                </a:lnTo>
                <a:close/>
                <a:lnTo>
                  <a:pt x="883054" y="410772"/>
                </a:lnTo>
                <a:close/>
                <a:lnTo>
                  <a:pt x="886876" y="405439"/>
                </a:lnTo>
                <a:close/>
                <a:lnTo>
                  <a:pt x="890699" y="400087"/>
                </a:lnTo>
                <a:close/>
                <a:lnTo>
                  <a:pt x="894522" y="394717"/>
                </a:lnTo>
                <a:close/>
                <a:lnTo>
                  <a:pt x="898344" y="389325"/>
                </a:lnTo>
                <a:close/>
                <a:lnTo>
                  <a:pt x="902167" y="383909"/>
                </a:lnTo>
                <a:close/>
                <a:lnTo>
                  <a:pt x="905990" y="378465"/>
                </a:lnTo>
                <a:close/>
                <a:lnTo>
                  <a:pt x="909813" y="372994"/>
                </a:lnTo>
                <a:close/>
                <a:lnTo>
                  <a:pt x="913635" y="367501"/>
                </a:lnTo>
                <a:close/>
                <a:lnTo>
                  <a:pt x="917458" y="361989"/>
                </a:lnTo>
                <a:close/>
                <a:lnTo>
                  <a:pt x="921281" y="356458"/>
                </a:lnTo>
                <a:close/>
                <a:lnTo>
                  <a:pt x="925104" y="350907"/>
                </a:lnTo>
                <a:close/>
                <a:lnTo>
                  <a:pt x="928926" y="345335"/>
                </a:lnTo>
                <a:close/>
                <a:lnTo>
                  <a:pt x="932749" y="339742"/>
                </a:lnTo>
                <a:close/>
                <a:lnTo>
                  <a:pt x="936572" y="334129"/>
                </a:lnTo>
                <a:close/>
                <a:lnTo>
                  <a:pt x="940395" y="328495"/>
                </a:lnTo>
                <a:close/>
                <a:lnTo>
                  <a:pt x="944217" y="322841"/>
                </a:lnTo>
                <a:close/>
                <a:lnTo>
                  <a:pt x="948040" y="317167"/>
                </a:lnTo>
                <a:close/>
                <a:lnTo>
                  <a:pt x="951863" y="311471"/>
                </a:lnTo>
                <a:close/>
                <a:lnTo>
                  <a:pt x="955686" y="305755"/>
                </a:lnTo>
                <a:close/>
                <a:lnTo>
                  <a:pt x="959508" y="300020"/>
                </a:lnTo>
                <a:close/>
                <a:lnTo>
                  <a:pt x="963331" y="294267"/>
                </a:lnTo>
                <a:close/>
                <a:lnTo>
                  <a:pt x="967154" y="288492"/>
                </a:lnTo>
                <a:close/>
                <a:lnTo>
                  <a:pt x="970977" y="282691"/>
                </a:lnTo>
                <a:close/>
                <a:lnTo>
                  <a:pt x="974799" y="276860"/>
                </a:lnTo>
                <a:close/>
                <a:lnTo>
                  <a:pt x="978622" y="271004"/>
                </a:lnTo>
                <a:close/>
                <a:lnTo>
                  <a:pt x="982445" y="265131"/>
                </a:lnTo>
                <a:close/>
                <a:lnTo>
                  <a:pt x="986268" y="259248"/>
                </a:lnTo>
                <a:close/>
                <a:lnTo>
                  <a:pt x="990090" y="253351"/>
                </a:lnTo>
                <a:close/>
                <a:lnTo>
                  <a:pt x="993913" y="247431"/>
                </a:lnTo>
                <a:close/>
                <a:lnTo>
                  <a:pt x="997736" y="241482"/>
                </a:lnTo>
                <a:close/>
                <a:lnTo>
                  <a:pt x="1001559" y="235505"/>
                </a:lnTo>
                <a:close/>
                <a:lnTo>
                  <a:pt x="1005381" y="229505"/>
                </a:lnTo>
                <a:close/>
                <a:lnTo>
                  <a:pt x="1009204" y="223486"/>
                </a:lnTo>
                <a:close/>
                <a:lnTo>
                  <a:pt x="1013027" y="217448"/>
                </a:lnTo>
                <a:close/>
                <a:lnTo>
                  <a:pt x="1016849" y="211391"/>
                </a:lnTo>
                <a:close/>
                <a:lnTo>
                  <a:pt x="1020672" y="205313"/>
                </a:lnTo>
                <a:close/>
                <a:lnTo>
                  <a:pt x="1024495" y="199214"/>
                </a:lnTo>
                <a:close/>
                <a:lnTo>
                  <a:pt x="1028318" y="193095"/>
                </a:lnTo>
                <a:close/>
                <a:lnTo>
                  <a:pt x="1032140" y="186955"/>
                </a:lnTo>
                <a:close/>
                <a:lnTo>
                  <a:pt x="1035963" y="180794"/>
                </a:lnTo>
                <a:close/>
                <a:lnTo>
                  <a:pt x="1039786" y="174614"/>
                </a:lnTo>
                <a:close/>
                <a:lnTo>
                  <a:pt x="1043609" y="168412"/>
                </a:lnTo>
                <a:close/>
                <a:lnTo>
                  <a:pt x="1047431" y="162191"/>
                </a:lnTo>
                <a:close/>
                <a:lnTo>
                  <a:pt x="1051254" y="155949"/>
                </a:lnTo>
                <a:close/>
                <a:lnTo>
                  <a:pt x="1055077" y="149686"/>
                </a:lnTo>
                <a:close/>
                <a:lnTo>
                  <a:pt x="1058900" y="143403"/>
                </a:lnTo>
                <a:close/>
                <a:lnTo>
                  <a:pt x="1062722" y="137099"/>
                </a:lnTo>
                <a:close/>
                <a:lnTo>
                  <a:pt x="1066545" y="130775"/>
                </a:lnTo>
                <a:close/>
                <a:lnTo>
                  <a:pt x="1070368" y="124431"/>
                </a:lnTo>
                <a:close/>
                <a:lnTo>
                  <a:pt x="1074191" y="118066"/>
                </a:lnTo>
                <a:close/>
                <a:lnTo>
                  <a:pt x="1078013" y="111681"/>
                </a:lnTo>
                <a:close/>
                <a:lnTo>
                  <a:pt x="1081836" y="105275"/>
                </a:lnTo>
                <a:close/>
                <a:lnTo>
                  <a:pt x="1085659" y="98849"/>
                </a:lnTo>
                <a:close/>
                <a:lnTo>
                  <a:pt x="1089482" y="92402"/>
                </a:lnTo>
                <a:close/>
                <a:lnTo>
                  <a:pt x="1093304" y="85935"/>
                </a:lnTo>
                <a:close/>
                <a:lnTo>
                  <a:pt x="1097127" y="79447"/>
                </a:lnTo>
                <a:close/>
                <a:lnTo>
                  <a:pt x="1100950" y="72939"/>
                </a:lnTo>
                <a:close/>
                <a:lnTo>
                  <a:pt x="1104773" y="66411"/>
                </a:lnTo>
                <a:close/>
                <a:lnTo>
                  <a:pt x="1108595" y="59862"/>
                </a:lnTo>
                <a:close/>
                <a:lnTo>
                  <a:pt x="1112418" y="53292"/>
                </a:lnTo>
                <a:close/>
                <a:lnTo>
                  <a:pt x="1116241" y="46702"/>
                </a:lnTo>
                <a:close/>
                <a:lnTo>
                  <a:pt x="1120064" y="40092"/>
                </a:lnTo>
                <a:close/>
                <a:lnTo>
                  <a:pt x="1123886" y="33461"/>
                </a:lnTo>
                <a:close/>
                <a:lnTo>
                  <a:pt x="1127709" y="26810"/>
                </a:lnTo>
                <a:close/>
                <a:lnTo>
                  <a:pt x="1131532" y="20138"/>
                </a:lnTo>
                <a:close/>
                <a:lnTo>
                  <a:pt x="1135355" y="13446"/>
                </a:lnTo>
                <a:close/>
                <a:lnTo>
                  <a:pt x="1139177" y="6733"/>
                </a:lnTo>
                <a:close/>
                <a:lnTo>
                  <a:pt x="1143000" y="0"/>
                </a:lnTo>
                <a:close/>
              </a:path>
            </a:pathLst>
          </a:custGeom>
          <a:ln w="317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5715000.0" y="1337310.0"/>
            <a:ext cx="0.0" cy="123444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64200" y="1286510"/>
            <a:ext cx="101600" cy="10160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64200" y="1743710"/>
            <a:ext cx="101600" cy="10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5029200" y="1844070"/>
            <a:ext cx="640080" cy="196688"/>
          </a:xfrm>
          <a:custGeom>
            <a:avLst/>
            <a:gdLst/>
            <a:ahLst/>
            <a:cxnLst/>
            <a:rect l="l" t="t" r="r" b="b"/>
            <a:pathLst>
              <a:path w="640080" h="196688">
                <a:moveTo>
                  <a:pt x="0" y="196688"/>
                </a:moveTo>
                <a:lnTo>
                  <a:pt x="6468" y="194459"/>
                </a:lnTo>
                <a:close/>
                <a:lnTo>
                  <a:pt x="12935" y="192239"/>
                </a:lnTo>
                <a:close/>
                <a:lnTo>
                  <a:pt x="19402" y="190028"/>
                </a:lnTo>
                <a:close/>
                <a:lnTo>
                  <a:pt x="25868" y="187824"/>
                </a:lnTo>
                <a:close/>
                <a:lnTo>
                  <a:pt x="32334" y="185628"/>
                </a:lnTo>
                <a:close/>
                <a:lnTo>
                  <a:pt x="38800" y="183439"/>
                </a:lnTo>
                <a:close/>
                <a:lnTo>
                  <a:pt x="45267" y="181256"/>
                </a:lnTo>
                <a:close/>
                <a:lnTo>
                  <a:pt x="51733" y="179078"/>
                </a:lnTo>
                <a:close/>
                <a:lnTo>
                  <a:pt x="58200" y="176906"/>
                </a:lnTo>
                <a:close/>
                <a:lnTo>
                  <a:pt x="64668" y="174739"/>
                </a:lnTo>
                <a:close/>
                <a:lnTo>
                  <a:pt x="71136" y="172576"/>
                </a:lnTo>
                <a:close/>
                <a:lnTo>
                  <a:pt x="77605" y="170417"/>
                </a:lnTo>
                <a:close/>
                <a:lnTo>
                  <a:pt x="84074" y="168264"/>
                </a:lnTo>
                <a:close/>
                <a:lnTo>
                  <a:pt x="90541" y="166116"/>
                </a:lnTo>
                <a:close/>
                <a:lnTo>
                  <a:pt x="97005" y="163975"/>
                </a:lnTo>
                <a:close/>
                <a:lnTo>
                  <a:pt x="103467" y="161841"/>
                </a:lnTo>
                <a:close/>
                <a:lnTo>
                  <a:pt x="109926" y="159715"/>
                </a:lnTo>
                <a:close/>
                <a:lnTo>
                  <a:pt x="116383" y="157596"/>
                </a:lnTo>
                <a:close/>
                <a:lnTo>
                  <a:pt x="122839" y="155484"/>
                </a:lnTo>
                <a:close/>
                <a:lnTo>
                  <a:pt x="129297" y="153377"/>
                </a:lnTo>
                <a:close/>
                <a:lnTo>
                  <a:pt x="135757" y="151277"/>
                </a:lnTo>
                <a:close/>
                <a:lnTo>
                  <a:pt x="142221" y="149181"/>
                </a:lnTo>
                <a:close/>
                <a:lnTo>
                  <a:pt x="148687" y="147089"/>
                </a:lnTo>
                <a:close/>
                <a:lnTo>
                  <a:pt x="155155" y="145002"/>
                </a:lnTo>
                <a:close/>
                <a:lnTo>
                  <a:pt x="161623" y="142918"/>
                </a:lnTo>
                <a:close/>
                <a:lnTo>
                  <a:pt x="168092" y="140836"/>
                </a:lnTo>
                <a:close/>
                <a:lnTo>
                  <a:pt x="174560" y="138757"/>
                </a:lnTo>
                <a:close/>
                <a:lnTo>
                  <a:pt x="181027" y="136681"/>
                </a:lnTo>
                <a:close/>
                <a:lnTo>
                  <a:pt x="187494" y="134608"/>
                </a:lnTo>
                <a:close/>
                <a:lnTo>
                  <a:pt x="193960" y="132541"/>
                </a:lnTo>
                <a:close/>
                <a:lnTo>
                  <a:pt x="200426" y="130478"/>
                </a:lnTo>
                <a:close/>
                <a:lnTo>
                  <a:pt x="206893" y="128422"/>
                </a:lnTo>
                <a:close/>
                <a:lnTo>
                  <a:pt x="213360" y="126372"/>
                </a:lnTo>
                <a:close/>
                <a:lnTo>
                  <a:pt x="219827" y="124327"/>
                </a:lnTo>
                <a:close/>
                <a:lnTo>
                  <a:pt x="226294" y="122286"/>
                </a:lnTo>
                <a:close/>
                <a:lnTo>
                  <a:pt x="232761" y="120248"/>
                </a:lnTo>
                <a:close/>
                <a:lnTo>
                  <a:pt x="239227" y="118213"/>
                </a:lnTo>
                <a:close/>
                <a:lnTo>
                  <a:pt x="245694" y="116179"/>
                </a:lnTo>
                <a:close/>
                <a:lnTo>
                  <a:pt x="252160" y="114149"/>
                </a:lnTo>
                <a:close/>
                <a:lnTo>
                  <a:pt x="258627" y="112123"/>
                </a:lnTo>
                <a:close/>
                <a:lnTo>
                  <a:pt x="265094" y="110102"/>
                </a:lnTo>
                <a:close/>
                <a:lnTo>
                  <a:pt x="271562" y="108087"/>
                </a:lnTo>
                <a:close/>
                <a:lnTo>
                  <a:pt x="278031" y="106078"/>
                </a:lnTo>
                <a:close/>
                <a:lnTo>
                  <a:pt x="284499" y="104075"/>
                </a:lnTo>
                <a:close/>
                <a:lnTo>
                  <a:pt x="290967" y="102077"/>
                </a:lnTo>
                <a:close/>
                <a:lnTo>
                  <a:pt x="297433" y="100081"/>
                </a:lnTo>
                <a:close/>
                <a:lnTo>
                  <a:pt x="303895" y="98089"/>
                </a:lnTo>
                <a:close/>
                <a:lnTo>
                  <a:pt x="310355" y="96098"/>
                </a:lnTo>
                <a:close/>
                <a:lnTo>
                  <a:pt x="316812" y="94110"/>
                </a:lnTo>
                <a:close/>
                <a:lnTo>
                  <a:pt x="323268" y="92126"/>
                </a:lnTo>
                <a:close/>
                <a:lnTo>
                  <a:pt x="329725" y="90147"/>
                </a:lnTo>
                <a:close/>
                <a:lnTo>
                  <a:pt x="336185" y="88173"/>
                </a:lnTo>
                <a:close/>
                <a:lnTo>
                  <a:pt x="342647" y="86206"/>
                </a:lnTo>
                <a:close/>
                <a:lnTo>
                  <a:pt x="349113" y="84244"/>
                </a:lnTo>
                <a:close/>
                <a:lnTo>
                  <a:pt x="355581" y="82288"/>
                </a:lnTo>
                <a:close/>
                <a:lnTo>
                  <a:pt x="362049" y="80335"/>
                </a:lnTo>
                <a:close/>
                <a:lnTo>
                  <a:pt x="368518" y="78385"/>
                </a:lnTo>
                <a:close/>
                <a:lnTo>
                  <a:pt x="374986" y="76438"/>
                </a:lnTo>
                <a:close/>
                <a:lnTo>
                  <a:pt x="381453" y="74493"/>
                </a:lnTo>
                <a:close/>
                <a:lnTo>
                  <a:pt x="387920" y="72551"/>
                </a:lnTo>
                <a:close/>
                <a:lnTo>
                  <a:pt x="394386" y="70613"/>
                </a:lnTo>
                <a:close/>
                <a:lnTo>
                  <a:pt x="400853" y="68681"/>
                </a:lnTo>
                <a:close/>
                <a:lnTo>
                  <a:pt x="407319" y="66754"/>
                </a:lnTo>
                <a:close/>
                <a:lnTo>
                  <a:pt x="413786" y="64834"/>
                </a:lnTo>
                <a:close/>
                <a:lnTo>
                  <a:pt x="420253" y="62919"/>
                </a:lnTo>
                <a:close/>
                <a:lnTo>
                  <a:pt x="426720" y="61008"/>
                </a:lnTo>
                <a:close/>
                <a:lnTo>
                  <a:pt x="433187" y="59102"/>
                </a:lnTo>
                <a:close/>
                <a:lnTo>
                  <a:pt x="439654" y="57199"/>
                </a:lnTo>
                <a:close/>
                <a:lnTo>
                  <a:pt x="446120" y="55298"/>
                </a:lnTo>
                <a:close/>
                <a:lnTo>
                  <a:pt x="452586" y="53401"/>
                </a:lnTo>
                <a:close/>
                <a:lnTo>
                  <a:pt x="459053" y="51506"/>
                </a:lnTo>
                <a:close/>
                <a:lnTo>
                  <a:pt x="465520" y="49614"/>
                </a:lnTo>
                <a:close/>
                <a:lnTo>
                  <a:pt x="471988" y="47724"/>
                </a:lnTo>
                <a:close/>
                <a:lnTo>
                  <a:pt x="478457" y="45838"/>
                </a:lnTo>
                <a:close/>
                <a:lnTo>
                  <a:pt x="484925" y="43955"/>
                </a:lnTo>
                <a:close/>
                <a:lnTo>
                  <a:pt x="491393" y="42076"/>
                </a:lnTo>
                <a:close/>
                <a:lnTo>
                  <a:pt x="497859" y="40202"/>
                </a:lnTo>
                <a:close/>
                <a:lnTo>
                  <a:pt x="504323" y="38334"/>
                </a:lnTo>
                <a:close/>
                <a:lnTo>
                  <a:pt x="510783" y="36472"/>
                </a:lnTo>
                <a:close/>
                <a:lnTo>
                  <a:pt x="517241" y="34615"/>
                </a:lnTo>
                <a:close/>
                <a:lnTo>
                  <a:pt x="523697" y="32763"/>
                </a:lnTo>
                <a:close/>
                <a:lnTo>
                  <a:pt x="530154" y="30915"/>
                </a:lnTo>
                <a:close/>
                <a:lnTo>
                  <a:pt x="536613" y="29071"/>
                </a:lnTo>
                <a:close/>
                <a:lnTo>
                  <a:pt x="543075" y="27230"/>
                </a:lnTo>
                <a:close/>
                <a:lnTo>
                  <a:pt x="549539" y="25392"/>
                </a:lnTo>
                <a:close/>
                <a:lnTo>
                  <a:pt x="556006" y="23556"/>
                </a:lnTo>
                <a:close/>
                <a:lnTo>
                  <a:pt x="562475" y="21724"/>
                </a:lnTo>
                <a:close/>
                <a:lnTo>
                  <a:pt x="568944" y="19895"/>
                </a:lnTo>
                <a:close/>
                <a:lnTo>
                  <a:pt x="575412" y="18069"/>
                </a:lnTo>
                <a:close/>
                <a:lnTo>
                  <a:pt x="581880" y="16247"/>
                </a:lnTo>
                <a:close/>
                <a:lnTo>
                  <a:pt x="588347" y="14428"/>
                </a:lnTo>
                <a:close/>
                <a:lnTo>
                  <a:pt x="594813" y="12613"/>
                </a:lnTo>
                <a:close/>
                <a:lnTo>
                  <a:pt x="601280" y="10801"/>
                </a:lnTo>
                <a:close/>
                <a:lnTo>
                  <a:pt x="607746" y="8993"/>
                </a:lnTo>
                <a:close/>
                <a:lnTo>
                  <a:pt x="614212" y="7188"/>
                </a:lnTo>
                <a:close/>
                <a:lnTo>
                  <a:pt x="620678" y="5386"/>
                </a:lnTo>
                <a:close/>
                <a:lnTo>
                  <a:pt x="627145" y="3588"/>
                </a:lnTo>
                <a:close/>
                <a:lnTo>
                  <a:pt x="633612" y="1792"/>
                </a:lnTo>
                <a:close/>
                <a:lnTo>
                  <a:pt x="640080" y="0"/>
                </a:lnTo>
                <a:close/>
              </a:path>
            </a:pathLst>
          </a:custGeom>
          <a:ln w="1905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5806440" y="1415491"/>
            <a:ext cx="594360" cy="465293"/>
          </a:xfrm>
          <a:custGeom>
            <a:avLst/>
            <a:gdLst/>
            <a:ahLst/>
            <a:cxnLst/>
            <a:rect l="l" t="t" r="r" b="b"/>
            <a:pathLst>
              <a:path w="594360" h="465293">
                <a:moveTo>
                  <a:pt x="594360" y="0"/>
                </a:moveTo>
                <a:lnTo>
                  <a:pt x="588354" y="5785"/>
                </a:lnTo>
                <a:close/>
                <a:lnTo>
                  <a:pt x="582350" y="11549"/>
                </a:lnTo>
                <a:close/>
                <a:lnTo>
                  <a:pt x="576349" y="17290"/>
                </a:lnTo>
                <a:close/>
                <a:lnTo>
                  <a:pt x="570349" y="23009"/>
                </a:lnTo>
                <a:close/>
                <a:lnTo>
                  <a:pt x="564350" y="28705"/>
                </a:lnTo>
                <a:close/>
                <a:lnTo>
                  <a:pt x="558352" y="34377"/>
                </a:lnTo>
                <a:close/>
                <a:lnTo>
                  <a:pt x="552352" y="40026"/>
                </a:lnTo>
                <a:close/>
                <a:lnTo>
                  <a:pt x="546352" y="45650"/>
                </a:lnTo>
                <a:close/>
                <a:lnTo>
                  <a:pt x="540349" y="51249"/>
                </a:lnTo>
                <a:close/>
                <a:lnTo>
                  <a:pt x="534344" y="56823"/>
                </a:lnTo>
                <a:close/>
                <a:lnTo>
                  <a:pt x="528336" y="62371"/>
                </a:lnTo>
                <a:close/>
                <a:lnTo>
                  <a:pt x="522326" y="67893"/>
                </a:lnTo>
                <a:close/>
                <a:lnTo>
                  <a:pt x="516314" y="73389"/>
                </a:lnTo>
                <a:close/>
                <a:lnTo>
                  <a:pt x="510302" y="78861"/>
                </a:lnTo>
                <a:close/>
                <a:lnTo>
                  <a:pt x="504292" y="84309"/>
                </a:lnTo>
                <a:close/>
                <a:lnTo>
                  <a:pt x="498284" y="89732"/>
                </a:lnTo>
                <a:close/>
                <a:lnTo>
                  <a:pt x="492279" y="95132"/>
                </a:lnTo>
                <a:close/>
                <a:lnTo>
                  <a:pt x="486277" y="100510"/>
                </a:lnTo>
                <a:close/>
                <a:lnTo>
                  <a:pt x="480277" y="105865"/>
                </a:lnTo>
                <a:close/>
                <a:lnTo>
                  <a:pt x="474277" y="111198"/>
                </a:lnTo>
                <a:close/>
                <a:lnTo>
                  <a:pt x="468277" y="116509"/>
                </a:lnTo>
                <a:close/>
                <a:lnTo>
                  <a:pt x="462276" y="121799"/>
                </a:lnTo>
                <a:close/>
                <a:lnTo>
                  <a:pt x="456275" y="127068"/>
                </a:lnTo>
                <a:close/>
                <a:lnTo>
                  <a:pt x="450273" y="132315"/>
                </a:lnTo>
                <a:close/>
                <a:lnTo>
                  <a:pt x="444270" y="137539"/>
                </a:lnTo>
                <a:close/>
                <a:lnTo>
                  <a:pt x="438268" y="142739"/>
                </a:lnTo>
                <a:close/>
                <a:lnTo>
                  <a:pt x="432265" y="147916"/>
                </a:lnTo>
                <a:close/>
                <a:lnTo>
                  <a:pt x="426263" y="153069"/>
                </a:lnTo>
                <a:close/>
                <a:lnTo>
                  <a:pt x="420261" y="158197"/>
                </a:lnTo>
                <a:close/>
                <a:lnTo>
                  <a:pt x="414259" y="163301"/>
                </a:lnTo>
                <a:close/>
                <a:lnTo>
                  <a:pt x="408258" y="168380"/>
                </a:lnTo>
                <a:close/>
                <a:lnTo>
                  <a:pt x="402258" y="173435"/>
                </a:lnTo>
                <a:close/>
                <a:lnTo>
                  <a:pt x="396259" y="178465"/>
                </a:lnTo>
                <a:close/>
                <a:lnTo>
                  <a:pt x="390258" y="183473"/>
                </a:lnTo>
                <a:close/>
                <a:lnTo>
                  <a:pt x="384256" y="188460"/>
                </a:lnTo>
                <a:close/>
                <a:lnTo>
                  <a:pt x="378252" y="193427"/>
                </a:lnTo>
                <a:close/>
                <a:lnTo>
                  <a:pt x="372245" y="198376"/>
                </a:lnTo>
                <a:close/>
                <a:lnTo>
                  <a:pt x="366234" y="203306"/>
                </a:lnTo>
                <a:close/>
                <a:lnTo>
                  <a:pt x="360222" y="208217"/>
                </a:lnTo>
                <a:close/>
                <a:lnTo>
                  <a:pt x="354210" y="213105"/>
                </a:lnTo>
                <a:close/>
                <a:lnTo>
                  <a:pt x="348200" y="217971"/>
                </a:lnTo>
                <a:close/>
                <a:lnTo>
                  <a:pt x="342192" y="222811"/>
                </a:lnTo>
                <a:close/>
                <a:lnTo>
                  <a:pt x="336187" y="227625"/>
                </a:lnTo>
                <a:close/>
                <a:lnTo>
                  <a:pt x="330185" y="232415"/>
                </a:lnTo>
                <a:close/>
                <a:lnTo>
                  <a:pt x="324185" y="237182"/>
                </a:lnTo>
                <a:close/>
                <a:lnTo>
                  <a:pt x="318185" y="241927"/>
                </a:lnTo>
                <a:close/>
                <a:lnTo>
                  <a:pt x="312185" y="246653"/>
                </a:lnTo>
                <a:close/>
                <a:lnTo>
                  <a:pt x="306183" y="251360"/>
                </a:lnTo>
                <a:close/>
                <a:lnTo>
                  <a:pt x="300181" y="256048"/>
                </a:lnTo>
                <a:close/>
                <a:lnTo>
                  <a:pt x="294179" y="260717"/>
                </a:lnTo>
                <a:close/>
                <a:lnTo>
                  <a:pt x="288177" y="265365"/>
                </a:lnTo>
                <a:close/>
                <a:lnTo>
                  <a:pt x="282175" y="269994"/>
                </a:lnTo>
                <a:close/>
                <a:lnTo>
                  <a:pt x="276175" y="274602"/>
                </a:lnTo>
                <a:close/>
                <a:lnTo>
                  <a:pt x="270175" y="279189"/>
                </a:lnTo>
                <a:close/>
                <a:lnTo>
                  <a:pt x="264175" y="283756"/>
                </a:lnTo>
                <a:close/>
                <a:lnTo>
                  <a:pt x="258173" y="288303"/>
                </a:lnTo>
                <a:close/>
                <a:lnTo>
                  <a:pt x="252168" y="292829"/>
                </a:lnTo>
                <a:close/>
                <a:lnTo>
                  <a:pt x="246160" y="297335"/>
                </a:lnTo>
                <a:close/>
                <a:lnTo>
                  <a:pt x="240150" y="301821"/>
                </a:lnTo>
                <a:close/>
                <a:lnTo>
                  <a:pt x="234138" y="306287"/>
                </a:lnTo>
                <a:close/>
                <a:lnTo>
                  <a:pt x="228126" y="310733"/>
                </a:lnTo>
                <a:close/>
                <a:lnTo>
                  <a:pt x="222115" y="315159"/>
                </a:lnTo>
                <a:close/>
                <a:lnTo>
                  <a:pt x="216108" y="319564"/>
                </a:lnTo>
                <a:close/>
                <a:lnTo>
                  <a:pt x="210104" y="323949"/>
                </a:lnTo>
                <a:close/>
                <a:lnTo>
                  <a:pt x="204102" y="328314"/>
                </a:lnTo>
                <a:close/>
                <a:lnTo>
                  <a:pt x="198101" y="332658"/>
                </a:lnTo>
                <a:close/>
                <a:lnTo>
                  <a:pt x="192102" y="336983"/>
                </a:lnTo>
                <a:close/>
                <a:lnTo>
                  <a:pt x="186102" y="341288"/>
                </a:lnTo>
                <a:close/>
                <a:lnTo>
                  <a:pt x="180101" y="345573"/>
                </a:lnTo>
                <a:close/>
                <a:lnTo>
                  <a:pt x="174099" y="349838"/>
                </a:lnTo>
                <a:close/>
                <a:lnTo>
                  <a:pt x="168097" y="354082"/>
                </a:lnTo>
                <a:close/>
                <a:lnTo>
                  <a:pt x="162095" y="358305"/>
                </a:lnTo>
                <a:close/>
                <a:lnTo>
                  <a:pt x="156092" y="362506"/>
                </a:lnTo>
                <a:close/>
                <a:lnTo>
                  <a:pt x="150090" y="366686"/>
                </a:lnTo>
                <a:close/>
                <a:lnTo>
                  <a:pt x="144087" y="370846"/>
                </a:lnTo>
                <a:close/>
                <a:lnTo>
                  <a:pt x="138085" y="374987"/>
                </a:lnTo>
                <a:close/>
                <a:lnTo>
                  <a:pt x="132084" y="379110"/>
                </a:lnTo>
                <a:close/>
                <a:lnTo>
                  <a:pt x="126083" y="383218"/>
                </a:lnTo>
                <a:close/>
                <a:lnTo>
                  <a:pt x="120083" y="387311"/>
                </a:lnTo>
                <a:close/>
                <a:lnTo>
                  <a:pt x="114083" y="391389"/>
                </a:lnTo>
                <a:close/>
                <a:lnTo>
                  <a:pt x="108083" y="395450"/>
                </a:lnTo>
                <a:close/>
                <a:lnTo>
                  <a:pt x="102081" y="399491"/>
                </a:lnTo>
                <a:close/>
                <a:lnTo>
                  <a:pt x="96076" y="403512"/>
                </a:lnTo>
                <a:close/>
                <a:lnTo>
                  <a:pt x="90068" y="407511"/>
                </a:lnTo>
                <a:close/>
                <a:lnTo>
                  <a:pt x="84058" y="411487"/>
                </a:lnTo>
                <a:close/>
                <a:lnTo>
                  <a:pt x="78046" y="415443"/>
                </a:lnTo>
                <a:close/>
                <a:lnTo>
                  <a:pt x="72034" y="419380"/>
                </a:lnTo>
                <a:close/>
                <a:lnTo>
                  <a:pt x="66024" y="423300"/>
                </a:lnTo>
                <a:close/>
                <a:lnTo>
                  <a:pt x="60016" y="427204"/>
                </a:lnTo>
                <a:close/>
                <a:lnTo>
                  <a:pt x="54011" y="431093"/>
                </a:lnTo>
                <a:close/>
                <a:lnTo>
                  <a:pt x="48008" y="434965"/>
                </a:lnTo>
                <a:close/>
                <a:lnTo>
                  <a:pt x="42008" y="438822"/>
                </a:lnTo>
                <a:close/>
                <a:lnTo>
                  <a:pt x="36008" y="442661"/>
                </a:lnTo>
                <a:close/>
                <a:lnTo>
                  <a:pt x="30010" y="446482"/>
                </a:lnTo>
                <a:close/>
                <a:lnTo>
                  <a:pt x="24011" y="450284"/>
                </a:lnTo>
                <a:close/>
                <a:lnTo>
                  <a:pt x="18011" y="454067"/>
                </a:lnTo>
                <a:close/>
                <a:lnTo>
                  <a:pt x="12010" y="457830"/>
                </a:lnTo>
                <a:close/>
                <a:lnTo>
                  <a:pt x="6006" y="461572"/>
                </a:lnTo>
                <a:close/>
                <a:lnTo>
                  <a:pt x="0" y="465293"/>
                </a:lnTo>
                <a:close/>
              </a:path>
            </a:pathLst>
          </a:custGeom>
          <a:ln w="1905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840" y="239141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15280" y="239141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9720" y="234569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6560" y="3797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