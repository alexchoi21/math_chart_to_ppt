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389120" y="1737817"/>
            <a:ext cx="1549908" cy="635051"/>
          </a:xfrm>
          <a:custGeom>
            <a:avLst/>
            <a:gdLst/>
            <a:ahLst/>
            <a:cxnLst/>
            <a:rect l="l" t="t" r="r" b="b"/>
            <a:pathLst>
              <a:path w="1549908" h="635051">
                <a:moveTo>
                  <a:pt x="0" y="635051"/>
                </a:moveTo>
                <a:lnTo>
                  <a:pt x="2595" y="632834"/>
                </a:lnTo>
                <a:close/>
                <a:lnTo>
                  <a:pt x="5190" y="630622"/>
                </a:lnTo>
                <a:close/>
                <a:lnTo>
                  <a:pt x="7785" y="628414"/>
                </a:lnTo>
                <a:close/>
                <a:lnTo>
                  <a:pt x="10381" y="626211"/>
                </a:lnTo>
                <a:close/>
                <a:lnTo>
                  <a:pt x="12976" y="624012"/>
                </a:lnTo>
                <a:close/>
                <a:lnTo>
                  <a:pt x="15571" y="621818"/>
                </a:lnTo>
                <a:close/>
                <a:lnTo>
                  <a:pt x="18166" y="619628"/>
                </a:lnTo>
                <a:close/>
                <a:lnTo>
                  <a:pt x="20761" y="617442"/>
                </a:lnTo>
                <a:close/>
                <a:lnTo>
                  <a:pt x="23356" y="615261"/>
                </a:lnTo>
                <a:close/>
                <a:lnTo>
                  <a:pt x="25951" y="613084"/>
                </a:lnTo>
                <a:close/>
                <a:lnTo>
                  <a:pt x="28546" y="610911"/>
                </a:lnTo>
                <a:close/>
                <a:lnTo>
                  <a:pt x="31142" y="608743"/>
                </a:lnTo>
                <a:close/>
                <a:lnTo>
                  <a:pt x="33737" y="606580"/>
                </a:lnTo>
                <a:close/>
                <a:lnTo>
                  <a:pt x="36332" y="604420"/>
                </a:lnTo>
                <a:close/>
                <a:lnTo>
                  <a:pt x="38927" y="602266"/>
                </a:lnTo>
                <a:close/>
                <a:lnTo>
                  <a:pt x="41522" y="600115"/>
                </a:lnTo>
                <a:close/>
                <a:lnTo>
                  <a:pt x="44117" y="597969"/>
                </a:lnTo>
                <a:close/>
                <a:lnTo>
                  <a:pt x="46712" y="595828"/>
                </a:lnTo>
                <a:close/>
                <a:lnTo>
                  <a:pt x="49307" y="593691"/>
                </a:lnTo>
                <a:close/>
                <a:lnTo>
                  <a:pt x="51903" y="591558"/>
                </a:lnTo>
                <a:close/>
                <a:lnTo>
                  <a:pt x="54498" y="589430"/>
                </a:lnTo>
                <a:close/>
                <a:lnTo>
                  <a:pt x="57093" y="587306"/>
                </a:lnTo>
                <a:close/>
                <a:lnTo>
                  <a:pt x="59688" y="585187"/>
                </a:lnTo>
                <a:close/>
                <a:lnTo>
                  <a:pt x="62283" y="583072"/>
                </a:lnTo>
                <a:close/>
                <a:lnTo>
                  <a:pt x="64878" y="580961"/>
                </a:lnTo>
                <a:close/>
                <a:lnTo>
                  <a:pt x="67473" y="578855"/>
                </a:lnTo>
                <a:close/>
                <a:lnTo>
                  <a:pt x="70068" y="576753"/>
                </a:lnTo>
                <a:close/>
                <a:lnTo>
                  <a:pt x="72664" y="574656"/>
                </a:lnTo>
                <a:close/>
                <a:lnTo>
                  <a:pt x="75259" y="572563"/>
                </a:lnTo>
                <a:close/>
                <a:lnTo>
                  <a:pt x="77854" y="570475"/>
                </a:lnTo>
                <a:close/>
                <a:lnTo>
                  <a:pt x="80449" y="568391"/>
                </a:lnTo>
                <a:close/>
                <a:lnTo>
                  <a:pt x="83044" y="566311"/>
                </a:lnTo>
                <a:close/>
                <a:lnTo>
                  <a:pt x="85639" y="564236"/>
                </a:lnTo>
                <a:close/>
                <a:lnTo>
                  <a:pt x="88234" y="562165"/>
                </a:lnTo>
                <a:close/>
                <a:lnTo>
                  <a:pt x="90829" y="560099"/>
                </a:lnTo>
                <a:close/>
                <a:lnTo>
                  <a:pt x="93425" y="558037"/>
                </a:lnTo>
                <a:close/>
                <a:lnTo>
                  <a:pt x="96020" y="555979"/>
                </a:lnTo>
                <a:close/>
                <a:lnTo>
                  <a:pt x="98615" y="553926"/>
                </a:lnTo>
                <a:close/>
                <a:lnTo>
                  <a:pt x="101210" y="551877"/>
                </a:lnTo>
                <a:close/>
                <a:lnTo>
                  <a:pt x="103805" y="549833"/>
                </a:lnTo>
                <a:close/>
                <a:lnTo>
                  <a:pt x="106400" y="547793"/>
                </a:lnTo>
                <a:close/>
                <a:lnTo>
                  <a:pt x="108995" y="545758"/>
                </a:lnTo>
                <a:close/>
                <a:lnTo>
                  <a:pt x="111590" y="543727"/>
                </a:lnTo>
                <a:close/>
                <a:lnTo>
                  <a:pt x="114186" y="541700"/>
                </a:lnTo>
                <a:close/>
                <a:lnTo>
                  <a:pt x="116781" y="539678"/>
                </a:lnTo>
                <a:close/>
                <a:lnTo>
                  <a:pt x="119376" y="537660"/>
                </a:lnTo>
                <a:close/>
                <a:lnTo>
                  <a:pt x="121971" y="535647"/>
                </a:lnTo>
                <a:close/>
                <a:lnTo>
                  <a:pt x="124566" y="533638"/>
                </a:lnTo>
                <a:close/>
                <a:lnTo>
                  <a:pt x="127161" y="531634"/>
                </a:lnTo>
                <a:close/>
                <a:lnTo>
                  <a:pt x="129756" y="529633"/>
                </a:lnTo>
                <a:close/>
                <a:lnTo>
                  <a:pt x="132351" y="527638"/>
                </a:lnTo>
                <a:close/>
                <a:lnTo>
                  <a:pt x="134947" y="525646"/>
                </a:lnTo>
                <a:close/>
                <a:lnTo>
                  <a:pt x="137542" y="523659"/>
                </a:lnTo>
                <a:close/>
                <a:lnTo>
                  <a:pt x="140137" y="521677"/>
                </a:lnTo>
                <a:close/>
                <a:lnTo>
                  <a:pt x="142732" y="519699"/>
                </a:lnTo>
                <a:close/>
                <a:lnTo>
                  <a:pt x="145327" y="517725"/>
                </a:lnTo>
                <a:close/>
                <a:lnTo>
                  <a:pt x="147922" y="515756"/>
                </a:lnTo>
                <a:close/>
                <a:lnTo>
                  <a:pt x="150517" y="513791"/>
                </a:lnTo>
                <a:close/>
                <a:lnTo>
                  <a:pt x="153112" y="511831"/>
                </a:lnTo>
                <a:close/>
                <a:lnTo>
                  <a:pt x="155708" y="509875"/>
                </a:lnTo>
                <a:close/>
                <a:lnTo>
                  <a:pt x="158303" y="507923"/>
                </a:lnTo>
                <a:close/>
                <a:lnTo>
                  <a:pt x="160898" y="505976"/>
                </a:lnTo>
                <a:close/>
                <a:lnTo>
                  <a:pt x="163493" y="504033"/>
                </a:lnTo>
                <a:close/>
                <a:lnTo>
                  <a:pt x="166088" y="502095"/>
                </a:lnTo>
                <a:close/>
                <a:lnTo>
                  <a:pt x="168683" y="500161"/>
                </a:lnTo>
                <a:close/>
                <a:lnTo>
                  <a:pt x="171278" y="498232"/>
                </a:lnTo>
                <a:close/>
                <a:lnTo>
                  <a:pt x="173873" y="496307"/>
                </a:lnTo>
                <a:close/>
                <a:lnTo>
                  <a:pt x="176469" y="494387"/>
                </a:lnTo>
                <a:close/>
                <a:lnTo>
                  <a:pt x="179064" y="492471"/>
                </a:lnTo>
                <a:close/>
                <a:lnTo>
                  <a:pt x="181659" y="490559"/>
                </a:lnTo>
                <a:close/>
                <a:lnTo>
                  <a:pt x="184254" y="488652"/>
                </a:lnTo>
                <a:close/>
                <a:lnTo>
                  <a:pt x="186849" y="486750"/>
                </a:lnTo>
                <a:close/>
                <a:lnTo>
                  <a:pt x="189444" y="484852"/>
                </a:lnTo>
                <a:close/>
                <a:lnTo>
                  <a:pt x="192039" y="482958"/>
                </a:lnTo>
                <a:close/>
                <a:lnTo>
                  <a:pt x="194634" y="481069"/>
                </a:lnTo>
                <a:close/>
                <a:lnTo>
                  <a:pt x="197230" y="479184"/>
                </a:lnTo>
                <a:close/>
                <a:lnTo>
                  <a:pt x="199825" y="477303"/>
                </a:lnTo>
                <a:close/>
                <a:lnTo>
                  <a:pt x="202420" y="475427"/>
                </a:lnTo>
                <a:close/>
                <a:lnTo>
                  <a:pt x="205015" y="473556"/>
                </a:lnTo>
                <a:close/>
                <a:lnTo>
                  <a:pt x="207610" y="471688"/>
                </a:lnTo>
                <a:close/>
                <a:lnTo>
                  <a:pt x="210205" y="469825"/>
                </a:lnTo>
                <a:close/>
                <a:lnTo>
                  <a:pt x="212800" y="467966"/>
                </a:lnTo>
                <a:close/>
                <a:lnTo>
                  <a:pt x="215395" y="466112"/>
                </a:lnTo>
                <a:close/>
                <a:lnTo>
                  <a:pt x="217991" y="464262"/>
                </a:lnTo>
                <a:close/>
                <a:lnTo>
                  <a:pt x="220586" y="462416"/>
                </a:lnTo>
                <a:close/>
                <a:lnTo>
                  <a:pt x="223181" y="460575"/>
                </a:lnTo>
                <a:close/>
                <a:lnTo>
                  <a:pt x="225776" y="458738"/>
                </a:lnTo>
                <a:close/>
                <a:lnTo>
                  <a:pt x="228371" y="456905"/>
                </a:lnTo>
                <a:close/>
                <a:lnTo>
                  <a:pt x="230966" y="455076"/>
                </a:lnTo>
                <a:close/>
                <a:lnTo>
                  <a:pt x="233561" y="453251"/>
                </a:lnTo>
                <a:close/>
                <a:lnTo>
                  <a:pt x="236156" y="451431"/>
                </a:lnTo>
                <a:close/>
                <a:lnTo>
                  <a:pt x="238752" y="449615"/>
                </a:lnTo>
                <a:close/>
                <a:lnTo>
                  <a:pt x="241347" y="447804"/>
                </a:lnTo>
                <a:close/>
                <a:lnTo>
                  <a:pt x="243942" y="445997"/>
                </a:lnTo>
                <a:close/>
                <a:lnTo>
                  <a:pt x="246537" y="444195"/>
                </a:lnTo>
                <a:close/>
                <a:lnTo>
                  <a:pt x="249132" y="442397"/>
                </a:lnTo>
                <a:close/>
                <a:lnTo>
                  <a:pt x="251727" y="440604"/>
                </a:lnTo>
                <a:close/>
                <a:lnTo>
                  <a:pt x="254322" y="438816"/>
                </a:lnTo>
                <a:close/>
                <a:lnTo>
                  <a:pt x="256917" y="437032"/>
                </a:lnTo>
                <a:close/>
                <a:lnTo>
                  <a:pt x="259513" y="435253"/>
                </a:lnTo>
                <a:close/>
                <a:lnTo>
                  <a:pt x="262108" y="433479"/>
                </a:lnTo>
                <a:close/>
                <a:lnTo>
                  <a:pt x="264703" y="431710"/>
                </a:lnTo>
                <a:close/>
                <a:lnTo>
                  <a:pt x="267298" y="429945"/>
                </a:lnTo>
                <a:close/>
                <a:lnTo>
                  <a:pt x="269893" y="428186"/>
                </a:lnTo>
                <a:close/>
                <a:lnTo>
                  <a:pt x="272488" y="426432"/>
                </a:lnTo>
                <a:close/>
                <a:lnTo>
                  <a:pt x="275083" y="424682"/>
                </a:lnTo>
                <a:close/>
                <a:lnTo>
                  <a:pt x="277678" y="422938"/>
                </a:lnTo>
                <a:close/>
                <a:lnTo>
                  <a:pt x="280274" y="421199"/>
                </a:lnTo>
                <a:close/>
                <a:lnTo>
                  <a:pt x="282869" y="419464"/>
                </a:lnTo>
                <a:close/>
                <a:lnTo>
                  <a:pt x="285464" y="417734"/>
                </a:lnTo>
                <a:close/>
                <a:lnTo>
                  <a:pt x="288059" y="416008"/>
                </a:lnTo>
                <a:close/>
                <a:lnTo>
                  <a:pt x="290654" y="414286"/>
                </a:lnTo>
                <a:close/>
                <a:lnTo>
                  <a:pt x="293249" y="412568"/>
                </a:lnTo>
                <a:close/>
                <a:lnTo>
                  <a:pt x="295844" y="410854"/>
                </a:lnTo>
                <a:close/>
                <a:lnTo>
                  <a:pt x="298439" y="409144"/>
                </a:lnTo>
                <a:close/>
                <a:lnTo>
                  <a:pt x="301035" y="407437"/>
                </a:lnTo>
                <a:close/>
                <a:lnTo>
                  <a:pt x="303630" y="405733"/>
                </a:lnTo>
                <a:close/>
                <a:lnTo>
                  <a:pt x="306225" y="404032"/>
                </a:lnTo>
                <a:close/>
                <a:lnTo>
                  <a:pt x="308820" y="402334"/>
                </a:lnTo>
                <a:close/>
                <a:lnTo>
                  <a:pt x="311415" y="400639"/>
                </a:lnTo>
                <a:close/>
                <a:lnTo>
                  <a:pt x="314010" y="398946"/>
                </a:lnTo>
                <a:close/>
                <a:lnTo>
                  <a:pt x="316605" y="397255"/>
                </a:lnTo>
                <a:close/>
                <a:lnTo>
                  <a:pt x="319200" y="395567"/>
                </a:lnTo>
                <a:close/>
                <a:lnTo>
                  <a:pt x="321796" y="393880"/>
                </a:lnTo>
                <a:close/>
                <a:lnTo>
                  <a:pt x="324391" y="392196"/>
                </a:lnTo>
                <a:close/>
                <a:lnTo>
                  <a:pt x="326986" y="390513"/>
                </a:lnTo>
                <a:close/>
                <a:lnTo>
                  <a:pt x="329581" y="388833"/>
                </a:lnTo>
                <a:close/>
                <a:lnTo>
                  <a:pt x="332176" y="387156"/>
                </a:lnTo>
                <a:close/>
                <a:lnTo>
                  <a:pt x="334771" y="385481"/>
                </a:lnTo>
                <a:close/>
                <a:lnTo>
                  <a:pt x="337366" y="383809"/>
                </a:lnTo>
                <a:close/>
                <a:lnTo>
                  <a:pt x="339961" y="382140"/>
                </a:lnTo>
                <a:close/>
                <a:lnTo>
                  <a:pt x="342557" y="380475"/>
                </a:lnTo>
                <a:close/>
                <a:lnTo>
                  <a:pt x="345152" y="378813"/>
                </a:lnTo>
                <a:close/>
                <a:lnTo>
                  <a:pt x="347747" y="377155"/>
                </a:lnTo>
                <a:close/>
                <a:lnTo>
                  <a:pt x="350342" y="375500"/>
                </a:lnTo>
                <a:close/>
                <a:lnTo>
                  <a:pt x="352937" y="373850"/>
                </a:lnTo>
                <a:close/>
                <a:lnTo>
                  <a:pt x="355532" y="372203"/>
                </a:lnTo>
                <a:close/>
                <a:lnTo>
                  <a:pt x="358127" y="370562"/>
                </a:lnTo>
                <a:close/>
                <a:lnTo>
                  <a:pt x="360722" y="368924"/>
                </a:lnTo>
                <a:close/>
                <a:lnTo>
                  <a:pt x="363318" y="367292"/>
                </a:lnTo>
                <a:close/>
                <a:lnTo>
                  <a:pt x="365913" y="365665"/>
                </a:lnTo>
                <a:close/>
                <a:lnTo>
                  <a:pt x="368508" y="364042"/>
                </a:lnTo>
                <a:close/>
                <a:lnTo>
                  <a:pt x="371103" y="362425"/>
                </a:lnTo>
                <a:close/>
                <a:lnTo>
                  <a:pt x="373698" y="360813"/>
                </a:lnTo>
                <a:close/>
                <a:lnTo>
                  <a:pt x="376293" y="359206"/>
                </a:lnTo>
                <a:close/>
                <a:lnTo>
                  <a:pt x="378888" y="357603"/>
                </a:lnTo>
                <a:close/>
                <a:lnTo>
                  <a:pt x="381483" y="356006"/>
                </a:lnTo>
                <a:close/>
                <a:lnTo>
                  <a:pt x="384079" y="354413"/>
                </a:lnTo>
                <a:close/>
                <a:lnTo>
                  <a:pt x="386674" y="352825"/>
                </a:lnTo>
                <a:close/>
                <a:lnTo>
                  <a:pt x="389269" y="351242"/>
                </a:lnTo>
                <a:close/>
                <a:lnTo>
                  <a:pt x="391864" y="349663"/>
                </a:lnTo>
                <a:close/>
                <a:lnTo>
                  <a:pt x="394459" y="348089"/>
                </a:lnTo>
                <a:close/>
                <a:lnTo>
                  <a:pt x="397054" y="346519"/>
                </a:lnTo>
                <a:close/>
                <a:lnTo>
                  <a:pt x="399649" y="344953"/>
                </a:lnTo>
                <a:close/>
                <a:lnTo>
                  <a:pt x="402244" y="343392"/>
                </a:lnTo>
                <a:close/>
                <a:lnTo>
                  <a:pt x="404840" y="341835"/>
                </a:lnTo>
                <a:close/>
                <a:lnTo>
                  <a:pt x="407435" y="340283"/>
                </a:lnTo>
                <a:close/>
                <a:lnTo>
                  <a:pt x="410030" y="338735"/>
                </a:lnTo>
                <a:close/>
                <a:lnTo>
                  <a:pt x="412625" y="337190"/>
                </a:lnTo>
                <a:close/>
                <a:lnTo>
                  <a:pt x="415220" y="335650"/>
                </a:lnTo>
                <a:close/>
                <a:lnTo>
                  <a:pt x="417815" y="334114"/>
                </a:lnTo>
                <a:close/>
                <a:lnTo>
                  <a:pt x="420410" y="332582"/>
                </a:lnTo>
                <a:close/>
                <a:lnTo>
                  <a:pt x="423005" y="331054"/>
                </a:lnTo>
                <a:close/>
                <a:lnTo>
                  <a:pt x="425601" y="329531"/>
                </a:lnTo>
                <a:close/>
                <a:lnTo>
                  <a:pt x="428196" y="328012"/>
                </a:lnTo>
                <a:close/>
                <a:lnTo>
                  <a:pt x="430791" y="326498"/>
                </a:lnTo>
                <a:close/>
                <a:lnTo>
                  <a:pt x="433386" y="324988"/>
                </a:lnTo>
                <a:close/>
                <a:lnTo>
                  <a:pt x="435981" y="323482"/>
                </a:lnTo>
                <a:close/>
                <a:lnTo>
                  <a:pt x="438576" y="321982"/>
                </a:lnTo>
                <a:close/>
                <a:lnTo>
                  <a:pt x="441171" y="320486"/>
                </a:lnTo>
                <a:close/>
                <a:lnTo>
                  <a:pt x="443766" y="318994"/>
                </a:lnTo>
                <a:close/>
                <a:lnTo>
                  <a:pt x="446362" y="317508"/>
                </a:lnTo>
                <a:close/>
                <a:lnTo>
                  <a:pt x="448957" y="316026"/>
                </a:lnTo>
                <a:close/>
                <a:lnTo>
                  <a:pt x="451552" y="314550"/>
                </a:lnTo>
                <a:close/>
                <a:lnTo>
                  <a:pt x="454147" y="313078"/>
                </a:lnTo>
                <a:close/>
                <a:lnTo>
                  <a:pt x="456742" y="311612"/>
                </a:lnTo>
                <a:close/>
                <a:lnTo>
                  <a:pt x="459337" y="310150"/>
                </a:lnTo>
                <a:close/>
                <a:lnTo>
                  <a:pt x="461932" y="308694"/>
                </a:lnTo>
                <a:close/>
                <a:lnTo>
                  <a:pt x="464527" y="307242"/>
                </a:lnTo>
                <a:close/>
                <a:lnTo>
                  <a:pt x="467123" y="305795"/>
                </a:lnTo>
                <a:close/>
                <a:lnTo>
                  <a:pt x="469718" y="304353"/>
                </a:lnTo>
                <a:close/>
                <a:lnTo>
                  <a:pt x="472313" y="302914"/>
                </a:lnTo>
                <a:close/>
                <a:lnTo>
                  <a:pt x="474908" y="301480"/>
                </a:lnTo>
                <a:close/>
                <a:lnTo>
                  <a:pt x="477503" y="300050"/>
                </a:lnTo>
                <a:close/>
                <a:lnTo>
                  <a:pt x="480098" y="298623"/>
                </a:lnTo>
                <a:close/>
                <a:lnTo>
                  <a:pt x="482693" y="297200"/>
                </a:lnTo>
                <a:close/>
                <a:lnTo>
                  <a:pt x="485288" y="295780"/>
                </a:lnTo>
                <a:close/>
                <a:lnTo>
                  <a:pt x="487884" y="294363"/>
                </a:lnTo>
                <a:close/>
                <a:lnTo>
                  <a:pt x="490479" y="292950"/>
                </a:lnTo>
                <a:close/>
                <a:lnTo>
                  <a:pt x="493074" y="291539"/>
                </a:lnTo>
                <a:close/>
                <a:lnTo>
                  <a:pt x="495669" y="290130"/>
                </a:lnTo>
                <a:close/>
                <a:lnTo>
                  <a:pt x="498264" y="288724"/>
                </a:lnTo>
                <a:close/>
                <a:lnTo>
                  <a:pt x="500859" y="287321"/>
                </a:lnTo>
                <a:close/>
                <a:lnTo>
                  <a:pt x="503454" y="285919"/>
                </a:lnTo>
                <a:close/>
                <a:lnTo>
                  <a:pt x="506049" y="284519"/>
                </a:lnTo>
                <a:close/>
                <a:lnTo>
                  <a:pt x="508645" y="283122"/>
                </a:lnTo>
                <a:close/>
                <a:lnTo>
                  <a:pt x="511240" y="281726"/>
                </a:lnTo>
                <a:close/>
                <a:lnTo>
                  <a:pt x="513835" y="280333"/>
                </a:lnTo>
                <a:close/>
                <a:lnTo>
                  <a:pt x="516430" y="278943"/>
                </a:lnTo>
                <a:close/>
                <a:lnTo>
                  <a:pt x="519025" y="277556"/>
                </a:lnTo>
                <a:close/>
                <a:lnTo>
                  <a:pt x="521620" y="276171"/>
                </a:lnTo>
                <a:close/>
                <a:lnTo>
                  <a:pt x="524215" y="274790"/>
                </a:lnTo>
                <a:close/>
                <a:lnTo>
                  <a:pt x="526810" y="273412"/>
                </a:lnTo>
                <a:close/>
                <a:lnTo>
                  <a:pt x="529406" y="272037"/>
                </a:lnTo>
                <a:close/>
                <a:lnTo>
                  <a:pt x="532001" y="270666"/>
                </a:lnTo>
                <a:close/>
                <a:lnTo>
                  <a:pt x="534596" y="269299"/>
                </a:lnTo>
                <a:close/>
                <a:lnTo>
                  <a:pt x="537191" y="267936"/>
                </a:lnTo>
                <a:close/>
                <a:lnTo>
                  <a:pt x="539786" y="266578"/>
                </a:lnTo>
                <a:close/>
                <a:lnTo>
                  <a:pt x="542381" y="265223"/>
                </a:lnTo>
                <a:close/>
                <a:lnTo>
                  <a:pt x="544976" y="263873"/>
                </a:lnTo>
                <a:close/>
                <a:lnTo>
                  <a:pt x="547571" y="262528"/>
                </a:lnTo>
                <a:close/>
                <a:lnTo>
                  <a:pt x="550167" y="261188"/>
                </a:lnTo>
                <a:close/>
                <a:lnTo>
                  <a:pt x="552762" y="259853"/>
                </a:lnTo>
                <a:close/>
                <a:lnTo>
                  <a:pt x="555357" y="258523"/>
                </a:lnTo>
                <a:close/>
                <a:lnTo>
                  <a:pt x="557952" y="257197"/>
                </a:lnTo>
                <a:close/>
                <a:lnTo>
                  <a:pt x="560547" y="255877"/>
                </a:lnTo>
                <a:close/>
                <a:lnTo>
                  <a:pt x="563142" y="254561"/>
                </a:lnTo>
                <a:close/>
                <a:lnTo>
                  <a:pt x="565737" y="253251"/>
                </a:lnTo>
                <a:close/>
                <a:lnTo>
                  <a:pt x="568332" y="251945"/>
                </a:lnTo>
                <a:close/>
                <a:lnTo>
                  <a:pt x="570928" y="250644"/>
                </a:lnTo>
                <a:close/>
                <a:lnTo>
                  <a:pt x="573523" y="249348"/>
                </a:lnTo>
                <a:close/>
                <a:lnTo>
                  <a:pt x="576118" y="248057"/>
                </a:lnTo>
                <a:close/>
                <a:lnTo>
                  <a:pt x="578713" y="246770"/>
                </a:lnTo>
                <a:close/>
                <a:lnTo>
                  <a:pt x="581308" y="245489"/>
                </a:lnTo>
                <a:close/>
                <a:lnTo>
                  <a:pt x="583903" y="244212"/>
                </a:lnTo>
                <a:close/>
                <a:lnTo>
                  <a:pt x="586498" y="242940"/>
                </a:lnTo>
                <a:close/>
                <a:lnTo>
                  <a:pt x="589093" y="241673"/>
                </a:lnTo>
                <a:close/>
                <a:lnTo>
                  <a:pt x="591689" y="240410"/>
                </a:lnTo>
                <a:close/>
                <a:lnTo>
                  <a:pt x="594284" y="239153"/>
                </a:lnTo>
                <a:close/>
                <a:lnTo>
                  <a:pt x="596879" y="237900"/>
                </a:lnTo>
                <a:close/>
                <a:lnTo>
                  <a:pt x="599474" y="236651"/>
                </a:lnTo>
                <a:close/>
                <a:lnTo>
                  <a:pt x="602069" y="235407"/>
                </a:lnTo>
                <a:close/>
                <a:lnTo>
                  <a:pt x="604664" y="234168"/>
                </a:lnTo>
                <a:close/>
                <a:lnTo>
                  <a:pt x="607259" y="232932"/>
                </a:lnTo>
                <a:close/>
                <a:lnTo>
                  <a:pt x="609854" y="231701"/>
                </a:lnTo>
                <a:close/>
                <a:lnTo>
                  <a:pt x="612450" y="230474"/>
                </a:lnTo>
                <a:close/>
                <a:lnTo>
                  <a:pt x="615045" y="229251"/>
                </a:lnTo>
                <a:close/>
                <a:lnTo>
                  <a:pt x="617640" y="228031"/>
                </a:lnTo>
                <a:close/>
                <a:lnTo>
                  <a:pt x="620235" y="226816"/>
                </a:lnTo>
                <a:close/>
                <a:lnTo>
                  <a:pt x="622830" y="225603"/>
                </a:lnTo>
                <a:close/>
                <a:lnTo>
                  <a:pt x="625425" y="224395"/>
                </a:lnTo>
                <a:close/>
                <a:lnTo>
                  <a:pt x="628020" y="223189"/>
                </a:lnTo>
                <a:close/>
                <a:lnTo>
                  <a:pt x="630615" y="221987"/>
                </a:lnTo>
                <a:close/>
                <a:lnTo>
                  <a:pt x="633211" y="220788"/>
                </a:lnTo>
                <a:close/>
                <a:lnTo>
                  <a:pt x="635806" y="219591"/>
                </a:lnTo>
                <a:close/>
                <a:lnTo>
                  <a:pt x="638401" y="218398"/>
                </a:lnTo>
                <a:close/>
                <a:lnTo>
                  <a:pt x="640996" y="217207"/>
                </a:lnTo>
                <a:close/>
                <a:lnTo>
                  <a:pt x="643591" y="216019"/>
                </a:lnTo>
                <a:close/>
                <a:lnTo>
                  <a:pt x="646186" y="214834"/>
                </a:lnTo>
                <a:close/>
                <a:lnTo>
                  <a:pt x="648781" y="213651"/>
                </a:lnTo>
                <a:close/>
                <a:lnTo>
                  <a:pt x="651376" y="212471"/>
                </a:lnTo>
                <a:close/>
                <a:lnTo>
                  <a:pt x="653972" y="211294"/>
                </a:lnTo>
                <a:close/>
                <a:lnTo>
                  <a:pt x="656567" y="210119"/>
                </a:lnTo>
                <a:close/>
                <a:lnTo>
                  <a:pt x="659162" y="208946"/>
                </a:lnTo>
                <a:close/>
                <a:lnTo>
                  <a:pt x="661757" y="207776"/>
                </a:lnTo>
                <a:close/>
                <a:lnTo>
                  <a:pt x="664352" y="206609"/>
                </a:lnTo>
                <a:close/>
                <a:lnTo>
                  <a:pt x="666947" y="205444"/>
                </a:lnTo>
                <a:close/>
                <a:lnTo>
                  <a:pt x="669542" y="204281"/>
                </a:lnTo>
                <a:close/>
                <a:lnTo>
                  <a:pt x="672137" y="203121"/>
                </a:lnTo>
                <a:close/>
                <a:lnTo>
                  <a:pt x="674733" y="201964"/>
                </a:lnTo>
                <a:close/>
                <a:lnTo>
                  <a:pt x="677328" y="200808"/>
                </a:lnTo>
                <a:close/>
                <a:lnTo>
                  <a:pt x="679923" y="199656"/>
                </a:lnTo>
                <a:close/>
                <a:lnTo>
                  <a:pt x="682518" y="198505"/>
                </a:lnTo>
                <a:close/>
                <a:lnTo>
                  <a:pt x="685113" y="197357"/>
                </a:lnTo>
                <a:close/>
                <a:lnTo>
                  <a:pt x="687708" y="196211"/>
                </a:lnTo>
                <a:close/>
                <a:lnTo>
                  <a:pt x="690303" y="195068"/>
                </a:lnTo>
                <a:close/>
                <a:lnTo>
                  <a:pt x="692898" y="193927"/>
                </a:lnTo>
                <a:close/>
                <a:lnTo>
                  <a:pt x="695494" y="192789"/>
                </a:lnTo>
                <a:close/>
                <a:lnTo>
                  <a:pt x="698089" y="191655"/>
                </a:lnTo>
                <a:close/>
                <a:lnTo>
                  <a:pt x="700684" y="190523"/>
                </a:lnTo>
                <a:close/>
                <a:lnTo>
                  <a:pt x="703279" y="189395"/>
                </a:lnTo>
                <a:close/>
                <a:lnTo>
                  <a:pt x="705874" y="188271"/>
                </a:lnTo>
                <a:close/>
                <a:lnTo>
                  <a:pt x="708469" y="187150"/>
                </a:lnTo>
                <a:close/>
                <a:lnTo>
                  <a:pt x="711064" y="186033"/>
                </a:lnTo>
                <a:close/>
                <a:lnTo>
                  <a:pt x="713659" y="184921"/>
                </a:lnTo>
                <a:close/>
                <a:lnTo>
                  <a:pt x="716255" y="183813"/>
                </a:lnTo>
                <a:close/>
                <a:lnTo>
                  <a:pt x="718850" y="182709"/>
                </a:lnTo>
                <a:close/>
                <a:lnTo>
                  <a:pt x="721445" y="181611"/>
                </a:lnTo>
                <a:close/>
                <a:lnTo>
                  <a:pt x="724040" y="180517"/>
                </a:lnTo>
                <a:close/>
                <a:lnTo>
                  <a:pt x="726635" y="179428"/>
                </a:lnTo>
                <a:close/>
                <a:lnTo>
                  <a:pt x="729230" y="178345"/>
                </a:lnTo>
                <a:close/>
                <a:lnTo>
                  <a:pt x="731825" y="177267"/>
                </a:lnTo>
                <a:close/>
                <a:lnTo>
                  <a:pt x="734420" y="176195"/>
                </a:lnTo>
                <a:close/>
                <a:lnTo>
                  <a:pt x="737016" y="175129"/>
                </a:lnTo>
                <a:close/>
                <a:lnTo>
                  <a:pt x="739611" y="174067"/>
                </a:lnTo>
                <a:close/>
                <a:lnTo>
                  <a:pt x="742206" y="173011"/>
                </a:lnTo>
                <a:close/>
                <a:lnTo>
                  <a:pt x="744801" y="171959"/>
                </a:lnTo>
                <a:close/>
                <a:lnTo>
                  <a:pt x="747396" y="170911"/>
                </a:lnTo>
                <a:close/>
                <a:lnTo>
                  <a:pt x="749991" y="169868"/>
                </a:lnTo>
                <a:close/>
                <a:lnTo>
                  <a:pt x="752586" y="168829"/>
                </a:lnTo>
                <a:close/>
                <a:lnTo>
                  <a:pt x="755181" y="167793"/>
                </a:lnTo>
                <a:close/>
                <a:lnTo>
                  <a:pt x="757777" y="166761"/>
                </a:lnTo>
                <a:close/>
                <a:lnTo>
                  <a:pt x="760372" y="165732"/>
                </a:lnTo>
                <a:close/>
                <a:lnTo>
                  <a:pt x="762967" y="164706"/>
                </a:lnTo>
                <a:close/>
                <a:lnTo>
                  <a:pt x="765562" y="163683"/>
                </a:lnTo>
                <a:close/>
                <a:lnTo>
                  <a:pt x="768157" y="162663"/>
                </a:lnTo>
                <a:close/>
                <a:lnTo>
                  <a:pt x="770752" y="161644"/>
                </a:lnTo>
                <a:close/>
                <a:lnTo>
                  <a:pt x="773347" y="160627"/>
                </a:lnTo>
                <a:close/>
                <a:lnTo>
                  <a:pt x="775942" y="159613"/>
                </a:lnTo>
                <a:close/>
                <a:lnTo>
                  <a:pt x="778538" y="158599"/>
                </a:lnTo>
                <a:close/>
                <a:lnTo>
                  <a:pt x="781133" y="157588"/>
                </a:lnTo>
                <a:close/>
                <a:lnTo>
                  <a:pt x="783728" y="156578"/>
                </a:lnTo>
                <a:close/>
                <a:lnTo>
                  <a:pt x="786323" y="155570"/>
                </a:lnTo>
                <a:close/>
                <a:lnTo>
                  <a:pt x="788918" y="154564"/>
                </a:lnTo>
                <a:close/>
                <a:lnTo>
                  <a:pt x="791513" y="153561"/>
                </a:lnTo>
                <a:close/>
                <a:lnTo>
                  <a:pt x="794108" y="152561"/>
                </a:lnTo>
                <a:close/>
                <a:lnTo>
                  <a:pt x="796703" y="151565"/>
                </a:lnTo>
                <a:close/>
                <a:lnTo>
                  <a:pt x="799299" y="150572"/>
                </a:lnTo>
                <a:close/>
                <a:lnTo>
                  <a:pt x="801894" y="149583"/>
                </a:lnTo>
                <a:close/>
                <a:lnTo>
                  <a:pt x="804489" y="148598"/>
                </a:lnTo>
                <a:close/>
                <a:lnTo>
                  <a:pt x="807084" y="147617"/>
                </a:lnTo>
                <a:close/>
                <a:lnTo>
                  <a:pt x="809679" y="146641"/>
                </a:lnTo>
                <a:close/>
                <a:lnTo>
                  <a:pt x="812274" y="145670"/>
                </a:lnTo>
                <a:close/>
                <a:lnTo>
                  <a:pt x="814869" y="144705"/>
                </a:lnTo>
                <a:close/>
                <a:lnTo>
                  <a:pt x="817464" y="143745"/>
                </a:lnTo>
                <a:close/>
                <a:lnTo>
                  <a:pt x="820060" y="142791"/>
                </a:lnTo>
                <a:close/>
                <a:lnTo>
                  <a:pt x="822655" y="141843"/>
                </a:lnTo>
                <a:close/>
                <a:lnTo>
                  <a:pt x="825250" y="140902"/>
                </a:lnTo>
                <a:close/>
                <a:lnTo>
                  <a:pt x="827845" y="139967"/>
                </a:lnTo>
                <a:close/>
                <a:lnTo>
                  <a:pt x="830440" y="139037"/>
                </a:lnTo>
                <a:close/>
                <a:lnTo>
                  <a:pt x="833035" y="138113"/>
                </a:lnTo>
                <a:close/>
                <a:lnTo>
                  <a:pt x="835630" y="137194"/>
                </a:lnTo>
                <a:close/>
                <a:lnTo>
                  <a:pt x="838225" y="136279"/>
                </a:lnTo>
                <a:close/>
                <a:lnTo>
                  <a:pt x="840821" y="135369"/>
                </a:lnTo>
                <a:close/>
                <a:lnTo>
                  <a:pt x="843416" y="134461"/>
                </a:lnTo>
                <a:close/>
                <a:lnTo>
                  <a:pt x="846011" y="133557"/>
                </a:lnTo>
                <a:close/>
                <a:lnTo>
                  <a:pt x="848606" y="132656"/>
                </a:lnTo>
                <a:close/>
                <a:lnTo>
                  <a:pt x="851201" y="131757"/>
                </a:lnTo>
                <a:close/>
                <a:lnTo>
                  <a:pt x="853796" y="130860"/>
                </a:lnTo>
                <a:close/>
                <a:lnTo>
                  <a:pt x="856391" y="129965"/>
                </a:lnTo>
                <a:close/>
                <a:lnTo>
                  <a:pt x="858986" y="129070"/>
                </a:lnTo>
                <a:close/>
                <a:lnTo>
                  <a:pt x="861582" y="128176"/>
                </a:lnTo>
                <a:close/>
                <a:lnTo>
                  <a:pt x="864177" y="127282"/>
                </a:lnTo>
                <a:close/>
                <a:lnTo>
                  <a:pt x="866772" y="126388"/>
                </a:lnTo>
                <a:close/>
                <a:lnTo>
                  <a:pt x="869367" y="125493"/>
                </a:lnTo>
                <a:close/>
                <a:lnTo>
                  <a:pt x="871962" y="124598"/>
                </a:lnTo>
                <a:close/>
                <a:lnTo>
                  <a:pt x="874557" y="123702"/>
                </a:lnTo>
                <a:close/>
                <a:lnTo>
                  <a:pt x="877152" y="122805"/>
                </a:lnTo>
                <a:close/>
                <a:lnTo>
                  <a:pt x="879747" y="121910"/>
                </a:lnTo>
                <a:close/>
                <a:lnTo>
                  <a:pt x="882343" y="121015"/>
                </a:lnTo>
                <a:close/>
                <a:lnTo>
                  <a:pt x="884938" y="120121"/>
                </a:lnTo>
                <a:close/>
                <a:lnTo>
                  <a:pt x="887533" y="119228"/>
                </a:lnTo>
                <a:close/>
                <a:lnTo>
                  <a:pt x="890128" y="118338"/>
                </a:lnTo>
                <a:close/>
                <a:lnTo>
                  <a:pt x="892723" y="117450"/>
                </a:lnTo>
                <a:close/>
                <a:lnTo>
                  <a:pt x="895318" y="116565"/>
                </a:lnTo>
                <a:close/>
                <a:lnTo>
                  <a:pt x="897913" y="115684"/>
                </a:lnTo>
                <a:close/>
                <a:lnTo>
                  <a:pt x="900508" y="114806"/>
                </a:lnTo>
                <a:close/>
                <a:lnTo>
                  <a:pt x="903104" y="113932"/>
                </a:lnTo>
                <a:close/>
                <a:lnTo>
                  <a:pt x="905699" y="113062"/>
                </a:lnTo>
                <a:close/>
                <a:lnTo>
                  <a:pt x="908294" y="112198"/>
                </a:lnTo>
                <a:close/>
                <a:lnTo>
                  <a:pt x="910889" y="111339"/>
                </a:lnTo>
                <a:close/>
                <a:lnTo>
                  <a:pt x="913484" y="110485"/>
                </a:lnTo>
                <a:close/>
                <a:lnTo>
                  <a:pt x="916079" y="109638"/>
                </a:lnTo>
                <a:close/>
                <a:lnTo>
                  <a:pt x="918674" y="108797"/>
                </a:lnTo>
                <a:close/>
                <a:lnTo>
                  <a:pt x="921269" y="107962"/>
                </a:lnTo>
                <a:close/>
                <a:lnTo>
                  <a:pt x="923865" y="107132"/>
                </a:lnTo>
                <a:close/>
                <a:lnTo>
                  <a:pt x="926460" y="106308"/>
                </a:lnTo>
                <a:close/>
                <a:lnTo>
                  <a:pt x="929055" y="105489"/>
                </a:lnTo>
                <a:close/>
                <a:lnTo>
                  <a:pt x="931650" y="104675"/>
                </a:lnTo>
                <a:close/>
                <a:lnTo>
                  <a:pt x="934245" y="103866"/>
                </a:lnTo>
                <a:close/>
                <a:lnTo>
                  <a:pt x="936840" y="103062"/>
                </a:lnTo>
                <a:close/>
                <a:lnTo>
                  <a:pt x="939435" y="102262"/>
                </a:lnTo>
                <a:close/>
                <a:lnTo>
                  <a:pt x="942030" y="101466"/>
                </a:lnTo>
                <a:close/>
                <a:lnTo>
                  <a:pt x="944626" y="100674"/>
                </a:lnTo>
                <a:close/>
                <a:lnTo>
                  <a:pt x="947221" y="99885"/>
                </a:lnTo>
                <a:close/>
                <a:lnTo>
                  <a:pt x="949816" y="99100"/>
                </a:lnTo>
                <a:close/>
                <a:lnTo>
                  <a:pt x="952411" y="98318"/>
                </a:lnTo>
                <a:close/>
                <a:lnTo>
                  <a:pt x="955006" y="97539"/>
                </a:lnTo>
                <a:close/>
                <a:lnTo>
                  <a:pt x="957601" y="96763"/>
                </a:lnTo>
                <a:close/>
                <a:lnTo>
                  <a:pt x="960196" y="95989"/>
                </a:lnTo>
                <a:close/>
                <a:lnTo>
                  <a:pt x="962791" y="95218"/>
                </a:lnTo>
                <a:close/>
                <a:lnTo>
                  <a:pt x="965387" y="94449"/>
                </a:lnTo>
                <a:close/>
                <a:lnTo>
                  <a:pt x="967982" y="93682"/>
                </a:lnTo>
                <a:close/>
                <a:lnTo>
                  <a:pt x="970577" y="92917"/>
                </a:lnTo>
                <a:close/>
                <a:lnTo>
                  <a:pt x="973172" y="92155"/>
                </a:lnTo>
                <a:close/>
                <a:lnTo>
                  <a:pt x="975767" y="91395"/>
                </a:lnTo>
                <a:close/>
                <a:lnTo>
                  <a:pt x="978362" y="90637"/>
                </a:lnTo>
                <a:close/>
                <a:lnTo>
                  <a:pt x="980957" y="89882"/>
                </a:lnTo>
                <a:close/>
                <a:lnTo>
                  <a:pt x="983552" y="89129"/>
                </a:lnTo>
                <a:close/>
                <a:lnTo>
                  <a:pt x="986148" y="88378"/>
                </a:lnTo>
                <a:close/>
                <a:lnTo>
                  <a:pt x="988743" y="87629"/>
                </a:lnTo>
                <a:close/>
                <a:lnTo>
                  <a:pt x="991338" y="86883"/>
                </a:lnTo>
                <a:close/>
                <a:lnTo>
                  <a:pt x="993933" y="86138"/>
                </a:lnTo>
                <a:close/>
                <a:lnTo>
                  <a:pt x="996528" y="85397"/>
                </a:lnTo>
                <a:close/>
                <a:lnTo>
                  <a:pt x="999123" y="84657"/>
                </a:lnTo>
                <a:close/>
                <a:lnTo>
                  <a:pt x="1001718" y="83920"/>
                </a:lnTo>
                <a:close/>
                <a:lnTo>
                  <a:pt x="1004313" y="83185"/>
                </a:lnTo>
                <a:close/>
                <a:lnTo>
                  <a:pt x="1006909" y="82452"/>
                </a:lnTo>
                <a:close/>
                <a:lnTo>
                  <a:pt x="1009504" y="81722"/>
                </a:lnTo>
                <a:close/>
                <a:lnTo>
                  <a:pt x="1012099" y="80994"/>
                </a:lnTo>
                <a:close/>
                <a:lnTo>
                  <a:pt x="1014694" y="80269"/>
                </a:lnTo>
                <a:close/>
                <a:lnTo>
                  <a:pt x="1017289" y="79547"/>
                </a:lnTo>
                <a:close/>
                <a:lnTo>
                  <a:pt x="1019884" y="78828"/>
                </a:lnTo>
                <a:close/>
                <a:lnTo>
                  <a:pt x="1022479" y="78113"/>
                </a:lnTo>
                <a:close/>
                <a:lnTo>
                  <a:pt x="1025074" y="77402"/>
                </a:lnTo>
                <a:close/>
                <a:lnTo>
                  <a:pt x="1027670" y="76695"/>
                </a:lnTo>
                <a:close/>
                <a:lnTo>
                  <a:pt x="1030265" y="75991"/>
                </a:lnTo>
                <a:close/>
                <a:lnTo>
                  <a:pt x="1032860" y="75293"/>
                </a:lnTo>
                <a:close/>
                <a:lnTo>
                  <a:pt x="1035455" y="74599"/>
                </a:lnTo>
                <a:close/>
                <a:lnTo>
                  <a:pt x="1038050" y="73909"/>
                </a:lnTo>
                <a:close/>
                <a:lnTo>
                  <a:pt x="1040645" y="73225"/>
                </a:lnTo>
                <a:close/>
                <a:lnTo>
                  <a:pt x="1043240" y="72546"/>
                </a:lnTo>
                <a:close/>
                <a:lnTo>
                  <a:pt x="1045835" y="71873"/>
                </a:lnTo>
                <a:close/>
                <a:lnTo>
                  <a:pt x="1048431" y="71206"/>
                </a:lnTo>
                <a:close/>
                <a:lnTo>
                  <a:pt x="1051026" y="70544"/>
                </a:lnTo>
                <a:close/>
                <a:lnTo>
                  <a:pt x="1053621" y="69889"/>
                </a:lnTo>
                <a:close/>
                <a:lnTo>
                  <a:pt x="1056216" y="69240"/>
                </a:lnTo>
                <a:close/>
                <a:lnTo>
                  <a:pt x="1058811" y="68596"/>
                </a:lnTo>
                <a:close/>
                <a:lnTo>
                  <a:pt x="1061406" y="67958"/>
                </a:lnTo>
                <a:close/>
                <a:lnTo>
                  <a:pt x="1064001" y="67324"/>
                </a:lnTo>
                <a:close/>
                <a:lnTo>
                  <a:pt x="1066596" y="66695"/>
                </a:lnTo>
                <a:close/>
                <a:lnTo>
                  <a:pt x="1069192" y="66069"/>
                </a:lnTo>
                <a:close/>
                <a:lnTo>
                  <a:pt x="1071787" y="65447"/>
                </a:lnTo>
                <a:close/>
                <a:lnTo>
                  <a:pt x="1074382" y="64828"/>
                </a:lnTo>
                <a:close/>
                <a:lnTo>
                  <a:pt x="1076977" y="64212"/>
                </a:lnTo>
                <a:close/>
                <a:lnTo>
                  <a:pt x="1079572" y="63598"/>
                </a:lnTo>
                <a:close/>
                <a:lnTo>
                  <a:pt x="1082167" y="62986"/>
                </a:lnTo>
                <a:close/>
                <a:lnTo>
                  <a:pt x="1084762" y="62375"/>
                </a:lnTo>
                <a:close/>
                <a:lnTo>
                  <a:pt x="1087357" y="61765"/>
                </a:lnTo>
                <a:close/>
                <a:lnTo>
                  <a:pt x="1089953" y="61156"/>
                </a:lnTo>
                <a:close/>
                <a:lnTo>
                  <a:pt x="1092548" y="60547"/>
                </a:lnTo>
                <a:close/>
                <a:lnTo>
                  <a:pt x="1095143" y="59938"/>
                </a:lnTo>
                <a:close/>
                <a:lnTo>
                  <a:pt x="1097738" y="59329"/>
                </a:lnTo>
                <a:close/>
                <a:lnTo>
                  <a:pt x="1100333" y="58718"/>
                </a:lnTo>
                <a:close/>
                <a:lnTo>
                  <a:pt x="1102928" y="58107"/>
                </a:lnTo>
                <a:close/>
                <a:lnTo>
                  <a:pt x="1105523" y="57496"/>
                </a:lnTo>
                <a:close/>
                <a:lnTo>
                  <a:pt x="1108118" y="56885"/>
                </a:lnTo>
                <a:close/>
                <a:lnTo>
                  <a:pt x="1110714" y="56276"/>
                </a:lnTo>
                <a:close/>
                <a:lnTo>
                  <a:pt x="1113309" y="55667"/>
                </a:lnTo>
                <a:close/>
                <a:lnTo>
                  <a:pt x="1115904" y="55060"/>
                </a:lnTo>
                <a:close/>
                <a:lnTo>
                  <a:pt x="1118499" y="54455"/>
                </a:lnTo>
                <a:close/>
                <a:lnTo>
                  <a:pt x="1121094" y="53852"/>
                </a:lnTo>
                <a:close/>
                <a:lnTo>
                  <a:pt x="1123689" y="53253"/>
                </a:lnTo>
                <a:close/>
                <a:lnTo>
                  <a:pt x="1126284" y="52656"/>
                </a:lnTo>
                <a:close/>
                <a:lnTo>
                  <a:pt x="1128879" y="52063"/>
                </a:lnTo>
                <a:close/>
                <a:lnTo>
                  <a:pt x="1131475" y="51475"/>
                </a:lnTo>
                <a:close/>
                <a:lnTo>
                  <a:pt x="1134070" y="50891"/>
                </a:lnTo>
                <a:close/>
                <a:lnTo>
                  <a:pt x="1136665" y="50311"/>
                </a:lnTo>
                <a:close/>
                <a:lnTo>
                  <a:pt x="1139260" y="49737"/>
                </a:lnTo>
                <a:close/>
                <a:lnTo>
                  <a:pt x="1141855" y="49169"/>
                </a:lnTo>
                <a:close/>
                <a:lnTo>
                  <a:pt x="1144450" y="48607"/>
                </a:lnTo>
                <a:close/>
                <a:lnTo>
                  <a:pt x="1147045" y="48052"/>
                </a:lnTo>
                <a:close/>
                <a:lnTo>
                  <a:pt x="1149640" y="47502"/>
                </a:lnTo>
                <a:close/>
                <a:lnTo>
                  <a:pt x="1152236" y="46958"/>
                </a:lnTo>
                <a:close/>
                <a:lnTo>
                  <a:pt x="1154831" y="46419"/>
                </a:lnTo>
                <a:close/>
                <a:lnTo>
                  <a:pt x="1157426" y="45886"/>
                </a:lnTo>
                <a:close/>
                <a:lnTo>
                  <a:pt x="1160021" y="45358"/>
                </a:lnTo>
                <a:close/>
                <a:lnTo>
                  <a:pt x="1162616" y="44834"/>
                </a:lnTo>
                <a:close/>
                <a:lnTo>
                  <a:pt x="1165211" y="44315"/>
                </a:lnTo>
                <a:close/>
                <a:lnTo>
                  <a:pt x="1167806" y="43800"/>
                </a:lnTo>
                <a:close/>
                <a:lnTo>
                  <a:pt x="1170401" y="43289"/>
                </a:lnTo>
                <a:close/>
                <a:lnTo>
                  <a:pt x="1172997" y="42782"/>
                </a:lnTo>
                <a:close/>
                <a:lnTo>
                  <a:pt x="1175592" y="42279"/>
                </a:lnTo>
                <a:close/>
                <a:lnTo>
                  <a:pt x="1178187" y="41778"/>
                </a:lnTo>
                <a:close/>
                <a:lnTo>
                  <a:pt x="1180782" y="41281"/>
                </a:lnTo>
                <a:close/>
                <a:lnTo>
                  <a:pt x="1183377" y="40787"/>
                </a:lnTo>
                <a:close/>
                <a:lnTo>
                  <a:pt x="1185972" y="40295"/>
                </a:lnTo>
                <a:close/>
                <a:lnTo>
                  <a:pt x="1188567" y="39805"/>
                </a:lnTo>
                <a:close/>
                <a:lnTo>
                  <a:pt x="1191162" y="39318"/>
                </a:lnTo>
                <a:close/>
                <a:lnTo>
                  <a:pt x="1193758" y="38832"/>
                </a:lnTo>
                <a:close/>
                <a:lnTo>
                  <a:pt x="1196353" y="38349"/>
                </a:lnTo>
                <a:close/>
                <a:lnTo>
                  <a:pt x="1198948" y="37868"/>
                </a:lnTo>
                <a:close/>
                <a:lnTo>
                  <a:pt x="1201543" y="37389"/>
                </a:lnTo>
                <a:close/>
                <a:lnTo>
                  <a:pt x="1204138" y="36913"/>
                </a:lnTo>
                <a:close/>
                <a:lnTo>
                  <a:pt x="1206733" y="36439"/>
                </a:lnTo>
                <a:close/>
                <a:lnTo>
                  <a:pt x="1209328" y="35967"/>
                </a:lnTo>
                <a:close/>
                <a:lnTo>
                  <a:pt x="1211924" y="35499"/>
                </a:lnTo>
                <a:close/>
                <a:lnTo>
                  <a:pt x="1214519" y="35032"/>
                </a:lnTo>
                <a:close/>
                <a:lnTo>
                  <a:pt x="1217114" y="34569"/>
                </a:lnTo>
                <a:close/>
                <a:lnTo>
                  <a:pt x="1219709" y="34108"/>
                </a:lnTo>
                <a:close/>
                <a:lnTo>
                  <a:pt x="1222304" y="33650"/>
                </a:lnTo>
                <a:close/>
                <a:lnTo>
                  <a:pt x="1224899" y="33195"/>
                </a:lnTo>
                <a:close/>
                <a:lnTo>
                  <a:pt x="1227494" y="32742"/>
                </a:lnTo>
                <a:close/>
                <a:lnTo>
                  <a:pt x="1230089" y="32293"/>
                </a:lnTo>
                <a:close/>
                <a:lnTo>
                  <a:pt x="1232684" y="31847"/>
                </a:lnTo>
                <a:close/>
                <a:lnTo>
                  <a:pt x="1235280" y="31404"/>
                </a:lnTo>
                <a:close/>
                <a:lnTo>
                  <a:pt x="1237875" y="30964"/>
                </a:lnTo>
                <a:close/>
                <a:lnTo>
                  <a:pt x="1240470" y="30528"/>
                </a:lnTo>
                <a:close/>
                <a:lnTo>
                  <a:pt x="1243065" y="30094"/>
                </a:lnTo>
                <a:close/>
                <a:lnTo>
                  <a:pt x="1245660" y="29664"/>
                </a:lnTo>
                <a:close/>
                <a:lnTo>
                  <a:pt x="1248255" y="29237"/>
                </a:lnTo>
                <a:close/>
                <a:lnTo>
                  <a:pt x="1250850" y="28812"/>
                </a:lnTo>
                <a:close/>
                <a:lnTo>
                  <a:pt x="1253445" y="28391"/>
                </a:lnTo>
                <a:close/>
                <a:lnTo>
                  <a:pt x="1256040" y="27973"/>
                </a:lnTo>
                <a:close/>
                <a:lnTo>
                  <a:pt x="1258635" y="27558"/>
                </a:lnTo>
                <a:close/>
                <a:lnTo>
                  <a:pt x="1261231" y="27147"/>
                </a:lnTo>
                <a:close/>
                <a:lnTo>
                  <a:pt x="1263826" y="26738"/>
                </a:lnTo>
                <a:close/>
                <a:lnTo>
                  <a:pt x="1266421" y="26332"/>
                </a:lnTo>
                <a:close/>
                <a:lnTo>
                  <a:pt x="1269016" y="25929"/>
                </a:lnTo>
                <a:close/>
                <a:lnTo>
                  <a:pt x="1271611" y="25529"/>
                </a:lnTo>
                <a:close/>
                <a:lnTo>
                  <a:pt x="1274206" y="25132"/>
                </a:lnTo>
                <a:close/>
                <a:lnTo>
                  <a:pt x="1276801" y="24738"/>
                </a:lnTo>
                <a:close/>
                <a:lnTo>
                  <a:pt x="1279397" y="24346"/>
                </a:lnTo>
                <a:close/>
                <a:lnTo>
                  <a:pt x="1281992" y="23958"/>
                </a:lnTo>
                <a:close/>
                <a:lnTo>
                  <a:pt x="1284587" y="23572"/>
                </a:lnTo>
                <a:close/>
                <a:lnTo>
                  <a:pt x="1287182" y="23190"/>
                </a:lnTo>
                <a:close/>
                <a:lnTo>
                  <a:pt x="1289778" y="22810"/>
                </a:lnTo>
                <a:close/>
                <a:lnTo>
                  <a:pt x="1292373" y="22433"/>
                </a:lnTo>
                <a:close/>
                <a:lnTo>
                  <a:pt x="1294968" y="22060"/>
                </a:lnTo>
                <a:close/>
                <a:lnTo>
                  <a:pt x="1297563" y="21689"/>
                </a:lnTo>
                <a:close/>
                <a:lnTo>
                  <a:pt x="1300159" y="21320"/>
                </a:lnTo>
                <a:close/>
                <a:lnTo>
                  <a:pt x="1302754" y="20955"/>
                </a:lnTo>
                <a:close/>
                <a:lnTo>
                  <a:pt x="1305349" y="20593"/>
                </a:lnTo>
                <a:close/>
                <a:lnTo>
                  <a:pt x="1307944" y="20234"/>
                </a:lnTo>
                <a:close/>
                <a:lnTo>
                  <a:pt x="1310539" y="19877"/>
                </a:lnTo>
                <a:close/>
                <a:lnTo>
                  <a:pt x="1313134" y="19524"/>
                </a:lnTo>
                <a:close/>
                <a:lnTo>
                  <a:pt x="1315729" y="19174"/>
                </a:lnTo>
                <a:close/>
                <a:lnTo>
                  <a:pt x="1318324" y="18826"/>
                </a:lnTo>
                <a:close/>
                <a:lnTo>
                  <a:pt x="1320919" y="18481"/>
                </a:lnTo>
                <a:close/>
                <a:lnTo>
                  <a:pt x="1323514" y="18140"/>
                </a:lnTo>
                <a:close/>
                <a:lnTo>
                  <a:pt x="1326109" y="17801"/>
                </a:lnTo>
                <a:close/>
                <a:lnTo>
                  <a:pt x="1328704" y="17466"/>
                </a:lnTo>
                <a:close/>
                <a:lnTo>
                  <a:pt x="1331298" y="17133"/>
                </a:lnTo>
                <a:close/>
                <a:lnTo>
                  <a:pt x="1333893" y="16803"/>
                </a:lnTo>
                <a:close/>
                <a:lnTo>
                  <a:pt x="1336488" y="16476"/>
                </a:lnTo>
                <a:close/>
                <a:lnTo>
                  <a:pt x="1339082" y="16153"/>
                </a:lnTo>
                <a:close/>
                <a:lnTo>
                  <a:pt x="1341677" y="15832"/>
                </a:lnTo>
                <a:close/>
                <a:lnTo>
                  <a:pt x="1344271" y="15514"/>
                </a:lnTo>
                <a:close/>
                <a:lnTo>
                  <a:pt x="1346866" y="15199"/>
                </a:lnTo>
                <a:close/>
                <a:lnTo>
                  <a:pt x="1349461" y="14887"/>
                </a:lnTo>
                <a:close/>
                <a:lnTo>
                  <a:pt x="1352056" y="14578"/>
                </a:lnTo>
                <a:close/>
                <a:lnTo>
                  <a:pt x="1354651" y="14272"/>
                </a:lnTo>
                <a:close/>
                <a:lnTo>
                  <a:pt x="1357246" y="13968"/>
                </a:lnTo>
                <a:close/>
                <a:lnTo>
                  <a:pt x="1359842" y="13668"/>
                </a:lnTo>
                <a:close/>
                <a:lnTo>
                  <a:pt x="1362437" y="13371"/>
                </a:lnTo>
                <a:close/>
                <a:lnTo>
                  <a:pt x="1365033" y="13076"/>
                </a:lnTo>
                <a:close/>
                <a:lnTo>
                  <a:pt x="1367629" y="12785"/>
                </a:lnTo>
                <a:close/>
                <a:lnTo>
                  <a:pt x="1370225" y="12496"/>
                </a:lnTo>
                <a:close/>
                <a:lnTo>
                  <a:pt x="1372822" y="12211"/>
                </a:lnTo>
                <a:close/>
                <a:lnTo>
                  <a:pt x="1375419" y="11928"/>
                </a:lnTo>
                <a:close/>
                <a:lnTo>
                  <a:pt x="1378016" y="11648"/>
                </a:lnTo>
                <a:close/>
                <a:lnTo>
                  <a:pt x="1380613" y="11371"/>
                </a:lnTo>
                <a:close/>
                <a:lnTo>
                  <a:pt x="1383210" y="11097"/>
                </a:lnTo>
                <a:close/>
                <a:lnTo>
                  <a:pt x="1385807" y="10826"/>
                </a:lnTo>
                <a:close/>
                <a:lnTo>
                  <a:pt x="1388404" y="10558"/>
                </a:lnTo>
                <a:close/>
                <a:lnTo>
                  <a:pt x="1391000" y="10293"/>
                </a:lnTo>
                <a:close/>
                <a:lnTo>
                  <a:pt x="1393597" y="10031"/>
                </a:lnTo>
                <a:close/>
                <a:lnTo>
                  <a:pt x="1396193" y="9772"/>
                </a:lnTo>
                <a:close/>
                <a:lnTo>
                  <a:pt x="1398789" y="9516"/>
                </a:lnTo>
                <a:close/>
                <a:lnTo>
                  <a:pt x="1401384" y="9262"/>
                </a:lnTo>
                <a:close/>
                <a:lnTo>
                  <a:pt x="1403978" y="9012"/>
                </a:lnTo>
                <a:close/>
                <a:lnTo>
                  <a:pt x="1406572" y="8765"/>
                </a:lnTo>
                <a:close/>
                <a:lnTo>
                  <a:pt x="1409165" y="8521"/>
                </a:lnTo>
                <a:close/>
                <a:lnTo>
                  <a:pt x="1411757" y="8280"/>
                </a:lnTo>
                <a:close/>
                <a:lnTo>
                  <a:pt x="1414349" y="8042"/>
                </a:lnTo>
                <a:close/>
                <a:lnTo>
                  <a:pt x="1416939" y="7807"/>
                </a:lnTo>
                <a:close/>
                <a:lnTo>
                  <a:pt x="1419529" y="7575"/>
                </a:lnTo>
                <a:close/>
                <a:lnTo>
                  <a:pt x="1422117" y="7346"/>
                </a:lnTo>
                <a:close/>
                <a:lnTo>
                  <a:pt x="1424705" y="7120"/>
                </a:lnTo>
                <a:close/>
                <a:lnTo>
                  <a:pt x="1427293" y="6897"/>
                </a:lnTo>
                <a:close/>
                <a:lnTo>
                  <a:pt x="1429881" y="6677"/>
                </a:lnTo>
                <a:close/>
                <a:lnTo>
                  <a:pt x="1432469" y="6460"/>
                </a:lnTo>
                <a:close/>
                <a:lnTo>
                  <a:pt x="1435058" y="6246"/>
                </a:lnTo>
                <a:close/>
                <a:lnTo>
                  <a:pt x="1437647" y="6034"/>
                </a:lnTo>
                <a:close/>
                <a:lnTo>
                  <a:pt x="1440238" y="5826"/>
                </a:lnTo>
                <a:close/>
                <a:lnTo>
                  <a:pt x="1442831" y="5620"/>
                </a:lnTo>
                <a:close/>
                <a:lnTo>
                  <a:pt x="1445425" y="5417"/>
                </a:lnTo>
                <a:close/>
                <a:lnTo>
                  <a:pt x="1448021" y="5217"/>
                </a:lnTo>
                <a:close/>
                <a:lnTo>
                  <a:pt x="1450619" y="5020"/>
                </a:lnTo>
                <a:close/>
                <a:lnTo>
                  <a:pt x="1453220" y="4825"/>
                </a:lnTo>
                <a:close/>
                <a:lnTo>
                  <a:pt x="1455824" y="4633"/>
                </a:lnTo>
                <a:close/>
                <a:lnTo>
                  <a:pt x="1458431" y="4443"/>
                </a:lnTo>
                <a:close/>
                <a:lnTo>
                  <a:pt x="1461041" y="4256"/>
                </a:lnTo>
                <a:close/>
                <a:lnTo>
                  <a:pt x="1463655" y="4072"/>
                </a:lnTo>
                <a:close/>
                <a:lnTo>
                  <a:pt x="1466273" y="3890"/>
                </a:lnTo>
                <a:close/>
                <a:lnTo>
                  <a:pt x="1468894" y="3711"/>
                </a:lnTo>
                <a:close/>
                <a:lnTo>
                  <a:pt x="1471516" y="3535"/>
                </a:lnTo>
                <a:close/>
                <a:lnTo>
                  <a:pt x="1474138" y="3361"/>
                </a:lnTo>
                <a:close/>
                <a:lnTo>
                  <a:pt x="1476760" y="3191"/>
                </a:lnTo>
                <a:close/>
                <a:lnTo>
                  <a:pt x="1479380" y="3024"/>
                </a:lnTo>
                <a:close/>
                <a:lnTo>
                  <a:pt x="1481998" y="2860"/>
                </a:lnTo>
                <a:close/>
                <a:lnTo>
                  <a:pt x="1484612" y="2699"/>
                </a:lnTo>
                <a:close/>
                <a:lnTo>
                  <a:pt x="1487221" y="2542"/>
                </a:lnTo>
                <a:close/>
                <a:lnTo>
                  <a:pt x="1489825" y="2388"/>
                </a:lnTo>
                <a:close/>
                <a:lnTo>
                  <a:pt x="1492421" y="2238"/>
                </a:lnTo>
                <a:close/>
                <a:lnTo>
                  <a:pt x="1495010" y="2091"/>
                </a:lnTo>
                <a:close/>
                <a:lnTo>
                  <a:pt x="1497589" y="1949"/>
                </a:lnTo>
                <a:close/>
                <a:lnTo>
                  <a:pt x="1500158" y="1810"/>
                </a:lnTo>
                <a:close/>
                <a:lnTo>
                  <a:pt x="1502717" y="1675"/>
                </a:lnTo>
                <a:close/>
                <a:lnTo>
                  <a:pt x="1505263" y="1545"/>
                </a:lnTo>
                <a:close/>
                <a:lnTo>
                  <a:pt x="1507795" y="1419"/>
                </a:lnTo>
                <a:close/>
                <a:lnTo>
                  <a:pt x="1510314" y="1297"/>
                </a:lnTo>
                <a:close/>
                <a:lnTo>
                  <a:pt x="1512817" y="1180"/>
                </a:lnTo>
                <a:close/>
                <a:lnTo>
                  <a:pt x="1515303" y="1067"/>
                </a:lnTo>
                <a:close/>
                <a:lnTo>
                  <a:pt x="1517772" y="959"/>
                </a:lnTo>
                <a:close/>
                <a:lnTo>
                  <a:pt x="1520223" y="856"/>
                </a:lnTo>
                <a:close/>
                <a:lnTo>
                  <a:pt x="1522654" y="758"/>
                </a:lnTo>
                <a:close/>
                <a:lnTo>
                  <a:pt x="1525064" y="665"/>
                </a:lnTo>
                <a:close/>
                <a:lnTo>
                  <a:pt x="1527453" y="576"/>
                </a:lnTo>
                <a:close/>
                <a:lnTo>
                  <a:pt x="1529818" y="494"/>
                </a:lnTo>
                <a:close/>
                <a:lnTo>
                  <a:pt x="1532160" y="416"/>
                </a:lnTo>
                <a:close/>
                <a:lnTo>
                  <a:pt x="1534477" y="344"/>
                </a:lnTo>
                <a:close/>
                <a:lnTo>
                  <a:pt x="1536768" y="277"/>
                </a:lnTo>
                <a:close/>
                <a:lnTo>
                  <a:pt x="1539032" y="216"/>
                </a:lnTo>
                <a:close/>
                <a:lnTo>
                  <a:pt x="1541267" y="161"/>
                </a:lnTo>
                <a:close/>
                <a:lnTo>
                  <a:pt x="1543474" y="112"/>
                </a:lnTo>
                <a:close/>
                <a:lnTo>
                  <a:pt x="1545650" y="69"/>
                </a:lnTo>
                <a:close/>
                <a:lnTo>
                  <a:pt x="1547795" y="31"/>
                </a:lnTo>
                <a:close/>
                <a:lnTo>
                  <a:pt x="1549908" y="0"/>
                </a:lnTo>
                <a:close/>
              </a:path>
            </a:pathLst>
          </a:custGeom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943600" y="780418"/>
            <a:ext cx="1266639" cy="1085872"/>
          </a:xfrm>
          <a:custGeom>
            <a:avLst/>
            <a:gdLst/>
            <a:ahLst/>
            <a:cxnLst/>
            <a:rect l="l" t="t" r="r" b="b"/>
            <a:pathLst>
              <a:path w="1266639" h="1085872">
                <a:moveTo>
                  <a:pt x="0" y="1085872"/>
                </a:moveTo>
                <a:lnTo>
                  <a:pt x="2137" y="1081878"/>
                </a:lnTo>
                <a:close/>
                <a:lnTo>
                  <a:pt x="4274" y="1077887"/>
                </a:lnTo>
                <a:close/>
                <a:lnTo>
                  <a:pt x="6411" y="1073898"/>
                </a:lnTo>
                <a:close/>
                <a:lnTo>
                  <a:pt x="8549" y="1069912"/>
                </a:lnTo>
                <a:close/>
                <a:lnTo>
                  <a:pt x="10686" y="1065930"/>
                </a:lnTo>
                <a:close/>
                <a:lnTo>
                  <a:pt x="12823" y="1061953"/>
                </a:lnTo>
                <a:close/>
                <a:lnTo>
                  <a:pt x="14960" y="1057981"/>
                </a:lnTo>
                <a:close/>
                <a:lnTo>
                  <a:pt x="17097" y="1054014"/>
                </a:lnTo>
                <a:close/>
                <a:lnTo>
                  <a:pt x="19234" y="1050054"/>
                </a:lnTo>
                <a:close/>
                <a:lnTo>
                  <a:pt x="21372" y="1046101"/>
                </a:lnTo>
                <a:close/>
                <a:lnTo>
                  <a:pt x="23509" y="1042156"/>
                </a:lnTo>
                <a:close/>
                <a:lnTo>
                  <a:pt x="25646" y="1038219"/>
                </a:lnTo>
                <a:close/>
                <a:lnTo>
                  <a:pt x="27783" y="1034290"/>
                </a:lnTo>
                <a:close/>
                <a:lnTo>
                  <a:pt x="29920" y="1030371"/>
                </a:lnTo>
                <a:close/>
                <a:lnTo>
                  <a:pt x="32057" y="1026462"/>
                </a:lnTo>
                <a:close/>
                <a:lnTo>
                  <a:pt x="34195" y="1022563"/>
                </a:lnTo>
                <a:close/>
                <a:lnTo>
                  <a:pt x="36332" y="1018676"/>
                </a:lnTo>
                <a:close/>
                <a:lnTo>
                  <a:pt x="38469" y="1014801"/>
                </a:lnTo>
                <a:close/>
                <a:lnTo>
                  <a:pt x="40606" y="1010937"/>
                </a:lnTo>
                <a:close/>
                <a:lnTo>
                  <a:pt x="42743" y="1007087"/>
                </a:lnTo>
                <a:close/>
                <a:lnTo>
                  <a:pt x="44880" y="1003251"/>
                </a:lnTo>
                <a:close/>
                <a:lnTo>
                  <a:pt x="47018" y="999429"/>
                </a:lnTo>
                <a:close/>
                <a:lnTo>
                  <a:pt x="49155" y="995620"/>
                </a:lnTo>
                <a:close/>
                <a:lnTo>
                  <a:pt x="51292" y="991825"/>
                </a:lnTo>
                <a:close/>
                <a:lnTo>
                  <a:pt x="53429" y="988042"/>
                </a:lnTo>
                <a:close/>
                <a:lnTo>
                  <a:pt x="55566" y="984271"/>
                </a:lnTo>
                <a:close/>
                <a:lnTo>
                  <a:pt x="57703" y="980511"/>
                </a:lnTo>
                <a:close/>
                <a:lnTo>
                  <a:pt x="59841" y="976761"/>
                </a:lnTo>
                <a:close/>
                <a:lnTo>
                  <a:pt x="61978" y="973020"/>
                </a:lnTo>
                <a:close/>
                <a:lnTo>
                  <a:pt x="64115" y="969288"/>
                </a:lnTo>
                <a:close/>
                <a:lnTo>
                  <a:pt x="66252" y="965563"/>
                </a:lnTo>
                <a:close/>
                <a:lnTo>
                  <a:pt x="68389" y="961846"/>
                </a:lnTo>
                <a:close/>
                <a:lnTo>
                  <a:pt x="70526" y="958134"/>
                </a:lnTo>
                <a:close/>
                <a:lnTo>
                  <a:pt x="72664" y="954429"/>
                </a:lnTo>
                <a:close/>
                <a:lnTo>
                  <a:pt x="74801" y="950731"/>
                </a:lnTo>
                <a:close/>
                <a:lnTo>
                  <a:pt x="76938" y="947039"/>
                </a:lnTo>
                <a:close/>
                <a:lnTo>
                  <a:pt x="79075" y="943355"/>
                </a:lnTo>
                <a:close/>
                <a:lnTo>
                  <a:pt x="81212" y="939678"/>
                </a:lnTo>
                <a:close/>
                <a:lnTo>
                  <a:pt x="83349" y="936009"/>
                </a:lnTo>
                <a:close/>
                <a:lnTo>
                  <a:pt x="85486" y="932348"/>
                </a:lnTo>
                <a:close/>
                <a:lnTo>
                  <a:pt x="87624" y="928696"/>
                </a:lnTo>
                <a:close/>
                <a:lnTo>
                  <a:pt x="89761" y="925052"/>
                </a:lnTo>
                <a:close/>
                <a:lnTo>
                  <a:pt x="91898" y="921417"/>
                </a:lnTo>
                <a:close/>
                <a:lnTo>
                  <a:pt x="94035" y="917791"/>
                </a:lnTo>
                <a:close/>
                <a:lnTo>
                  <a:pt x="96172" y="914173"/>
                </a:lnTo>
                <a:close/>
                <a:lnTo>
                  <a:pt x="98309" y="910564"/>
                </a:lnTo>
                <a:close/>
                <a:lnTo>
                  <a:pt x="100447" y="906963"/>
                </a:lnTo>
                <a:close/>
                <a:lnTo>
                  <a:pt x="102584" y="903370"/>
                </a:lnTo>
                <a:close/>
                <a:lnTo>
                  <a:pt x="104721" y="899784"/>
                </a:lnTo>
                <a:close/>
                <a:lnTo>
                  <a:pt x="106858" y="896204"/>
                </a:lnTo>
                <a:close/>
                <a:lnTo>
                  <a:pt x="108995" y="892632"/>
                </a:lnTo>
                <a:close/>
                <a:lnTo>
                  <a:pt x="111132" y="889065"/>
                </a:lnTo>
                <a:close/>
                <a:lnTo>
                  <a:pt x="113270" y="885505"/>
                </a:lnTo>
                <a:close/>
                <a:lnTo>
                  <a:pt x="115407" y="881950"/>
                </a:lnTo>
                <a:close/>
                <a:lnTo>
                  <a:pt x="117544" y="878401"/>
                </a:lnTo>
                <a:close/>
                <a:lnTo>
                  <a:pt x="119681" y="874859"/>
                </a:lnTo>
                <a:close/>
                <a:lnTo>
                  <a:pt x="121818" y="871325"/>
                </a:lnTo>
                <a:close/>
                <a:lnTo>
                  <a:pt x="123955" y="867800"/>
                </a:lnTo>
                <a:close/>
                <a:lnTo>
                  <a:pt x="126093" y="864286"/>
                </a:lnTo>
                <a:close/>
                <a:lnTo>
                  <a:pt x="128230" y="860784"/>
                </a:lnTo>
                <a:close/>
                <a:lnTo>
                  <a:pt x="130367" y="857294"/>
                </a:lnTo>
                <a:close/>
                <a:lnTo>
                  <a:pt x="132504" y="853818"/>
                </a:lnTo>
                <a:close/>
                <a:lnTo>
                  <a:pt x="134641" y="850358"/>
                </a:lnTo>
                <a:close/>
                <a:lnTo>
                  <a:pt x="136778" y="846913"/>
                </a:lnTo>
                <a:close/>
                <a:lnTo>
                  <a:pt x="138916" y="843485"/>
                </a:lnTo>
                <a:close/>
                <a:lnTo>
                  <a:pt x="141053" y="840073"/>
                </a:lnTo>
                <a:close/>
                <a:lnTo>
                  <a:pt x="143190" y="836676"/>
                </a:lnTo>
                <a:close/>
                <a:lnTo>
                  <a:pt x="145327" y="833290"/>
                </a:lnTo>
                <a:close/>
                <a:lnTo>
                  <a:pt x="147464" y="829914"/>
                </a:lnTo>
                <a:close/>
                <a:lnTo>
                  <a:pt x="149601" y="826546"/>
                </a:lnTo>
                <a:close/>
                <a:lnTo>
                  <a:pt x="151738" y="823185"/>
                </a:lnTo>
                <a:close/>
                <a:lnTo>
                  <a:pt x="153876" y="819827"/>
                </a:lnTo>
                <a:close/>
                <a:lnTo>
                  <a:pt x="156013" y="816472"/>
                </a:lnTo>
                <a:close/>
                <a:lnTo>
                  <a:pt x="158150" y="813117"/>
                </a:lnTo>
                <a:close/>
                <a:lnTo>
                  <a:pt x="160287" y="809761"/>
                </a:lnTo>
                <a:close/>
                <a:lnTo>
                  <a:pt x="162424" y="806402"/>
                </a:lnTo>
                <a:close/>
                <a:lnTo>
                  <a:pt x="164561" y="803042"/>
                </a:lnTo>
                <a:close/>
                <a:lnTo>
                  <a:pt x="166699" y="799684"/>
                </a:lnTo>
                <a:close/>
                <a:lnTo>
                  <a:pt x="168836" y="796328"/>
                </a:lnTo>
                <a:close/>
                <a:lnTo>
                  <a:pt x="170973" y="792979"/>
                </a:lnTo>
                <a:close/>
                <a:lnTo>
                  <a:pt x="173110" y="789637"/>
                </a:lnTo>
                <a:close/>
                <a:lnTo>
                  <a:pt x="175247" y="786305"/>
                </a:lnTo>
                <a:close/>
                <a:lnTo>
                  <a:pt x="177384" y="782985"/>
                </a:lnTo>
                <a:close/>
                <a:lnTo>
                  <a:pt x="179522" y="779680"/>
                </a:lnTo>
                <a:close/>
                <a:lnTo>
                  <a:pt x="181659" y="776391"/>
                </a:lnTo>
                <a:close/>
                <a:lnTo>
                  <a:pt x="183796" y="773120"/>
                </a:lnTo>
                <a:close/>
                <a:lnTo>
                  <a:pt x="185933" y="769868"/>
                </a:lnTo>
                <a:close/>
                <a:lnTo>
                  <a:pt x="188070" y="766633"/>
                </a:lnTo>
                <a:close/>
                <a:lnTo>
                  <a:pt x="190207" y="763412"/>
                </a:lnTo>
                <a:close/>
                <a:lnTo>
                  <a:pt x="192345" y="760203"/>
                </a:lnTo>
                <a:close/>
                <a:lnTo>
                  <a:pt x="194482" y="757004"/>
                </a:lnTo>
                <a:close/>
                <a:lnTo>
                  <a:pt x="196619" y="753813"/>
                </a:lnTo>
                <a:close/>
                <a:lnTo>
                  <a:pt x="198756" y="750628"/>
                </a:lnTo>
                <a:close/>
                <a:lnTo>
                  <a:pt x="200893" y="747445"/>
                </a:lnTo>
                <a:close/>
                <a:lnTo>
                  <a:pt x="203030" y="744264"/>
                </a:lnTo>
                <a:close/>
                <a:lnTo>
                  <a:pt x="205168" y="741082"/>
                </a:lnTo>
                <a:close/>
                <a:lnTo>
                  <a:pt x="207305" y="737897"/>
                </a:lnTo>
                <a:close/>
                <a:lnTo>
                  <a:pt x="209442" y="734709"/>
                </a:lnTo>
                <a:close/>
                <a:lnTo>
                  <a:pt x="211579" y="731522"/>
                </a:lnTo>
                <a:close/>
                <a:lnTo>
                  <a:pt x="213716" y="728336"/>
                </a:lnTo>
                <a:close/>
                <a:lnTo>
                  <a:pt x="215853" y="725155"/>
                </a:lnTo>
                <a:close/>
                <a:lnTo>
                  <a:pt x="217991" y="721981"/>
                </a:lnTo>
                <a:close/>
                <a:lnTo>
                  <a:pt x="220128" y="718815"/>
                </a:lnTo>
                <a:close/>
                <a:lnTo>
                  <a:pt x="222265" y="715661"/>
                </a:lnTo>
                <a:close/>
                <a:lnTo>
                  <a:pt x="224402" y="712519"/>
                </a:lnTo>
                <a:close/>
                <a:lnTo>
                  <a:pt x="226539" y="709394"/>
                </a:lnTo>
                <a:close/>
                <a:lnTo>
                  <a:pt x="228676" y="706286"/>
                </a:lnTo>
                <a:close/>
                <a:lnTo>
                  <a:pt x="230813" y="703197"/>
                </a:lnTo>
                <a:close/>
                <a:lnTo>
                  <a:pt x="232951" y="700126"/>
                </a:lnTo>
                <a:close/>
                <a:lnTo>
                  <a:pt x="235088" y="697070"/>
                </a:lnTo>
                <a:close/>
                <a:lnTo>
                  <a:pt x="237225" y="694028"/>
                </a:lnTo>
                <a:close/>
                <a:lnTo>
                  <a:pt x="239362" y="690996"/>
                </a:lnTo>
                <a:close/>
                <a:lnTo>
                  <a:pt x="241499" y="687973"/>
                </a:lnTo>
                <a:close/>
                <a:lnTo>
                  <a:pt x="243636" y="684957"/>
                </a:lnTo>
                <a:close/>
                <a:lnTo>
                  <a:pt x="245774" y="681945"/>
                </a:lnTo>
                <a:close/>
                <a:lnTo>
                  <a:pt x="247911" y="678935"/>
                </a:lnTo>
                <a:close/>
                <a:lnTo>
                  <a:pt x="250048" y="675925"/>
                </a:lnTo>
                <a:close/>
                <a:lnTo>
                  <a:pt x="252185" y="672913"/>
                </a:lnTo>
                <a:close/>
                <a:lnTo>
                  <a:pt x="254322" y="669898"/>
                </a:lnTo>
                <a:close/>
                <a:lnTo>
                  <a:pt x="256459" y="666881"/>
                </a:lnTo>
                <a:close/>
                <a:lnTo>
                  <a:pt x="258597" y="663867"/>
                </a:lnTo>
                <a:close/>
                <a:lnTo>
                  <a:pt x="260734" y="660855"/>
                </a:lnTo>
                <a:close/>
                <a:lnTo>
                  <a:pt x="262871" y="657849"/>
                </a:lnTo>
                <a:close/>
                <a:lnTo>
                  <a:pt x="265008" y="654851"/>
                </a:lnTo>
                <a:close/>
                <a:lnTo>
                  <a:pt x="267145" y="651863"/>
                </a:lnTo>
                <a:close/>
                <a:lnTo>
                  <a:pt x="269282" y="648887"/>
                </a:lnTo>
                <a:close/>
                <a:lnTo>
                  <a:pt x="271420" y="645925"/>
                </a:lnTo>
                <a:close/>
                <a:lnTo>
                  <a:pt x="273557" y="642979"/>
                </a:lnTo>
                <a:close/>
                <a:lnTo>
                  <a:pt x="275694" y="640052"/>
                </a:lnTo>
                <a:close/>
                <a:lnTo>
                  <a:pt x="277831" y="637142"/>
                </a:lnTo>
                <a:close/>
                <a:lnTo>
                  <a:pt x="279968" y="634249"/>
                </a:lnTo>
                <a:close/>
                <a:lnTo>
                  <a:pt x="282105" y="631370"/>
                </a:lnTo>
                <a:close/>
                <a:lnTo>
                  <a:pt x="284243" y="628503"/>
                </a:lnTo>
                <a:close/>
                <a:lnTo>
                  <a:pt x="286380" y="625647"/>
                </a:lnTo>
                <a:close/>
                <a:lnTo>
                  <a:pt x="288517" y="622799"/>
                </a:lnTo>
                <a:close/>
                <a:lnTo>
                  <a:pt x="290654" y="619957"/>
                </a:lnTo>
                <a:close/>
                <a:lnTo>
                  <a:pt x="292791" y="617120"/>
                </a:lnTo>
                <a:close/>
                <a:lnTo>
                  <a:pt x="294928" y="614285"/>
                </a:lnTo>
                <a:close/>
                <a:lnTo>
                  <a:pt x="297066" y="611451"/>
                </a:lnTo>
                <a:close/>
                <a:lnTo>
                  <a:pt x="299203" y="608616"/>
                </a:lnTo>
                <a:close/>
                <a:lnTo>
                  <a:pt x="301340" y="605780"/>
                </a:lnTo>
                <a:close/>
                <a:lnTo>
                  <a:pt x="303477" y="602945"/>
                </a:lnTo>
                <a:close/>
                <a:lnTo>
                  <a:pt x="305614" y="600112"/>
                </a:lnTo>
                <a:close/>
                <a:lnTo>
                  <a:pt x="307751" y="597282"/>
                </a:lnTo>
                <a:close/>
                <a:lnTo>
                  <a:pt x="309888" y="594456"/>
                </a:lnTo>
                <a:close/>
                <a:lnTo>
                  <a:pt x="312026" y="591636"/>
                </a:lnTo>
                <a:close/>
                <a:lnTo>
                  <a:pt x="314163" y="588821"/>
                </a:lnTo>
                <a:close/>
                <a:lnTo>
                  <a:pt x="316300" y="586014"/>
                </a:lnTo>
                <a:close/>
                <a:lnTo>
                  <a:pt x="318437" y="583216"/>
                </a:lnTo>
                <a:close/>
                <a:lnTo>
                  <a:pt x="320574" y="580427"/>
                </a:lnTo>
                <a:close/>
                <a:lnTo>
                  <a:pt x="322711" y="577649"/>
                </a:lnTo>
                <a:close/>
                <a:lnTo>
                  <a:pt x="324849" y="574881"/>
                </a:lnTo>
                <a:close/>
                <a:lnTo>
                  <a:pt x="326986" y="572123"/>
                </a:lnTo>
                <a:close/>
                <a:lnTo>
                  <a:pt x="329123" y="569374"/>
                </a:lnTo>
                <a:close/>
                <a:lnTo>
                  <a:pt x="331260" y="566634"/>
                </a:lnTo>
                <a:close/>
                <a:lnTo>
                  <a:pt x="333397" y="563904"/>
                </a:lnTo>
                <a:close/>
                <a:lnTo>
                  <a:pt x="335534" y="561182"/>
                </a:lnTo>
                <a:close/>
                <a:lnTo>
                  <a:pt x="337672" y="558468"/>
                </a:lnTo>
                <a:close/>
                <a:lnTo>
                  <a:pt x="339809" y="555763"/>
                </a:lnTo>
                <a:close/>
                <a:lnTo>
                  <a:pt x="341946" y="553065"/>
                </a:lnTo>
                <a:close/>
                <a:lnTo>
                  <a:pt x="344083" y="550374"/>
                </a:lnTo>
                <a:close/>
                <a:lnTo>
                  <a:pt x="346220" y="547691"/>
                </a:lnTo>
                <a:close/>
                <a:lnTo>
                  <a:pt x="348357" y="545016"/>
                </a:lnTo>
                <a:close/>
                <a:lnTo>
                  <a:pt x="350495" y="542348"/>
                </a:lnTo>
                <a:close/>
                <a:lnTo>
                  <a:pt x="352632" y="539688"/>
                </a:lnTo>
                <a:close/>
                <a:lnTo>
                  <a:pt x="354769" y="537035"/>
                </a:lnTo>
                <a:close/>
                <a:lnTo>
                  <a:pt x="356906" y="534390"/>
                </a:lnTo>
                <a:close/>
                <a:lnTo>
                  <a:pt x="359043" y="531753"/>
                </a:lnTo>
                <a:close/>
                <a:lnTo>
                  <a:pt x="361180" y="529124"/>
                </a:lnTo>
                <a:close/>
                <a:lnTo>
                  <a:pt x="363318" y="526502"/>
                </a:lnTo>
                <a:close/>
                <a:lnTo>
                  <a:pt x="365455" y="523889"/>
                </a:lnTo>
                <a:close/>
                <a:lnTo>
                  <a:pt x="367592" y="521284"/>
                </a:lnTo>
                <a:close/>
                <a:lnTo>
                  <a:pt x="369729" y="518687"/>
                </a:lnTo>
                <a:close/>
                <a:lnTo>
                  <a:pt x="371866" y="516098"/>
                </a:lnTo>
                <a:close/>
                <a:lnTo>
                  <a:pt x="374003" y="513517"/>
                </a:lnTo>
                <a:close/>
                <a:lnTo>
                  <a:pt x="376141" y="510945"/>
                </a:lnTo>
                <a:close/>
                <a:lnTo>
                  <a:pt x="378278" y="508380"/>
                </a:lnTo>
                <a:close/>
                <a:lnTo>
                  <a:pt x="380415" y="505824"/>
                </a:lnTo>
                <a:close/>
                <a:lnTo>
                  <a:pt x="382552" y="503276"/>
                </a:lnTo>
                <a:close/>
                <a:lnTo>
                  <a:pt x="384689" y="500735"/>
                </a:lnTo>
                <a:close/>
                <a:lnTo>
                  <a:pt x="386826" y="498203"/>
                </a:lnTo>
                <a:close/>
                <a:lnTo>
                  <a:pt x="388963" y="495679"/>
                </a:lnTo>
                <a:close/>
                <a:lnTo>
                  <a:pt x="391101" y="493163"/>
                </a:lnTo>
                <a:close/>
                <a:lnTo>
                  <a:pt x="393238" y="490655"/>
                </a:lnTo>
                <a:close/>
                <a:lnTo>
                  <a:pt x="395375" y="488155"/>
                </a:lnTo>
                <a:close/>
                <a:lnTo>
                  <a:pt x="397512" y="485663"/>
                </a:lnTo>
                <a:close/>
                <a:lnTo>
                  <a:pt x="399649" y="483179"/>
                </a:lnTo>
                <a:close/>
                <a:lnTo>
                  <a:pt x="401786" y="480703"/>
                </a:lnTo>
                <a:close/>
                <a:lnTo>
                  <a:pt x="403924" y="478234"/>
                </a:lnTo>
                <a:close/>
                <a:lnTo>
                  <a:pt x="406061" y="475773"/>
                </a:lnTo>
                <a:close/>
                <a:lnTo>
                  <a:pt x="408198" y="473320"/>
                </a:lnTo>
                <a:close/>
                <a:lnTo>
                  <a:pt x="410335" y="470874"/>
                </a:lnTo>
                <a:close/>
                <a:lnTo>
                  <a:pt x="412472" y="468436"/>
                </a:lnTo>
                <a:close/>
                <a:lnTo>
                  <a:pt x="414609" y="466005"/>
                </a:lnTo>
                <a:close/>
                <a:lnTo>
                  <a:pt x="416747" y="463582"/>
                </a:lnTo>
                <a:close/>
                <a:lnTo>
                  <a:pt x="418884" y="461168"/>
                </a:lnTo>
                <a:close/>
                <a:lnTo>
                  <a:pt x="421021" y="458761"/>
                </a:lnTo>
                <a:close/>
                <a:lnTo>
                  <a:pt x="423158" y="456363"/>
                </a:lnTo>
                <a:close/>
                <a:lnTo>
                  <a:pt x="425295" y="453974"/>
                </a:lnTo>
                <a:close/>
                <a:lnTo>
                  <a:pt x="427432" y="451594"/>
                </a:lnTo>
                <a:close/>
                <a:lnTo>
                  <a:pt x="429570" y="449222"/>
                </a:lnTo>
                <a:close/>
                <a:lnTo>
                  <a:pt x="431707" y="446861"/>
                </a:lnTo>
                <a:close/>
                <a:lnTo>
                  <a:pt x="433844" y="444508"/>
                </a:lnTo>
                <a:close/>
                <a:lnTo>
                  <a:pt x="435981" y="442166"/>
                </a:lnTo>
                <a:close/>
                <a:lnTo>
                  <a:pt x="438118" y="439832"/>
                </a:lnTo>
                <a:close/>
                <a:lnTo>
                  <a:pt x="440255" y="437507"/>
                </a:lnTo>
                <a:close/>
                <a:lnTo>
                  <a:pt x="442393" y="435190"/>
                </a:lnTo>
                <a:close/>
                <a:lnTo>
                  <a:pt x="444530" y="432880"/>
                </a:lnTo>
                <a:close/>
                <a:lnTo>
                  <a:pt x="446667" y="430575"/>
                </a:lnTo>
                <a:close/>
                <a:lnTo>
                  <a:pt x="448804" y="428275"/>
                </a:lnTo>
                <a:close/>
                <a:lnTo>
                  <a:pt x="450941" y="425980"/>
                </a:lnTo>
                <a:close/>
                <a:lnTo>
                  <a:pt x="453078" y="423688"/>
                </a:lnTo>
                <a:close/>
                <a:lnTo>
                  <a:pt x="455215" y="421399"/>
                </a:lnTo>
                <a:close/>
                <a:lnTo>
                  <a:pt x="457353" y="419111"/>
                </a:lnTo>
                <a:close/>
                <a:lnTo>
                  <a:pt x="459490" y="416825"/>
                </a:lnTo>
                <a:close/>
                <a:lnTo>
                  <a:pt x="461627" y="414541"/>
                </a:lnTo>
                <a:close/>
                <a:lnTo>
                  <a:pt x="463764" y="412260"/>
                </a:lnTo>
                <a:close/>
                <a:lnTo>
                  <a:pt x="465901" y="409982"/>
                </a:lnTo>
                <a:close/>
                <a:lnTo>
                  <a:pt x="468038" y="407709"/>
                </a:lnTo>
                <a:close/>
                <a:lnTo>
                  <a:pt x="470176" y="405440"/>
                </a:lnTo>
                <a:close/>
                <a:lnTo>
                  <a:pt x="472313" y="403179"/>
                </a:lnTo>
                <a:close/>
                <a:lnTo>
                  <a:pt x="474450" y="400923"/>
                </a:lnTo>
                <a:close/>
                <a:lnTo>
                  <a:pt x="476587" y="398676"/>
                </a:lnTo>
                <a:close/>
                <a:lnTo>
                  <a:pt x="478724" y="396438"/>
                </a:lnTo>
                <a:close/>
                <a:lnTo>
                  <a:pt x="480861" y="394208"/>
                </a:lnTo>
                <a:close/>
                <a:lnTo>
                  <a:pt x="482999" y="391989"/>
                </a:lnTo>
                <a:close/>
                <a:lnTo>
                  <a:pt x="485136" y="389779"/>
                </a:lnTo>
                <a:close/>
                <a:lnTo>
                  <a:pt x="487273" y="387579"/>
                </a:lnTo>
                <a:close/>
                <a:lnTo>
                  <a:pt x="489410" y="385387"/>
                </a:lnTo>
                <a:close/>
                <a:lnTo>
                  <a:pt x="491547" y="383205"/>
                </a:lnTo>
                <a:close/>
                <a:lnTo>
                  <a:pt x="493684" y="381031"/>
                </a:lnTo>
                <a:close/>
                <a:lnTo>
                  <a:pt x="495822" y="378865"/>
                </a:lnTo>
                <a:close/>
                <a:lnTo>
                  <a:pt x="497959" y="376707"/>
                </a:lnTo>
                <a:close/>
                <a:lnTo>
                  <a:pt x="500096" y="374556"/>
                </a:lnTo>
                <a:close/>
                <a:lnTo>
                  <a:pt x="502233" y="372413"/>
                </a:lnTo>
                <a:close/>
                <a:lnTo>
                  <a:pt x="504370" y="370277"/>
                </a:lnTo>
                <a:close/>
                <a:lnTo>
                  <a:pt x="506507" y="368149"/>
                </a:lnTo>
                <a:close/>
                <a:lnTo>
                  <a:pt x="508645" y="366028"/>
                </a:lnTo>
                <a:close/>
                <a:lnTo>
                  <a:pt x="510782" y="363914"/>
                </a:lnTo>
                <a:close/>
                <a:lnTo>
                  <a:pt x="512919" y="361809"/>
                </a:lnTo>
                <a:close/>
                <a:lnTo>
                  <a:pt x="515056" y="359712"/>
                </a:lnTo>
                <a:close/>
                <a:lnTo>
                  <a:pt x="517193" y="357623"/>
                </a:lnTo>
                <a:close/>
                <a:lnTo>
                  <a:pt x="519330" y="355543"/>
                </a:lnTo>
                <a:close/>
                <a:lnTo>
                  <a:pt x="521468" y="353473"/>
                </a:lnTo>
                <a:close/>
                <a:lnTo>
                  <a:pt x="523605" y="351411"/>
                </a:lnTo>
                <a:close/>
                <a:lnTo>
                  <a:pt x="525742" y="349360"/>
                </a:lnTo>
                <a:close/>
                <a:lnTo>
                  <a:pt x="527879" y="347318"/>
                </a:lnTo>
                <a:close/>
                <a:lnTo>
                  <a:pt x="530016" y="345285"/>
                </a:lnTo>
                <a:close/>
                <a:lnTo>
                  <a:pt x="532153" y="343261"/>
                </a:lnTo>
                <a:close/>
                <a:lnTo>
                  <a:pt x="534290" y="341244"/>
                </a:lnTo>
                <a:close/>
                <a:lnTo>
                  <a:pt x="536428" y="339234"/>
                </a:lnTo>
                <a:close/>
                <a:lnTo>
                  <a:pt x="538565" y="337230"/>
                </a:lnTo>
                <a:close/>
                <a:lnTo>
                  <a:pt x="540702" y="335230"/>
                </a:lnTo>
                <a:close/>
                <a:lnTo>
                  <a:pt x="542839" y="333235"/>
                </a:lnTo>
                <a:close/>
                <a:lnTo>
                  <a:pt x="544976" y="331244"/>
                </a:lnTo>
                <a:close/>
                <a:lnTo>
                  <a:pt x="547113" y="329254"/>
                </a:lnTo>
                <a:close/>
                <a:lnTo>
                  <a:pt x="549251" y="327267"/>
                </a:lnTo>
                <a:close/>
                <a:lnTo>
                  <a:pt x="551388" y="325281"/>
                </a:lnTo>
                <a:close/>
                <a:lnTo>
                  <a:pt x="553525" y="323298"/>
                </a:lnTo>
                <a:close/>
                <a:lnTo>
                  <a:pt x="555662" y="321317"/>
                </a:lnTo>
                <a:close/>
                <a:lnTo>
                  <a:pt x="557799" y="319340"/>
                </a:lnTo>
                <a:close/>
                <a:lnTo>
                  <a:pt x="559936" y="317367"/>
                </a:lnTo>
                <a:close/>
                <a:lnTo>
                  <a:pt x="562074" y="315400"/>
                </a:lnTo>
                <a:close/>
                <a:lnTo>
                  <a:pt x="564211" y="313438"/>
                </a:lnTo>
                <a:close/>
                <a:lnTo>
                  <a:pt x="566348" y="311484"/>
                </a:lnTo>
                <a:close/>
                <a:lnTo>
                  <a:pt x="568485" y="309536"/>
                </a:lnTo>
                <a:close/>
                <a:lnTo>
                  <a:pt x="570622" y="307597"/>
                </a:lnTo>
                <a:close/>
                <a:lnTo>
                  <a:pt x="572759" y="305667"/>
                </a:lnTo>
                <a:close/>
                <a:lnTo>
                  <a:pt x="574897" y="303747"/>
                </a:lnTo>
                <a:close/>
                <a:lnTo>
                  <a:pt x="577034" y="301835"/>
                </a:lnTo>
                <a:close/>
                <a:lnTo>
                  <a:pt x="579171" y="299933"/>
                </a:lnTo>
                <a:close/>
                <a:lnTo>
                  <a:pt x="581308" y="298041"/>
                </a:lnTo>
                <a:close/>
                <a:lnTo>
                  <a:pt x="583445" y="296158"/>
                </a:lnTo>
                <a:close/>
                <a:lnTo>
                  <a:pt x="585582" y="294284"/>
                </a:lnTo>
                <a:close/>
                <a:lnTo>
                  <a:pt x="587720" y="292419"/>
                </a:lnTo>
                <a:close/>
                <a:lnTo>
                  <a:pt x="589857" y="290564"/>
                </a:lnTo>
                <a:close/>
                <a:lnTo>
                  <a:pt x="591994" y="288719"/>
                </a:lnTo>
                <a:close/>
                <a:lnTo>
                  <a:pt x="594131" y="286883"/>
                </a:lnTo>
                <a:close/>
                <a:lnTo>
                  <a:pt x="596268" y="285056"/>
                </a:lnTo>
                <a:close/>
                <a:lnTo>
                  <a:pt x="598405" y="283238"/>
                </a:lnTo>
                <a:close/>
                <a:lnTo>
                  <a:pt x="600543" y="281428"/>
                </a:lnTo>
                <a:close/>
                <a:lnTo>
                  <a:pt x="602680" y="279626"/>
                </a:lnTo>
                <a:close/>
                <a:lnTo>
                  <a:pt x="604817" y="277829"/>
                </a:lnTo>
                <a:close/>
                <a:lnTo>
                  <a:pt x="606954" y="276038"/>
                </a:lnTo>
                <a:close/>
                <a:lnTo>
                  <a:pt x="609091" y="274251"/>
                </a:lnTo>
                <a:close/>
                <a:lnTo>
                  <a:pt x="611228" y="272469"/>
                </a:lnTo>
                <a:close/>
                <a:lnTo>
                  <a:pt x="613365" y="270689"/>
                </a:lnTo>
                <a:close/>
                <a:lnTo>
                  <a:pt x="615503" y="268912"/>
                </a:lnTo>
                <a:close/>
                <a:lnTo>
                  <a:pt x="617640" y="267136"/>
                </a:lnTo>
                <a:close/>
                <a:lnTo>
                  <a:pt x="619777" y="265361"/>
                </a:lnTo>
                <a:close/>
                <a:lnTo>
                  <a:pt x="621914" y="263588"/>
                </a:lnTo>
                <a:close/>
                <a:lnTo>
                  <a:pt x="624051" y="261818"/>
                </a:lnTo>
                <a:close/>
                <a:lnTo>
                  <a:pt x="626188" y="260051"/>
                </a:lnTo>
                <a:close/>
                <a:lnTo>
                  <a:pt x="628326" y="258290"/>
                </a:lnTo>
                <a:close/>
                <a:lnTo>
                  <a:pt x="630463" y="256535"/>
                </a:lnTo>
                <a:close/>
                <a:lnTo>
                  <a:pt x="632600" y="254787"/>
                </a:lnTo>
                <a:close/>
                <a:lnTo>
                  <a:pt x="634737" y="253047"/>
                </a:lnTo>
                <a:close/>
                <a:lnTo>
                  <a:pt x="636874" y="251316"/>
                </a:lnTo>
                <a:close/>
                <a:lnTo>
                  <a:pt x="639011" y="249596"/>
                </a:lnTo>
                <a:close/>
                <a:lnTo>
                  <a:pt x="641149" y="247886"/>
                </a:lnTo>
                <a:close/>
                <a:lnTo>
                  <a:pt x="643286" y="246187"/>
                </a:lnTo>
                <a:close/>
                <a:lnTo>
                  <a:pt x="645423" y="244499"/>
                </a:lnTo>
                <a:close/>
                <a:lnTo>
                  <a:pt x="647560" y="242819"/>
                </a:lnTo>
                <a:close/>
                <a:lnTo>
                  <a:pt x="649697" y="241148"/>
                </a:lnTo>
                <a:close/>
                <a:lnTo>
                  <a:pt x="651834" y="239483"/>
                </a:lnTo>
                <a:close/>
                <a:lnTo>
                  <a:pt x="653972" y="237825"/>
                </a:lnTo>
                <a:close/>
                <a:lnTo>
                  <a:pt x="656109" y="236172"/>
                </a:lnTo>
                <a:close/>
                <a:lnTo>
                  <a:pt x="658246" y="234522"/>
                </a:lnTo>
                <a:close/>
                <a:lnTo>
                  <a:pt x="660383" y="232876"/>
                </a:lnTo>
                <a:close/>
                <a:lnTo>
                  <a:pt x="662520" y="231231"/>
                </a:lnTo>
                <a:close/>
                <a:lnTo>
                  <a:pt x="664657" y="229588"/>
                </a:lnTo>
                <a:close/>
                <a:lnTo>
                  <a:pt x="666795" y="227946"/>
                </a:lnTo>
                <a:close/>
                <a:lnTo>
                  <a:pt x="668932" y="226306"/>
                </a:lnTo>
                <a:close/>
                <a:lnTo>
                  <a:pt x="671069" y="224669"/>
                </a:lnTo>
                <a:close/>
                <a:lnTo>
                  <a:pt x="673206" y="223036"/>
                </a:lnTo>
                <a:close/>
                <a:lnTo>
                  <a:pt x="675343" y="221408"/>
                </a:lnTo>
                <a:close/>
                <a:lnTo>
                  <a:pt x="677480" y="219785"/>
                </a:lnTo>
                <a:close/>
                <a:lnTo>
                  <a:pt x="679617" y="218169"/>
                </a:lnTo>
                <a:close/>
                <a:lnTo>
                  <a:pt x="681755" y="216559"/>
                </a:lnTo>
                <a:close/>
                <a:lnTo>
                  <a:pt x="683892" y="214957"/>
                </a:lnTo>
                <a:close/>
                <a:lnTo>
                  <a:pt x="686029" y="213365"/>
                </a:lnTo>
                <a:close/>
                <a:lnTo>
                  <a:pt x="688166" y="211781"/>
                </a:lnTo>
                <a:close/>
                <a:lnTo>
                  <a:pt x="690303" y="210207"/>
                </a:lnTo>
                <a:close/>
                <a:lnTo>
                  <a:pt x="692440" y="208642"/>
                </a:lnTo>
                <a:close/>
                <a:lnTo>
                  <a:pt x="694578" y="207087"/>
                </a:lnTo>
                <a:close/>
                <a:lnTo>
                  <a:pt x="696715" y="205541"/>
                </a:lnTo>
                <a:close/>
                <a:lnTo>
                  <a:pt x="698852" y="204005"/>
                </a:lnTo>
                <a:close/>
                <a:lnTo>
                  <a:pt x="700989" y="202478"/>
                </a:lnTo>
                <a:close/>
                <a:lnTo>
                  <a:pt x="703126" y="200961"/>
                </a:lnTo>
                <a:close/>
                <a:lnTo>
                  <a:pt x="705263" y="199453"/>
                </a:lnTo>
                <a:close/>
                <a:lnTo>
                  <a:pt x="707401" y="197954"/>
                </a:lnTo>
                <a:close/>
                <a:lnTo>
                  <a:pt x="709538" y="196465"/>
                </a:lnTo>
                <a:close/>
                <a:lnTo>
                  <a:pt x="711675" y="194985"/>
                </a:lnTo>
                <a:close/>
                <a:lnTo>
                  <a:pt x="713812" y="193514"/>
                </a:lnTo>
                <a:close/>
                <a:lnTo>
                  <a:pt x="715949" y="192049"/>
                </a:lnTo>
                <a:close/>
                <a:lnTo>
                  <a:pt x="718086" y="190592"/>
                </a:lnTo>
                <a:close/>
                <a:lnTo>
                  <a:pt x="720224" y="189140"/>
                </a:lnTo>
                <a:close/>
                <a:lnTo>
                  <a:pt x="722361" y="187693"/>
                </a:lnTo>
                <a:close/>
                <a:lnTo>
                  <a:pt x="724498" y="186251"/>
                </a:lnTo>
                <a:close/>
                <a:lnTo>
                  <a:pt x="726635" y="184812"/>
                </a:lnTo>
                <a:close/>
                <a:lnTo>
                  <a:pt x="728772" y="183375"/>
                </a:lnTo>
                <a:close/>
                <a:lnTo>
                  <a:pt x="730909" y="181941"/>
                </a:lnTo>
                <a:close/>
                <a:lnTo>
                  <a:pt x="733047" y="180507"/>
                </a:lnTo>
                <a:close/>
                <a:lnTo>
                  <a:pt x="735184" y="179074"/>
                </a:lnTo>
                <a:close/>
                <a:lnTo>
                  <a:pt x="737321" y="177645"/>
                </a:lnTo>
                <a:close/>
                <a:lnTo>
                  <a:pt x="739458" y="176218"/>
                </a:lnTo>
                <a:close/>
                <a:lnTo>
                  <a:pt x="741595" y="174796"/>
                </a:lnTo>
                <a:close/>
                <a:lnTo>
                  <a:pt x="743732" y="173380"/>
                </a:lnTo>
                <a:close/>
                <a:lnTo>
                  <a:pt x="745870" y="171970"/>
                </a:lnTo>
                <a:close/>
                <a:lnTo>
                  <a:pt x="748007" y="170568"/>
                </a:lnTo>
                <a:close/>
                <a:lnTo>
                  <a:pt x="750144" y="169175"/>
                </a:lnTo>
                <a:close/>
                <a:lnTo>
                  <a:pt x="752281" y="167792"/>
                </a:lnTo>
                <a:close/>
                <a:lnTo>
                  <a:pt x="754418" y="166419"/>
                </a:lnTo>
                <a:close/>
                <a:lnTo>
                  <a:pt x="756555" y="165057"/>
                </a:lnTo>
                <a:close/>
                <a:lnTo>
                  <a:pt x="758692" y="163707"/>
                </a:lnTo>
                <a:close/>
                <a:lnTo>
                  <a:pt x="760830" y="162366"/>
                </a:lnTo>
                <a:close/>
                <a:lnTo>
                  <a:pt x="762967" y="161033"/>
                </a:lnTo>
                <a:close/>
                <a:lnTo>
                  <a:pt x="765104" y="159708"/>
                </a:lnTo>
                <a:close/>
                <a:lnTo>
                  <a:pt x="767241" y="158389"/>
                </a:lnTo>
                <a:close/>
                <a:lnTo>
                  <a:pt x="769378" y="157076"/>
                </a:lnTo>
                <a:close/>
                <a:lnTo>
                  <a:pt x="771515" y="155766"/>
                </a:lnTo>
                <a:close/>
                <a:lnTo>
                  <a:pt x="773653" y="154459"/>
                </a:lnTo>
                <a:close/>
                <a:lnTo>
                  <a:pt x="775790" y="153155"/>
                </a:lnTo>
                <a:close/>
                <a:lnTo>
                  <a:pt x="777927" y="151851"/>
                </a:lnTo>
                <a:close/>
                <a:lnTo>
                  <a:pt x="780064" y="150548"/>
                </a:lnTo>
                <a:close/>
                <a:lnTo>
                  <a:pt x="782201" y="149246"/>
                </a:lnTo>
                <a:close/>
                <a:lnTo>
                  <a:pt x="784338" y="147947"/>
                </a:lnTo>
                <a:close/>
                <a:lnTo>
                  <a:pt x="786476" y="146651"/>
                </a:lnTo>
                <a:close/>
                <a:lnTo>
                  <a:pt x="788613" y="145361"/>
                </a:lnTo>
                <a:close/>
                <a:lnTo>
                  <a:pt x="790750" y="144076"/>
                </a:lnTo>
                <a:close/>
                <a:lnTo>
                  <a:pt x="792887" y="142798"/>
                </a:lnTo>
                <a:close/>
                <a:lnTo>
                  <a:pt x="795024" y="141529"/>
                </a:lnTo>
                <a:close/>
                <a:lnTo>
                  <a:pt x="797161" y="140269"/>
                </a:lnTo>
                <a:close/>
                <a:lnTo>
                  <a:pt x="799299" y="139020"/>
                </a:lnTo>
                <a:close/>
                <a:lnTo>
                  <a:pt x="801436" y="137782"/>
                </a:lnTo>
                <a:close/>
                <a:lnTo>
                  <a:pt x="803573" y="136555"/>
                </a:lnTo>
                <a:close/>
                <a:lnTo>
                  <a:pt x="805710" y="135338"/>
                </a:lnTo>
                <a:close/>
                <a:lnTo>
                  <a:pt x="807847" y="134131"/>
                </a:lnTo>
                <a:close/>
                <a:lnTo>
                  <a:pt x="809984" y="132931"/>
                </a:lnTo>
                <a:close/>
                <a:lnTo>
                  <a:pt x="812122" y="131738"/>
                </a:lnTo>
                <a:close/>
                <a:lnTo>
                  <a:pt x="814259" y="130551"/>
                </a:lnTo>
                <a:close/>
                <a:lnTo>
                  <a:pt x="816396" y="129368"/>
                </a:lnTo>
                <a:close/>
                <a:lnTo>
                  <a:pt x="818533" y="128189"/>
                </a:lnTo>
                <a:close/>
                <a:lnTo>
                  <a:pt x="820670" y="127012"/>
                </a:lnTo>
                <a:close/>
                <a:lnTo>
                  <a:pt x="822807" y="125836"/>
                </a:lnTo>
                <a:close/>
                <a:lnTo>
                  <a:pt x="824945" y="124661"/>
                </a:lnTo>
                <a:close/>
                <a:lnTo>
                  <a:pt x="827082" y="123487"/>
                </a:lnTo>
                <a:close/>
                <a:lnTo>
                  <a:pt x="829219" y="122315"/>
                </a:lnTo>
                <a:close/>
                <a:lnTo>
                  <a:pt x="831356" y="121146"/>
                </a:lnTo>
                <a:close/>
                <a:lnTo>
                  <a:pt x="833493" y="119982"/>
                </a:lnTo>
                <a:close/>
                <a:lnTo>
                  <a:pt x="835630" y="118823"/>
                </a:lnTo>
                <a:close/>
                <a:lnTo>
                  <a:pt x="837767" y="117671"/>
                </a:lnTo>
                <a:close/>
                <a:lnTo>
                  <a:pt x="839905" y="116526"/>
                </a:lnTo>
                <a:close/>
                <a:lnTo>
                  <a:pt x="842042" y="115391"/>
                </a:lnTo>
                <a:close/>
                <a:lnTo>
                  <a:pt x="844179" y="114265"/>
                </a:lnTo>
                <a:close/>
                <a:lnTo>
                  <a:pt x="846316" y="113150"/>
                </a:lnTo>
                <a:close/>
                <a:lnTo>
                  <a:pt x="848453" y="112047"/>
                </a:lnTo>
                <a:close/>
                <a:lnTo>
                  <a:pt x="850590" y="110955"/>
                </a:lnTo>
                <a:close/>
                <a:lnTo>
                  <a:pt x="852728" y="109872"/>
                </a:lnTo>
                <a:close/>
                <a:lnTo>
                  <a:pt x="854865" y="108797"/>
                </a:lnTo>
                <a:close/>
                <a:lnTo>
                  <a:pt x="857002" y="107730"/>
                </a:lnTo>
                <a:close/>
                <a:lnTo>
                  <a:pt x="859139" y="106669"/>
                </a:lnTo>
                <a:close/>
                <a:lnTo>
                  <a:pt x="861276" y="105613"/>
                </a:lnTo>
                <a:close/>
                <a:lnTo>
                  <a:pt x="863413" y="104561"/>
                </a:lnTo>
                <a:close/>
                <a:lnTo>
                  <a:pt x="865551" y="103511"/>
                </a:lnTo>
                <a:close/>
                <a:lnTo>
                  <a:pt x="867688" y="102464"/>
                </a:lnTo>
                <a:close/>
                <a:lnTo>
                  <a:pt x="869825" y="101417"/>
                </a:lnTo>
                <a:close/>
                <a:lnTo>
                  <a:pt x="871962" y="100371"/>
                </a:lnTo>
                <a:close/>
                <a:lnTo>
                  <a:pt x="874099" y="99327"/>
                </a:lnTo>
                <a:close/>
                <a:lnTo>
                  <a:pt x="876236" y="98286"/>
                </a:lnTo>
                <a:close/>
                <a:lnTo>
                  <a:pt x="878374" y="97249"/>
                </a:lnTo>
                <a:close/>
                <a:lnTo>
                  <a:pt x="880511" y="96216"/>
                </a:lnTo>
                <a:close/>
                <a:lnTo>
                  <a:pt x="882648" y="95190"/>
                </a:lnTo>
                <a:close/>
                <a:lnTo>
                  <a:pt x="884785" y="94170"/>
                </a:lnTo>
                <a:close/>
                <a:lnTo>
                  <a:pt x="886922" y="93159"/>
                </a:lnTo>
                <a:close/>
                <a:lnTo>
                  <a:pt x="889059" y="92156"/>
                </a:lnTo>
                <a:close/>
                <a:lnTo>
                  <a:pt x="891197" y="91164"/>
                </a:lnTo>
                <a:close/>
                <a:lnTo>
                  <a:pt x="893334" y="90182"/>
                </a:lnTo>
                <a:close/>
                <a:lnTo>
                  <a:pt x="895471" y="89211"/>
                </a:lnTo>
                <a:close/>
                <a:lnTo>
                  <a:pt x="897608" y="88250"/>
                </a:lnTo>
                <a:close/>
                <a:lnTo>
                  <a:pt x="899745" y="87298"/>
                </a:lnTo>
                <a:close/>
                <a:lnTo>
                  <a:pt x="901882" y="86355"/>
                </a:lnTo>
                <a:close/>
                <a:lnTo>
                  <a:pt x="904019" y="85418"/>
                </a:lnTo>
                <a:close/>
                <a:lnTo>
                  <a:pt x="906157" y="84488"/>
                </a:lnTo>
                <a:close/>
                <a:lnTo>
                  <a:pt x="908294" y="83564"/>
                </a:lnTo>
                <a:close/>
                <a:lnTo>
                  <a:pt x="910431" y="82644"/>
                </a:lnTo>
                <a:close/>
                <a:lnTo>
                  <a:pt x="912568" y="81729"/>
                </a:lnTo>
                <a:close/>
                <a:lnTo>
                  <a:pt x="914705" y="80817"/>
                </a:lnTo>
                <a:close/>
                <a:lnTo>
                  <a:pt x="916842" y="79907"/>
                </a:lnTo>
                <a:close/>
                <a:lnTo>
                  <a:pt x="918980" y="79000"/>
                </a:lnTo>
                <a:close/>
                <a:lnTo>
                  <a:pt x="921117" y="78096"/>
                </a:lnTo>
                <a:close/>
                <a:lnTo>
                  <a:pt x="923254" y="77194"/>
                </a:lnTo>
                <a:close/>
                <a:lnTo>
                  <a:pt x="925391" y="76294"/>
                </a:lnTo>
                <a:close/>
                <a:lnTo>
                  <a:pt x="927528" y="75397"/>
                </a:lnTo>
                <a:close/>
                <a:lnTo>
                  <a:pt x="929665" y="74503"/>
                </a:lnTo>
                <a:close/>
                <a:lnTo>
                  <a:pt x="931803" y="73611"/>
                </a:lnTo>
                <a:close/>
                <a:lnTo>
                  <a:pt x="933940" y="72722"/>
                </a:lnTo>
                <a:close/>
                <a:lnTo>
                  <a:pt x="936077" y="71835"/>
                </a:lnTo>
                <a:close/>
                <a:lnTo>
                  <a:pt x="938214" y="70951"/>
                </a:lnTo>
                <a:close/>
                <a:lnTo>
                  <a:pt x="940351" y="70070"/>
                </a:lnTo>
                <a:close/>
                <a:lnTo>
                  <a:pt x="942488" y="69192"/>
                </a:lnTo>
                <a:close/>
                <a:lnTo>
                  <a:pt x="944626" y="68320"/>
                </a:lnTo>
                <a:close/>
                <a:lnTo>
                  <a:pt x="946763" y="67452"/>
                </a:lnTo>
                <a:close/>
                <a:lnTo>
                  <a:pt x="948900" y="66590"/>
                </a:lnTo>
                <a:close/>
                <a:lnTo>
                  <a:pt x="951037" y="65736"/>
                </a:lnTo>
                <a:close/>
                <a:lnTo>
                  <a:pt x="953174" y="64889"/>
                </a:lnTo>
                <a:close/>
                <a:lnTo>
                  <a:pt x="955311" y="64051"/>
                </a:lnTo>
                <a:close/>
                <a:lnTo>
                  <a:pt x="957449" y="63223"/>
                </a:lnTo>
                <a:close/>
                <a:lnTo>
                  <a:pt x="959586" y="62404"/>
                </a:lnTo>
                <a:close/>
                <a:lnTo>
                  <a:pt x="961723" y="61597"/>
                </a:lnTo>
                <a:close/>
                <a:lnTo>
                  <a:pt x="963860" y="60800"/>
                </a:lnTo>
                <a:close/>
                <a:lnTo>
                  <a:pt x="965997" y="60013"/>
                </a:lnTo>
                <a:close/>
                <a:lnTo>
                  <a:pt x="968134" y="59234"/>
                </a:lnTo>
                <a:close/>
                <a:lnTo>
                  <a:pt x="970272" y="58462"/>
                </a:lnTo>
                <a:close/>
                <a:lnTo>
                  <a:pt x="972409" y="57697"/>
                </a:lnTo>
                <a:close/>
                <a:lnTo>
                  <a:pt x="974546" y="56937"/>
                </a:lnTo>
                <a:close/>
                <a:lnTo>
                  <a:pt x="976683" y="56182"/>
                </a:lnTo>
                <a:close/>
                <a:lnTo>
                  <a:pt x="978820" y="55430"/>
                </a:lnTo>
                <a:close/>
                <a:lnTo>
                  <a:pt x="980957" y="54680"/>
                </a:lnTo>
                <a:close/>
                <a:lnTo>
                  <a:pt x="983094" y="53932"/>
                </a:lnTo>
                <a:close/>
                <a:lnTo>
                  <a:pt x="985232" y="53184"/>
                </a:lnTo>
                <a:close/>
                <a:lnTo>
                  <a:pt x="987369" y="52438"/>
                </a:lnTo>
                <a:close/>
                <a:lnTo>
                  <a:pt x="989506" y="51694"/>
                </a:lnTo>
                <a:close/>
                <a:lnTo>
                  <a:pt x="991643" y="50953"/>
                </a:lnTo>
                <a:close/>
                <a:lnTo>
                  <a:pt x="993780" y="50218"/>
                </a:lnTo>
                <a:close/>
                <a:lnTo>
                  <a:pt x="995917" y="49487"/>
                </a:lnTo>
                <a:close/>
                <a:lnTo>
                  <a:pt x="998055" y="48764"/>
                </a:lnTo>
                <a:close/>
                <a:lnTo>
                  <a:pt x="1000192" y="48047"/>
                </a:lnTo>
                <a:close/>
                <a:lnTo>
                  <a:pt x="1002329" y="47340"/>
                </a:lnTo>
                <a:close/>
                <a:lnTo>
                  <a:pt x="1004466" y="46642"/>
                </a:lnTo>
                <a:close/>
                <a:lnTo>
                  <a:pt x="1006603" y="45956"/>
                </a:lnTo>
                <a:close/>
                <a:lnTo>
                  <a:pt x="1008740" y="45280"/>
                </a:lnTo>
                <a:close/>
                <a:lnTo>
                  <a:pt x="1010878" y="44614"/>
                </a:lnTo>
                <a:close/>
                <a:lnTo>
                  <a:pt x="1013015" y="43958"/>
                </a:lnTo>
                <a:close/>
                <a:lnTo>
                  <a:pt x="1015152" y="43310"/>
                </a:lnTo>
                <a:close/>
                <a:lnTo>
                  <a:pt x="1017289" y="42670"/>
                </a:lnTo>
                <a:close/>
                <a:lnTo>
                  <a:pt x="1019426" y="42036"/>
                </a:lnTo>
                <a:close/>
                <a:lnTo>
                  <a:pt x="1021563" y="41408"/>
                </a:lnTo>
                <a:close/>
                <a:lnTo>
                  <a:pt x="1023701" y="40785"/>
                </a:lnTo>
                <a:close/>
                <a:lnTo>
                  <a:pt x="1025838" y="40166"/>
                </a:lnTo>
                <a:close/>
                <a:lnTo>
                  <a:pt x="1027975" y="39550"/>
                </a:lnTo>
                <a:close/>
                <a:lnTo>
                  <a:pt x="1030112" y="38936"/>
                </a:lnTo>
                <a:close/>
                <a:lnTo>
                  <a:pt x="1032249" y="38325"/>
                </a:lnTo>
                <a:close/>
                <a:lnTo>
                  <a:pt x="1034386" y="37715"/>
                </a:lnTo>
                <a:close/>
                <a:lnTo>
                  <a:pt x="1036524" y="37109"/>
                </a:lnTo>
                <a:close/>
                <a:lnTo>
                  <a:pt x="1038661" y="36505"/>
                </a:lnTo>
                <a:close/>
                <a:lnTo>
                  <a:pt x="1040798" y="35905"/>
                </a:lnTo>
                <a:close/>
                <a:lnTo>
                  <a:pt x="1042935" y="35308"/>
                </a:lnTo>
                <a:close/>
                <a:lnTo>
                  <a:pt x="1045072" y="34715"/>
                </a:lnTo>
                <a:close/>
                <a:lnTo>
                  <a:pt x="1047209" y="34126"/>
                </a:lnTo>
                <a:close/>
                <a:lnTo>
                  <a:pt x="1049347" y="33541"/>
                </a:lnTo>
                <a:close/>
                <a:lnTo>
                  <a:pt x="1051484" y="32961"/>
                </a:lnTo>
                <a:close/>
                <a:lnTo>
                  <a:pt x="1053621" y="32387"/>
                </a:lnTo>
                <a:close/>
                <a:lnTo>
                  <a:pt x="1055758" y="31816"/>
                </a:lnTo>
                <a:close/>
                <a:lnTo>
                  <a:pt x="1057895" y="31251"/>
                </a:lnTo>
                <a:close/>
                <a:lnTo>
                  <a:pt x="1060032" y="30689"/>
                </a:lnTo>
                <a:close/>
                <a:lnTo>
                  <a:pt x="1062169" y="30132"/>
                </a:lnTo>
                <a:close/>
                <a:lnTo>
                  <a:pt x="1064307" y="29578"/>
                </a:lnTo>
                <a:close/>
                <a:lnTo>
                  <a:pt x="1066444" y="29027"/>
                </a:lnTo>
                <a:close/>
                <a:lnTo>
                  <a:pt x="1068581" y="28480"/>
                </a:lnTo>
                <a:close/>
                <a:lnTo>
                  <a:pt x="1070718" y="27935"/>
                </a:lnTo>
                <a:close/>
                <a:lnTo>
                  <a:pt x="1072855" y="27393"/>
                </a:lnTo>
                <a:close/>
                <a:lnTo>
                  <a:pt x="1074992" y="26853"/>
                </a:lnTo>
                <a:close/>
                <a:lnTo>
                  <a:pt x="1077130" y="26315"/>
                </a:lnTo>
                <a:close/>
                <a:lnTo>
                  <a:pt x="1079267" y="25781"/>
                </a:lnTo>
                <a:close/>
                <a:lnTo>
                  <a:pt x="1081404" y="25250"/>
                </a:lnTo>
                <a:close/>
                <a:lnTo>
                  <a:pt x="1083541" y="24724"/>
                </a:lnTo>
                <a:close/>
                <a:lnTo>
                  <a:pt x="1085678" y="24204"/>
                </a:lnTo>
                <a:close/>
                <a:lnTo>
                  <a:pt x="1087815" y="23690"/>
                </a:lnTo>
                <a:close/>
                <a:lnTo>
                  <a:pt x="1089953" y="23183"/>
                </a:lnTo>
                <a:close/>
                <a:lnTo>
                  <a:pt x="1092090" y="22684"/>
                </a:lnTo>
                <a:close/>
                <a:lnTo>
                  <a:pt x="1094227" y="22194"/>
                </a:lnTo>
                <a:close/>
                <a:lnTo>
                  <a:pt x="1096364" y="21714"/>
                </a:lnTo>
                <a:close/>
                <a:lnTo>
                  <a:pt x="1098501" y="21243"/>
                </a:lnTo>
                <a:close/>
                <a:lnTo>
                  <a:pt x="1100638" y="20784"/>
                </a:lnTo>
                <a:close/>
                <a:lnTo>
                  <a:pt x="1102776" y="20334"/>
                </a:lnTo>
                <a:close/>
                <a:lnTo>
                  <a:pt x="1104913" y="19892"/>
                </a:lnTo>
                <a:close/>
                <a:lnTo>
                  <a:pt x="1107050" y="19459"/>
                </a:lnTo>
                <a:close/>
                <a:lnTo>
                  <a:pt x="1109187" y="19033"/>
                </a:lnTo>
                <a:close/>
                <a:lnTo>
                  <a:pt x="1111324" y="18614"/>
                </a:lnTo>
                <a:close/>
                <a:lnTo>
                  <a:pt x="1113462" y="18201"/>
                </a:lnTo>
                <a:close/>
                <a:lnTo>
                  <a:pt x="1115599" y="17793"/>
                </a:lnTo>
                <a:close/>
                <a:lnTo>
                  <a:pt x="1117736" y="17389"/>
                </a:lnTo>
                <a:close/>
                <a:lnTo>
                  <a:pt x="1119873" y="16989"/>
                </a:lnTo>
                <a:close/>
                <a:lnTo>
                  <a:pt x="1122010" y="16591"/>
                </a:lnTo>
                <a:close/>
                <a:lnTo>
                  <a:pt x="1124147" y="16197"/>
                </a:lnTo>
                <a:close/>
                <a:lnTo>
                  <a:pt x="1126284" y="15805"/>
                </a:lnTo>
                <a:close/>
                <a:lnTo>
                  <a:pt x="1128421" y="15416"/>
                </a:lnTo>
                <a:close/>
                <a:lnTo>
                  <a:pt x="1130558" y="15029"/>
                </a:lnTo>
                <a:close/>
                <a:lnTo>
                  <a:pt x="1132695" y="14645"/>
                </a:lnTo>
                <a:close/>
                <a:lnTo>
                  <a:pt x="1134832" y="14263"/>
                </a:lnTo>
                <a:close/>
                <a:lnTo>
                  <a:pt x="1136969" y="13883"/>
                </a:lnTo>
                <a:close/>
                <a:lnTo>
                  <a:pt x="1139107" y="13506"/>
                </a:lnTo>
                <a:close/>
                <a:lnTo>
                  <a:pt x="1141244" y="13131"/>
                </a:lnTo>
                <a:close/>
                <a:lnTo>
                  <a:pt x="1143382" y="12758"/>
                </a:lnTo>
                <a:close/>
                <a:lnTo>
                  <a:pt x="1145519" y="12387"/>
                </a:lnTo>
                <a:close/>
                <a:lnTo>
                  <a:pt x="1147657" y="12019"/>
                </a:lnTo>
                <a:close/>
                <a:lnTo>
                  <a:pt x="1149795" y="11656"/>
                </a:lnTo>
                <a:close/>
                <a:lnTo>
                  <a:pt x="1151933" y="11297"/>
                </a:lnTo>
                <a:close/>
                <a:lnTo>
                  <a:pt x="1154071" y="10946"/>
                </a:lnTo>
                <a:close/>
                <a:lnTo>
                  <a:pt x="1156208" y="10601"/>
                </a:lnTo>
                <a:close/>
                <a:lnTo>
                  <a:pt x="1158345" y="10266"/>
                </a:lnTo>
                <a:close/>
                <a:lnTo>
                  <a:pt x="1160482" y="9939"/>
                </a:lnTo>
                <a:close/>
                <a:lnTo>
                  <a:pt x="1162618" y="9623"/>
                </a:lnTo>
                <a:close/>
                <a:lnTo>
                  <a:pt x="1164754" y="9319"/>
                </a:lnTo>
                <a:close/>
                <a:lnTo>
                  <a:pt x="1166889" y="9027"/>
                </a:lnTo>
                <a:close/>
                <a:lnTo>
                  <a:pt x="1169024" y="8748"/>
                </a:lnTo>
                <a:close/>
                <a:lnTo>
                  <a:pt x="1171159" y="8479"/>
                </a:lnTo>
                <a:close/>
                <a:lnTo>
                  <a:pt x="1173293" y="8218"/>
                </a:lnTo>
                <a:close/>
                <a:lnTo>
                  <a:pt x="1175428" y="7964"/>
                </a:lnTo>
                <a:close/>
                <a:lnTo>
                  <a:pt x="1177564" y="7715"/>
                </a:lnTo>
                <a:close/>
                <a:lnTo>
                  <a:pt x="1179700" y="7469"/>
                </a:lnTo>
                <a:close/>
                <a:lnTo>
                  <a:pt x="1181838" y="7224"/>
                </a:lnTo>
                <a:close/>
                <a:lnTo>
                  <a:pt x="1183977" y="6979"/>
                </a:lnTo>
                <a:close/>
                <a:lnTo>
                  <a:pt x="1186118" y="6731"/>
                </a:lnTo>
                <a:close/>
                <a:lnTo>
                  <a:pt x="1188261" y="6478"/>
                </a:lnTo>
                <a:close/>
                <a:lnTo>
                  <a:pt x="1190405" y="6220"/>
                </a:lnTo>
                <a:close/>
                <a:lnTo>
                  <a:pt x="1192552" y="5956"/>
                </a:lnTo>
                <a:close/>
                <a:lnTo>
                  <a:pt x="1194699" y="5689"/>
                </a:lnTo>
                <a:close/>
                <a:lnTo>
                  <a:pt x="1196845" y="5420"/>
                </a:lnTo>
                <a:close/>
                <a:lnTo>
                  <a:pt x="1198990" y="5153"/>
                </a:lnTo>
                <a:close/>
                <a:lnTo>
                  <a:pt x="1201132" y="4887"/>
                </a:lnTo>
                <a:close/>
                <a:lnTo>
                  <a:pt x="1203270" y="4626"/>
                </a:lnTo>
                <a:close/>
                <a:lnTo>
                  <a:pt x="1205404" y="4370"/>
                </a:lnTo>
                <a:close/>
                <a:lnTo>
                  <a:pt x="1207533" y="4123"/>
                </a:lnTo>
                <a:close/>
                <a:lnTo>
                  <a:pt x="1209654" y="3886"/>
                </a:lnTo>
                <a:close/>
                <a:lnTo>
                  <a:pt x="1211768" y="3660"/>
                </a:lnTo>
                <a:close/>
                <a:lnTo>
                  <a:pt x="1213875" y="3448"/>
                </a:lnTo>
                <a:close/>
                <a:lnTo>
                  <a:pt x="1215977" y="3248"/>
                </a:lnTo>
                <a:close/>
                <a:lnTo>
                  <a:pt x="1218078" y="3058"/>
                </a:lnTo>
                <a:close/>
                <a:lnTo>
                  <a:pt x="1220182" y="2879"/>
                </a:lnTo>
                <a:close/>
                <a:lnTo>
                  <a:pt x="1222294" y="2708"/>
                </a:lnTo>
                <a:close/>
                <a:lnTo>
                  <a:pt x="1224416" y="2544"/>
                </a:lnTo>
                <a:close/>
                <a:lnTo>
                  <a:pt x="1226552" y="2387"/>
                </a:lnTo>
                <a:close/>
                <a:lnTo>
                  <a:pt x="1228707" y="2234"/>
                </a:lnTo>
                <a:close/>
                <a:lnTo>
                  <a:pt x="1230885" y="2085"/>
                </a:lnTo>
                <a:close/>
                <a:lnTo>
                  <a:pt x="1233088" y="1939"/>
                </a:lnTo>
                <a:close/>
                <a:lnTo>
                  <a:pt x="1235321" y="1794"/>
                </a:lnTo>
                <a:close/>
                <a:lnTo>
                  <a:pt x="1237580" y="1651"/>
                </a:lnTo>
                <a:close/>
                <a:lnTo>
                  <a:pt x="1239851" y="1508"/>
                </a:lnTo>
                <a:close/>
                <a:lnTo>
                  <a:pt x="1242120" y="1368"/>
                </a:lnTo>
                <a:close/>
                <a:lnTo>
                  <a:pt x="1244373" y="1231"/>
                </a:lnTo>
                <a:close/>
                <a:lnTo>
                  <a:pt x="1246596" y="1098"/>
                </a:lnTo>
                <a:close/>
                <a:lnTo>
                  <a:pt x="1248774" y="969"/>
                </a:lnTo>
                <a:close/>
                <a:lnTo>
                  <a:pt x="1250894" y="845"/>
                </a:lnTo>
                <a:close/>
                <a:lnTo>
                  <a:pt x="1252940" y="727"/>
                </a:lnTo>
                <a:close/>
                <a:lnTo>
                  <a:pt x="1254900" y="615"/>
                </a:lnTo>
                <a:close/>
                <a:lnTo>
                  <a:pt x="1256758" y="510"/>
                </a:lnTo>
                <a:close/>
                <a:lnTo>
                  <a:pt x="1258501" y="413"/>
                </a:lnTo>
                <a:close/>
                <a:lnTo>
                  <a:pt x="1260114" y="324"/>
                </a:lnTo>
                <a:close/>
                <a:lnTo>
                  <a:pt x="1261582" y="245"/>
                </a:lnTo>
                <a:close/>
                <a:lnTo>
                  <a:pt x="1262893" y="175"/>
                </a:lnTo>
                <a:close/>
                <a:lnTo>
                  <a:pt x="1264031" y="116"/>
                </a:lnTo>
                <a:close/>
                <a:lnTo>
                  <a:pt x="1264983" y="69"/>
                </a:lnTo>
                <a:close/>
                <a:lnTo>
                  <a:pt x="1265733" y="33"/>
                </a:lnTo>
                <a:close/>
                <a:lnTo>
                  <a:pt x="1266269" y="10"/>
                </a:lnTo>
                <a:close/>
                <a:lnTo>
                  <a:pt x="1266576" y="0"/>
                </a:lnTo>
                <a:close/>
                <a:lnTo>
                  <a:pt x="1266639" y="4"/>
                </a:lnTo>
                <a:close/>
                <a:lnTo>
                  <a:pt x="1266444" y="22"/>
                </a:lnTo>
                <a:close/>
              </a:path>
            </a:pathLst>
          </a:custGeom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943600.0" y="1265529.5999999999"/>
            <a:ext cx="0.0" cy="1306220.4000000001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854700" y="177739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54700" y="1176629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5422392.0" y="1460754.0"/>
            <a:ext cx="260604.0" cy="132588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071616.0" y="1460754.0"/>
            <a:ext cx="297180.0" cy="22860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826760" y="4254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9600" y="23685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3700" y="23685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