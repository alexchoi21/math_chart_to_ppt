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0.0" y="2571750.0"/>
            <a:ext cx="155448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834390.0"/>
            <a:ext cx="0.0" cy="187452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43400" y="971550"/>
            <a:ext cx="1371600" cy="1141668"/>
          </a:xfrm>
          <a:custGeom>
            <a:avLst/>
            <a:gdLst/>
            <a:ahLst/>
            <a:cxnLst/>
            <a:rect l="l" t="t" r="r" b="b"/>
            <a:pathLst>
              <a:path w="1371600" h="1141668">
                <a:moveTo>
                  <a:pt x="0" y="457200"/>
                </a:moveTo>
                <a:lnTo>
                  <a:pt x="4587" y="461787"/>
                </a:lnTo>
                <a:close/>
                <a:lnTo>
                  <a:pt x="9175" y="466375"/>
                </a:lnTo>
                <a:close/>
                <a:lnTo>
                  <a:pt x="13762" y="470962"/>
                </a:lnTo>
                <a:close/>
                <a:lnTo>
                  <a:pt x="18349" y="475549"/>
                </a:lnTo>
                <a:close/>
                <a:lnTo>
                  <a:pt x="22936" y="480136"/>
                </a:lnTo>
                <a:close/>
                <a:lnTo>
                  <a:pt x="27524" y="484724"/>
                </a:lnTo>
                <a:close/>
                <a:lnTo>
                  <a:pt x="32111" y="489311"/>
                </a:lnTo>
                <a:close/>
                <a:lnTo>
                  <a:pt x="36698" y="493898"/>
                </a:lnTo>
                <a:close/>
                <a:lnTo>
                  <a:pt x="41286" y="498486"/>
                </a:lnTo>
                <a:close/>
                <a:lnTo>
                  <a:pt x="45873" y="503073"/>
                </a:lnTo>
                <a:close/>
                <a:lnTo>
                  <a:pt x="50460" y="507660"/>
                </a:lnTo>
                <a:close/>
                <a:lnTo>
                  <a:pt x="55047" y="512247"/>
                </a:lnTo>
                <a:close/>
                <a:lnTo>
                  <a:pt x="59635" y="516835"/>
                </a:lnTo>
                <a:close/>
                <a:lnTo>
                  <a:pt x="64222" y="521422"/>
                </a:lnTo>
                <a:close/>
                <a:lnTo>
                  <a:pt x="68809" y="526009"/>
                </a:lnTo>
                <a:close/>
                <a:lnTo>
                  <a:pt x="73397" y="530597"/>
                </a:lnTo>
                <a:close/>
                <a:lnTo>
                  <a:pt x="77984" y="535184"/>
                </a:lnTo>
                <a:close/>
                <a:lnTo>
                  <a:pt x="82571" y="539771"/>
                </a:lnTo>
                <a:close/>
                <a:lnTo>
                  <a:pt x="87159" y="544359"/>
                </a:lnTo>
                <a:close/>
                <a:lnTo>
                  <a:pt x="91746" y="548946"/>
                </a:lnTo>
                <a:close/>
                <a:lnTo>
                  <a:pt x="96333" y="553533"/>
                </a:lnTo>
                <a:close/>
                <a:lnTo>
                  <a:pt x="100920" y="558120"/>
                </a:lnTo>
                <a:close/>
                <a:lnTo>
                  <a:pt x="105508" y="562708"/>
                </a:lnTo>
                <a:close/>
                <a:lnTo>
                  <a:pt x="110095" y="567295"/>
                </a:lnTo>
                <a:close/>
                <a:lnTo>
                  <a:pt x="114682" y="571882"/>
                </a:lnTo>
                <a:close/>
                <a:lnTo>
                  <a:pt x="119270" y="576470"/>
                </a:lnTo>
                <a:close/>
                <a:lnTo>
                  <a:pt x="123857" y="581057"/>
                </a:lnTo>
                <a:close/>
                <a:lnTo>
                  <a:pt x="128444" y="585644"/>
                </a:lnTo>
                <a:close/>
                <a:lnTo>
                  <a:pt x="133031" y="590231"/>
                </a:lnTo>
                <a:close/>
                <a:lnTo>
                  <a:pt x="137619" y="594819"/>
                </a:lnTo>
                <a:close/>
                <a:lnTo>
                  <a:pt x="142206" y="599406"/>
                </a:lnTo>
                <a:close/>
                <a:lnTo>
                  <a:pt x="146793" y="603993"/>
                </a:lnTo>
                <a:close/>
                <a:lnTo>
                  <a:pt x="151381" y="608581"/>
                </a:lnTo>
                <a:close/>
                <a:lnTo>
                  <a:pt x="155968" y="613168"/>
                </a:lnTo>
                <a:close/>
                <a:lnTo>
                  <a:pt x="160555" y="617755"/>
                </a:lnTo>
                <a:close/>
                <a:lnTo>
                  <a:pt x="165142" y="622342"/>
                </a:lnTo>
                <a:close/>
                <a:lnTo>
                  <a:pt x="169730" y="626930"/>
                </a:lnTo>
                <a:close/>
                <a:lnTo>
                  <a:pt x="174317" y="631517"/>
                </a:lnTo>
                <a:close/>
                <a:lnTo>
                  <a:pt x="178904" y="636104"/>
                </a:lnTo>
                <a:close/>
                <a:lnTo>
                  <a:pt x="183492" y="640692"/>
                </a:lnTo>
                <a:close/>
                <a:lnTo>
                  <a:pt x="188079" y="645279"/>
                </a:lnTo>
                <a:close/>
                <a:lnTo>
                  <a:pt x="192666" y="649866"/>
                </a:lnTo>
                <a:close/>
                <a:lnTo>
                  <a:pt x="197254" y="654454"/>
                </a:lnTo>
                <a:close/>
                <a:lnTo>
                  <a:pt x="201841" y="659041"/>
                </a:lnTo>
                <a:close/>
                <a:lnTo>
                  <a:pt x="206428" y="663628"/>
                </a:lnTo>
                <a:close/>
                <a:lnTo>
                  <a:pt x="211015" y="668215"/>
                </a:lnTo>
                <a:close/>
                <a:lnTo>
                  <a:pt x="215603" y="672803"/>
                </a:lnTo>
                <a:close/>
                <a:lnTo>
                  <a:pt x="220190" y="677390"/>
                </a:lnTo>
                <a:close/>
                <a:lnTo>
                  <a:pt x="224777" y="681977"/>
                </a:lnTo>
                <a:close/>
                <a:lnTo>
                  <a:pt x="229365" y="686565"/>
                </a:lnTo>
                <a:close/>
                <a:lnTo>
                  <a:pt x="233952" y="691152"/>
                </a:lnTo>
                <a:close/>
                <a:lnTo>
                  <a:pt x="238539" y="695739"/>
                </a:lnTo>
                <a:close/>
                <a:lnTo>
                  <a:pt x="243126" y="700326"/>
                </a:lnTo>
                <a:close/>
                <a:lnTo>
                  <a:pt x="247714" y="704914"/>
                </a:lnTo>
                <a:close/>
                <a:lnTo>
                  <a:pt x="252301" y="709501"/>
                </a:lnTo>
                <a:close/>
                <a:lnTo>
                  <a:pt x="256888" y="714088"/>
                </a:lnTo>
                <a:close/>
                <a:lnTo>
                  <a:pt x="261476" y="718676"/>
                </a:lnTo>
                <a:close/>
                <a:lnTo>
                  <a:pt x="266063" y="723263"/>
                </a:lnTo>
                <a:close/>
                <a:lnTo>
                  <a:pt x="270650" y="727850"/>
                </a:lnTo>
                <a:close/>
                <a:lnTo>
                  <a:pt x="275237" y="732437"/>
                </a:lnTo>
                <a:close/>
                <a:lnTo>
                  <a:pt x="279825" y="737025"/>
                </a:lnTo>
                <a:close/>
                <a:lnTo>
                  <a:pt x="284412" y="741612"/>
                </a:lnTo>
                <a:close/>
                <a:lnTo>
                  <a:pt x="288999" y="746199"/>
                </a:lnTo>
                <a:close/>
                <a:lnTo>
                  <a:pt x="293587" y="750787"/>
                </a:lnTo>
                <a:close/>
                <a:lnTo>
                  <a:pt x="298174" y="755374"/>
                </a:lnTo>
                <a:close/>
                <a:lnTo>
                  <a:pt x="302761" y="759961"/>
                </a:lnTo>
                <a:close/>
                <a:lnTo>
                  <a:pt x="307348" y="764548"/>
                </a:lnTo>
                <a:close/>
                <a:lnTo>
                  <a:pt x="311936" y="769136"/>
                </a:lnTo>
                <a:close/>
                <a:lnTo>
                  <a:pt x="316523" y="773723"/>
                </a:lnTo>
                <a:close/>
                <a:lnTo>
                  <a:pt x="321110" y="778310"/>
                </a:lnTo>
                <a:close/>
                <a:lnTo>
                  <a:pt x="325698" y="782898"/>
                </a:lnTo>
                <a:close/>
                <a:lnTo>
                  <a:pt x="330285" y="787485"/>
                </a:lnTo>
                <a:close/>
                <a:lnTo>
                  <a:pt x="334872" y="792072"/>
                </a:lnTo>
                <a:close/>
                <a:lnTo>
                  <a:pt x="339460" y="796660"/>
                </a:lnTo>
                <a:close/>
                <a:lnTo>
                  <a:pt x="344047" y="801247"/>
                </a:lnTo>
                <a:close/>
                <a:lnTo>
                  <a:pt x="348634" y="805834"/>
                </a:lnTo>
                <a:close/>
                <a:lnTo>
                  <a:pt x="353221" y="810421"/>
                </a:lnTo>
                <a:close/>
                <a:lnTo>
                  <a:pt x="357809" y="815009"/>
                </a:lnTo>
                <a:close/>
                <a:lnTo>
                  <a:pt x="362396" y="819596"/>
                </a:lnTo>
                <a:close/>
                <a:lnTo>
                  <a:pt x="366983" y="824183"/>
                </a:lnTo>
                <a:close/>
                <a:lnTo>
                  <a:pt x="371571" y="828771"/>
                </a:lnTo>
                <a:close/>
                <a:lnTo>
                  <a:pt x="376158" y="833358"/>
                </a:lnTo>
                <a:close/>
                <a:lnTo>
                  <a:pt x="380745" y="837945"/>
                </a:lnTo>
                <a:close/>
                <a:lnTo>
                  <a:pt x="385332" y="842532"/>
                </a:lnTo>
                <a:close/>
                <a:lnTo>
                  <a:pt x="389920" y="847120"/>
                </a:lnTo>
                <a:close/>
                <a:lnTo>
                  <a:pt x="394507" y="851707"/>
                </a:lnTo>
                <a:close/>
                <a:lnTo>
                  <a:pt x="399094" y="856294"/>
                </a:lnTo>
                <a:close/>
                <a:lnTo>
                  <a:pt x="403682" y="860882"/>
                </a:lnTo>
                <a:close/>
                <a:lnTo>
                  <a:pt x="408269" y="865469"/>
                </a:lnTo>
                <a:close/>
                <a:lnTo>
                  <a:pt x="412856" y="870056"/>
                </a:lnTo>
                <a:close/>
                <a:lnTo>
                  <a:pt x="417443" y="874643"/>
                </a:lnTo>
                <a:close/>
                <a:lnTo>
                  <a:pt x="422031" y="879231"/>
                </a:lnTo>
                <a:close/>
                <a:lnTo>
                  <a:pt x="426618" y="883818"/>
                </a:lnTo>
                <a:close/>
                <a:lnTo>
                  <a:pt x="431205" y="888405"/>
                </a:lnTo>
                <a:close/>
                <a:lnTo>
                  <a:pt x="435793" y="892993"/>
                </a:lnTo>
                <a:close/>
                <a:lnTo>
                  <a:pt x="440380" y="897580"/>
                </a:lnTo>
                <a:close/>
                <a:lnTo>
                  <a:pt x="444967" y="902167"/>
                </a:lnTo>
                <a:close/>
                <a:lnTo>
                  <a:pt x="449555" y="906755"/>
                </a:lnTo>
                <a:close/>
                <a:lnTo>
                  <a:pt x="454142" y="911342"/>
                </a:lnTo>
                <a:close/>
                <a:lnTo>
                  <a:pt x="458729" y="915929"/>
                </a:lnTo>
                <a:close/>
                <a:lnTo>
                  <a:pt x="463316" y="920516"/>
                </a:lnTo>
                <a:close/>
                <a:lnTo>
                  <a:pt x="467904" y="925104"/>
                </a:lnTo>
                <a:close/>
                <a:lnTo>
                  <a:pt x="472491" y="929691"/>
                </a:lnTo>
                <a:close/>
                <a:lnTo>
                  <a:pt x="477078" y="934278"/>
                </a:lnTo>
                <a:close/>
                <a:lnTo>
                  <a:pt x="481666" y="938866"/>
                </a:lnTo>
                <a:close/>
                <a:lnTo>
                  <a:pt x="486253" y="943453"/>
                </a:lnTo>
                <a:close/>
                <a:lnTo>
                  <a:pt x="490840" y="948040"/>
                </a:lnTo>
                <a:close/>
                <a:lnTo>
                  <a:pt x="495427" y="952627"/>
                </a:lnTo>
                <a:close/>
                <a:lnTo>
                  <a:pt x="500015" y="957215"/>
                </a:lnTo>
                <a:close/>
                <a:lnTo>
                  <a:pt x="504602" y="961802"/>
                </a:lnTo>
                <a:close/>
                <a:lnTo>
                  <a:pt x="509189" y="966389"/>
                </a:lnTo>
                <a:close/>
                <a:lnTo>
                  <a:pt x="513777" y="970977"/>
                </a:lnTo>
                <a:close/>
                <a:lnTo>
                  <a:pt x="518364" y="975564"/>
                </a:lnTo>
                <a:close/>
                <a:lnTo>
                  <a:pt x="522951" y="980151"/>
                </a:lnTo>
                <a:close/>
                <a:lnTo>
                  <a:pt x="527538" y="984738"/>
                </a:lnTo>
                <a:close/>
                <a:lnTo>
                  <a:pt x="532126" y="989326"/>
                </a:lnTo>
                <a:close/>
                <a:lnTo>
                  <a:pt x="536713" y="993913"/>
                </a:lnTo>
                <a:close/>
                <a:lnTo>
                  <a:pt x="541300" y="998500"/>
                </a:lnTo>
                <a:close/>
                <a:lnTo>
                  <a:pt x="545888" y="1003088"/>
                </a:lnTo>
                <a:close/>
                <a:lnTo>
                  <a:pt x="550475" y="1007675"/>
                </a:lnTo>
                <a:close/>
                <a:lnTo>
                  <a:pt x="555062" y="1012262"/>
                </a:lnTo>
                <a:close/>
                <a:lnTo>
                  <a:pt x="559649" y="1016849"/>
                </a:lnTo>
                <a:close/>
                <a:lnTo>
                  <a:pt x="564237" y="1021437"/>
                </a:lnTo>
                <a:close/>
                <a:lnTo>
                  <a:pt x="568824" y="1026024"/>
                </a:lnTo>
                <a:close/>
                <a:lnTo>
                  <a:pt x="573411" y="1030611"/>
                </a:lnTo>
                <a:close/>
                <a:lnTo>
                  <a:pt x="577999" y="1035199"/>
                </a:lnTo>
                <a:close/>
                <a:lnTo>
                  <a:pt x="582586" y="1039786"/>
                </a:lnTo>
                <a:close/>
                <a:lnTo>
                  <a:pt x="587173" y="1044373"/>
                </a:lnTo>
                <a:close/>
                <a:lnTo>
                  <a:pt x="591761" y="1048961"/>
                </a:lnTo>
                <a:close/>
                <a:lnTo>
                  <a:pt x="596348" y="1053548"/>
                </a:lnTo>
                <a:close/>
                <a:lnTo>
                  <a:pt x="600935" y="1058135"/>
                </a:lnTo>
                <a:close/>
                <a:lnTo>
                  <a:pt x="605522" y="1062722"/>
                </a:lnTo>
                <a:close/>
                <a:lnTo>
                  <a:pt x="610110" y="1067310"/>
                </a:lnTo>
                <a:close/>
                <a:lnTo>
                  <a:pt x="614697" y="1071897"/>
                </a:lnTo>
                <a:close/>
                <a:lnTo>
                  <a:pt x="619284" y="1076484"/>
                </a:lnTo>
                <a:close/>
                <a:lnTo>
                  <a:pt x="623872" y="1081072"/>
                </a:lnTo>
                <a:close/>
                <a:lnTo>
                  <a:pt x="628459" y="1085659"/>
                </a:lnTo>
                <a:close/>
                <a:lnTo>
                  <a:pt x="633046" y="1090246"/>
                </a:lnTo>
                <a:close/>
                <a:lnTo>
                  <a:pt x="637633" y="1094833"/>
                </a:lnTo>
                <a:close/>
                <a:lnTo>
                  <a:pt x="642221" y="1099421"/>
                </a:lnTo>
                <a:close/>
                <a:lnTo>
                  <a:pt x="646808" y="1104008"/>
                </a:lnTo>
                <a:close/>
                <a:lnTo>
                  <a:pt x="651395" y="1108595"/>
                </a:lnTo>
                <a:close/>
                <a:lnTo>
                  <a:pt x="655983" y="1113183"/>
                </a:lnTo>
                <a:close/>
                <a:lnTo>
                  <a:pt x="660570" y="1117770"/>
                </a:lnTo>
                <a:close/>
                <a:lnTo>
                  <a:pt x="665157" y="1122357"/>
                </a:lnTo>
                <a:close/>
                <a:lnTo>
                  <a:pt x="669744" y="1126947"/>
                </a:lnTo>
                <a:close/>
                <a:lnTo>
                  <a:pt x="674332" y="1131556"/>
                </a:lnTo>
                <a:close/>
                <a:lnTo>
                  <a:pt x="678919" y="1136324"/>
                </a:lnTo>
                <a:close/>
                <a:lnTo>
                  <a:pt x="683506" y="1141668"/>
                </a:lnTo>
                <a:close/>
                <a:lnTo>
                  <a:pt x="688094" y="683763"/>
                </a:lnTo>
                <a:close/>
                <a:lnTo>
                  <a:pt x="692681" y="678974"/>
                </a:lnTo>
                <a:close/>
                <a:lnTo>
                  <a:pt x="697268" y="674338"/>
                </a:lnTo>
                <a:close/>
                <a:lnTo>
                  <a:pt x="701856" y="669745"/>
                </a:lnTo>
                <a:close/>
                <a:lnTo>
                  <a:pt x="706443" y="665157"/>
                </a:lnTo>
                <a:close/>
                <a:lnTo>
                  <a:pt x="711030" y="660570"/>
                </a:lnTo>
                <a:close/>
                <a:lnTo>
                  <a:pt x="715617" y="655983"/>
                </a:lnTo>
                <a:close/>
                <a:lnTo>
                  <a:pt x="720205" y="651395"/>
                </a:lnTo>
                <a:close/>
                <a:lnTo>
                  <a:pt x="724792" y="646808"/>
                </a:lnTo>
                <a:close/>
                <a:lnTo>
                  <a:pt x="729379" y="642221"/>
                </a:lnTo>
                <a:close/>
                <a:lnTo>
                  <a:pt x="733967" y="637633"/>
                </a:lnTo>
                <a:close/>
                <a:lnTo>
                  <a:pt x="738554" y="633046"/>
                </a:lnTo>
                <a:close/>
                <a:lnTo>
                  <a:pt x="743141" y="628459"/>
                </a:lnTo>
                <a:close/>
                <a:lnTo>
                  <a:pt x="747728" y="623872"/>
                </a:lnTo>
                <a:close/>
                <a:lnTo>
                  <a:pt x="752316" y="619284"/>
                </a:lnTo>
                <a:close/>
                <a:lnTo>
                  <a:pt x="756903" y="614697"/>
                </a:lnTo>
                <a:close/>
                <a:lnTo>
                  <a:pt x="761490" y="610110"/>
                </a:lnTo>
                <a:close/>
                <a:lnTo>
                  <a:pt x="766078" y="605522"/>
                </a:lnTo>
                <a:close/>
                <a:lnTo>
                  <a:pt x="770665" y="600935"/>
                </a:lnTo>
                <a:close/>
                <a:lnTo>
                  <a:pt x="775252" y="596348"/>
                </a:lnTo>
                <a:close/>
                <a:lnTo>
                  <a:pt x="779839" y="591761"/>
                </a:lnTo>
                <a:close/>
                <a:lnTo>
                  <a:pt x="784427" y="587173"/>
                </a:lnTo>
                <a:close/>
                <a:lnTo>
                  <a:pt x="789014" y="582586"/>
                </a:lnTo>
                <a:close/>
                <a:lnTo>
                  <a:pt x="793601" y="577999"/>
                </a:lnTo>
                <a:close/>
                <a:lnTo>
                  <a:pt x="798189" y="573411"/>
                </a:lnTo>
                <a:close/>
                <a:lnTo>
                  <a:pt x="802776" y="568824"/>
                </a:lnTo>
                <a:close/>
                <a:lnTo>
                  <a:pt x="807363" y="564237"/>
                </a:lnTo>
                <a:close/>
                <a:lnTo>
                  <a:pt x="811951" y="559649"/>
                </a:lnTo>
                <a:close/>
                <a:lnTo>
                  <a:pt x="816538" y="555062"/>
                </a:lnTo>
                <a:close/>
                <a:lnTo>
                  <a:pt x="821125" y="550475"/>
                </a:lnTo>
                <a:close/>
                <a:lnTo>
                  <a:pt x="825712" y="545888"/>
                </a:lnTo>
                <a:close/>
                <a:lnTo>
                  <a:pt x="830300" y="541300"/>
                </a:lnTo>
                <a:close/>
                <a:lnTo>
                  <a:pt x="834887" y="536713"/>
                </a:lnTo>
                <a:close/>
                <a:lnTo>
                  <a:pt x="839474" y="532126"/>
                </a:lnTo>
                <a:close/>
                <a:lnTo>
                  <a:pt x="844062" y="527538"/>
                </a:lnTo>
                <a:close/>
                <a:lnTo>
                  <a:pt x="848649" y="522951"/>
                </a:lnTo>
                <a:close/>
                <a:lnTo>
                  <a:pt x="853236" y="518364"/>
                </a:lnTo>
                <a:close/>
                <a:lnTo>
                  <a:pt x="857823" y="513777"/>
                </a:lnTo>
                <a:close/>
                <a:lnTo>
                  <a:pt x="862411" y="509189"/>
                </a:lnTo>
                <a:close/>
                <a:lnTo>
                  <a:pt x="866998" y="504602"/>
                </a:lnTo>
                <a:close/>
                <a:lnTo>
                  <a:pt x="871585" y="500015"/>
                </a:lnTo>
                <a:close/>
                <a:lnTo>
                  <a:pt x="876173" y="495427"/>
                </a:lnTo>
                <a:close/>
                <a:lnTo>
                  <a:pt x="880760" y="490840"/>
                </a:lnTo>
                <a:close/>
                <a:lnTo>
                  <a:pt x="885347" y="486253"/>
                </a:lnTo>
                <a:close/>
                <a:lnTo>
                  <a:pt x="889934" y="481666"/>
                </a:lnTo>
                <a:close/>
                <a:lnTo>
                  <a:pt x="894522" y="477078"/>
                </a:lnTo>
                <a:close/>
                <a:lnTo>
                  <a:pt x="899109" y="472491"/>
                </a:lnTo>
                <a:close/>
                <a:lnTo>
                  <a:pt x="903696" y="467904"/>
                </a:lnTo>
                <a:close/>
                <a:lnTo>
                  <a:pt x="908284" y="463316"/>
                </a:lnTo>
                <a:close/>
                <a:lnTo>
                  <a:pt x="912871" y="458729"/>
                </a:lnTo>
                <a:close/>
                <a:lnTo>
                  <a:pt x="917458" y="454142"/>
                </a:lnTo>
                <a:close/>
                <a:lnTo>
                  <a:pt x="922045" y="449555"/>
                </a:lnTo>
                <a:close/>
                <a:lnTo>
                  <a:pt x="926633" y="444967"/>
                </a:lnTo>
                <a:close/>
                <a:lnTo>
                  <a:pt x="931220" y="440380"/>
                </a:lnTo>
                <a:close/>
                <a:lnTo>
                  <a:pt x="935807" y="435793"/>
                </a:lnTo>
                <a:close/>
                <a:lnTo>
                  <a:pt x="940395" y="431205"/>
                </a:lnTo>
                <a:close/>
                <a:lnTo>
                  <a:pt x="944982" y="426618"/>
                </a:lnTo>
                <a:close/>
                <a:lnTo>
                  <a:pt x="949569" y="422031"/>
                </a:lnTo>
                <a:close/>
                <a:lnTo>
                  <a:pt x="954157" y="417443"/>
                </a:lnTo>
                <a:close/>
                <a:lnTo>
                  <a:pt x="958744" y="412856"/>
                </a:lnTo>
                <a:close/>
                <a:lnTo>
                  <a:pt x="963331" y="408269"/>
                </a:lnTo>
                <a:close/>
                <a:lnTo>
                  <a:pt x="967918" y="403682"/>
                </a:lnTo>
                <a:close/>
                <a:lnTo>
                  <a:pt x="972506" y="399094"/>
                </a:lnTo>
                <a:close/>
                <a:lnTo>
                  <a:pt x="977093" y="394507"/>
                </a:lnTo>
                <a:close/>
                <a:lnTo>
                  <a:pt x="981680" y="389920"/>
                </a:lnTo>
                <a:close/>
                <a:lnTo>
                  <a:pt x="986268" y="385332"/>
                </a:lnTo>
                <a:close/>
                <a:lnTo>
                  <a:pt x="990855" y="380745"/>
                </a:lnTo>
                <a:close/>
                <a:lnTo>
                  <a:pt x="995442" y="376158"/>
                </a:lnTo>
                <a:close/>
                <a:lnTo>
                  <a:pt x="1000029" y="371571"/>
                </a:lnTo>
                <a:close/>
                <a:lnTo>
                  <a:pt x="1004617" y="366983"/>
                </a:lnTo>
                <a:close/>
                <a:lnTo>
                  <a:pt x="1009204" y="362396"/>
                </a:lnTo>
                <a:close/>
                <a:lnTo>
                  <a:pt x="1013791" y="357809"/>
                </a:lnTo>
                <a:close/>
                <a:lnTo>
                  <a:pt x="1018379" y="353221"/>
                </a:lnTo>
                <a:close/>
                <a:lnTo>
                  <a:pt x="1022966" y="348634"/>
                </a:lnTo>
                <a:close/>
                <a:lnTo>
                  <a:pt x="1027553" y="344047"/>
                </a:lnTo>
                <a:close/>
                <a:lnTo>
                  <a:pt x="1032140" y="339460"/>
                </a:lnTo>
                <a:close/>
                <a:lnTo>
                  <a:pt x="1036728" y="334872"/>
                </a:lnTo>
                <a:close/>
                <a:lnTo>
                  <a:pt x="1041315" y="330285"/>
                </a:lnTo>
                <a:close/>
                <a:lnTo>
                  <a:pt x="1045902" y="325698"/>
                </a:lnTo>
                <a:close/>
                <a:lnTo>
                  <a:pt x="1050490" y="321110"/>
                </a:lnTo>
                <a:close/>
                <a:lnTo>
                  <a:pt x="1055077" y="316523"/>
                </a:lnTo>
                <a:close/>
                <a:lnTo>
                  <a:pt x="1059664" y="311936"/>
                </a:lnTo>
                <a:close/>
                <a:lnTo>
                  <a:pt x="1064252" y="307348"/>
                </a:lnTo>
                <a:close/>
                <a:lnTo>
                  <a:pt x="1068839" y="302761"/>
                </a:lnTo>
                <a:close/>
                <a:lnTo>
                  <a:pt x="1073426" y="298174"/>
                </a:lnTo>
                <a:close/>
                <a:lnTo>
                  <a:pt x="1078013" y="293587"/>
                </a:lnTo>
                <a:close/>
                <a:lnTo>
                  <a:pt x="1082601" y="288999"/>
                </a:lnTo>
                <a:close/>
                <a:lnTo>
                  <a:pt x="1087188" y="284412"/>
                </a:lnTo>
                <a:close/>
                <a:lnTo>
                  <a:pt x="1091775" y="279825"/>
                </a:lnTo>
                <a:close/>
                <a:lnTo>
                  <a:pt x="1096363" y="275237"/>
                </a:lnTo>
                <a:close/>
                <a:lnTo>
                  <a:pt x="1100950" y="270650"/>
                </a:lnTo>
                <a:close/>
                <a:lnTo>
                  <a:pt x="1105537" y="266063"/>
                </a:lnTo>
                <a:close/>
                <a:lnTo>
                  <a:pt x="1110124" y="261476"/>
                </a:lnTo>
                <a:close/>
                <a:lnTo>
                  <a:pt x="1114712" y="256888"/>
                </a:lnTo>
                <a:close/>
                <a:lnTo>
                  <a:pt x="1119299" y="252301"/>
                </a:lnTo>
                <a:close/>
                <a:lnTo>
                  <a:pt x="1123886" y="247714"/>
                </a:lnTo>
                <a:close/>
                <a:lnTo>
                  <a:pt x="1128474" y="243126"/>
                </a:lnTo>
                <a:close/>
                <a:lnTo>
                  <a:pt x="1133061" y="238539"/>
                </a:lnTo>
                <a:close/>
                <a:lnTo>
                  <a:pt x="1137648" y="233952"/>
                </a:lnTo>
                <a:close/>
                <a:lnTo>
                  <a:pt x="1142235" y="229365"/>
                </a:lnTo>
                <a:close/>
                <a:lnTo>
                  <a:pt x="1146823" y="224777"/>
                </a:lnTo>
                <a:close/>
                <a:lnTo>
                  <a:pt x="1151410" y="220190"/>
                </a:lnTo>
                <a:close/>
                <a:lnTo>
                  <a:pt x="1155997" y="215603"/>
                </a:lnTo>
                <a:close/>
                <a:lnTo>
                  <a:pt x="1160585" y="211015"/>
                </a:lnTo>
                <a:close/>
                <a:lnTo>
                  <a:pt x="1165172" y="206428"/>
                </a:lnTo>
                <a:close/>
                <a:lnTo>
                  <a:pt x="1169759" y="201841"/>
                </a:lnTo>
                <a:close/>
                <a:lnTo>
                  <a:pt x="1174346" y="197254"/>
                </a:lnTo>
                <a:close/>
                <a:lnTo>
                  <a:pt x="1178934" y="192666"/>
                </a:lnTo>
                <a:close/>
                <a:lnTo>
                  <a:pt x="1183521" y="188079"/>
                </a:lnTo>
                <a:close/>
                <a:lnTo>
                  <a:pt x="1188108" y="183492"/>
                </a:lnTo>
                <a:close/>
                <a:lnTo>
                  <a:pt x="1192696" y="178904"/>
                </a:lnTo>
                <a:close/>
                <a:lnTo>
                  <a:pt x="1197283" y="174317"/>
                </a:lnTo>
                <a:close/>
                <a:lnTo>
                  <a:pt x="1201870" y="169730"/>
                </a:lnTo>
                <a:close/>
                <a:lnTo>
                  <a:pt x="1206458" y="165142"/>
                </a:lnTo>
                <a:close/>
                <a:lnTo>
                  <a:pt x="1211045" y="160555"/>
                </a:lnTo>
                <a:close/>
                <a:lnTo>
                  <a:pt x="1215632" y="155968"/>
                </a:lnTo>
                <a:close/>
                <a:lnTo>
                  <a:pt x="1220219" y="151381"/>
                </a:lnTo>
                <a:close/>
                <a:lnTo>
                  <a:pt x="1224807" y="146793"/>
                </a:lnTo>
                <a:close/>
                <a:lnTo>
                  <a:pt x="1229394" y="142206"/>
                </a:lnTo>
                <a:close/>
                <a:lnTo>
                  <a:pt x="1233981" y="137619"/>
                </a:lnTo>
                <a:close/>
                <a:lnTo>
                  <a:pt x="1238569" y="133031"/>
                </a:lnTo>
                <a:close/>
                <a:lnTo>
                  <a:pt x="1243156" y="128444"/>
                </a:lnTo>
                <a:close/>
                <a:lnTo>
                  <a:pt x="1247743" y="123857"/>
                </a:lnTo>
                <a:close/>
                <a:lnTo>
                  <a:pt x="1252330" y="119270"/>
                </a:lnTo>
                <a:close/>
                <a:lnTo>
                  <a:pt x="1256918" y="114682"/>
                </a:lnTo>
                <a:close/>
                <a:lnTo>
                  <a:pt x="1261505" y="110095"/>
                </a:lnTo>
                <a:close/>
                <a:lnTo>
                  <a:pt x="1266092" y="105508"/>
                </a:lnTo>
                <a:close/>
                <a:lnTo>
                  <a:pt x="1270680" y="100920"/>
                </a:lnTo>
                <a:close/>
                <a:lnTo>
                  <a:pt x="1275267" y="96333"/>
                </a:lnTo>
                <a:close/>
                <a:lnTo>
                  <a:pt x="1279854" y="91746"/>
                </a:lnTo>
                <a:close/>
                <a:lnTo>
                  <a:pt x="1284441" y="87159"/>
                </a:lnTo>
                <a:close/>
                <a:lnTo>
                  <a:pt x="1289029" y="82571"/>
                </a:lnTo>
                <a:close/>
                <a:lnTo>
                  <a:pt x="1293616" y="77984"/>
                </a:lnTo>
                <a:close/>
                <a:lnTo>
                  <a:pt x="1298203" y="73397"/>
                </a:lnTo>
                <a:close/>
                <a:lnTo>
                  <a:pt x="1302791" y="68809"/>
                </a:lnTo>
                <a:close/>
                <a:lnTo>
                  <a:pt x="1307378" y="64222"/>
                </a:lnTo>
                <a:close/>
                <a:lnTo>
                  <a:pt x="1311965" y="59635"/>
                </a:lnTo>
                <a:close/>
                <a:lnTo>
                  <a:pt x="1316553" y="55047"/>
                </a:lnTo>
                <a:close/>
                <a:lnTo>
                  <a:pt x="1321140" y="50460"/>
                </a:lnTo>
                <a:close/>
                <a:lnTo>
                  <a:pt x="1325727" y="45873"/>
                </a:lnTo>
                <a:close/>
                <a:lnTo>
                  <a:pt x="1330314" y="41286"/>
                </a:lnTo>
                <a:close/>
                <a:lnTo>
                  <a:pt x="1334902" y="36698"/>
                </a:lnTo>
                <a:close/>
                <a:lnTo>
                  <a:pt x="1339489" y="32111"/>
                </a:lnTo>
                <a:close/>
                <a:lnTo>
                  <a:pt x="1344076" y="27524"/>
                </a:lnTo>
                <a:close/>
                <a:lnTo>
                  <a:pt x="1348664" y="22936"/>
                </a:lnTo>
                <a:close/>
                <a:lnTo>
                  <a:pt x="1353251" y="18349"/>
                </a:lnTo>
                <a:close/>
                <a:lnTo>
                  <a:pt x="1357838" y="13762"/>
                </a:lnTo>
                <a:close/>
                <a:lnTo>
                  <a:pt x="1362425" y="9175"/>
                </a:lnTo>
                <a:close/>
                <a:lnTo>
                  <a:pt x="1367013" y="4587"/>
                </a:lnTo>
                <a:close/>
                <a:lnTo>
                  <a:pt x="1371600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978400" y="2063750"/>
            <a:ext cx="101600" cy="1016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8400" y="160655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4800600" y="188595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0"/>
                </a:moveTo>
                <a:lnTo>
                  <a:pt x="1385" y="1385"/>
                </a:lnTo>
                <a:close/>
                <a:lnTo>
                  <a:pt x="2771" y="2771"/>
                </a:lnTo>
                <a:close/>
                <a:lnTo>
                  <a:pt x="4156" y="4156"/>
                </a:lnTo>
                <a:close/>
                <a:lnTo>
                  <a:pt x="5542" y="5542"/>
                </a:lnTo>
                <a:close/>
                <a:lnTo>
                  <a:pt x="6927" y="6927"/>
                </a:lnTo>
                <a:close/>
                <a:lnTo>
                  <a:pt x="8313" y="8313"/>
                </a:lnTo>
                <a:close/>
                <a:lnTo>
                  <a:pt x="9698" y="9698"/>
                </a:lnTo>
                <a:close/>
                <a:lnTo>
                  <a:pt x="11084" y="11084"/>
                </a:lnTo>
                <a:close/>
                <a:lnTo>
                  <a:pt x="12469" y="12469"/>
                </a:lnTo>
                <a:close/>
                <a:lnTo>
                  <a:pt x="13855" y="13855"/>
                </a:lnTo>
                <a:close/>
                <a:lnTo>
                  <a:pt x="15240" y="15240"/>
                </a:lnTo>
                <a:close/>
                <a:lnTo>
                  <a:pt x="16625" y="16625"/>
                </a:lnTo>
                <a:close/>
                <a:lnTo>
                  <a:pt x="18011" y="18011"/>
                </a:lnTo>
                <a:close/>
                <a:lnTo>
                  <a:pt x="19396" y="19396"/>
                </a:lnTo>
                <a:close/>
                <a:lnTo>
                  <a:pt x="20782" y="20782"/>
                </a:lnTo>
                <a:close/>
                <a:lnTo>
                  <a:pt x="22167" y="22167"/>
                </a:lnTo>
                <a:close/>
                <a:lnTo>
                  <a:pt x="23553" y="23553"/>
                </a:lnTo>
                <a:close/>
                <a:lnTo>
                  <a:pt x="24938" y="24938"/>
                </a:lnTo>
                <a:close/>
                <a:lnTo>
                  <a:pt x="26324" y="26324"/>
                </a:lnTo>
                <a:close/>
                <a:lnTo>
                  <a:pt x="27709" y="27709"/>
                </a:lnTo>
                <a:close/>
                <a:lnTo>
                  <a:pt x="29095" y="29095"/>
                </a:lnTo>
                <a:close/>
                <a:lnTo>
                  <a:pt x="30480" y="30480"/>
                </a:lnTo>
                <a:close/>
                <a:lnTo>
                  <a:pt x="31865" y="31865"/>
                </a:lnTo>
                <a:close/>
                <a:lnTo>
                  <a:pt x="33251" y="33251"/>
                </a:lnTo>
                <a:close/>
                <a:lnTo>
                  <a:pt x="34636" y="34636"/>
                </a:lnTo>
                <a:close/>
                <a:lnTo>
                  <a:pt x="36022" y="36022"/>
                </a:lnTo>
                <a:close/>
                <a:lnTo>
                  <a:pt x="37407" y="37407"/>
                </a:lnTo>
                <a:close/>
                <a:lnTo>
                  <a:pt x="38793" y="38793"/>
                </a:lnTo>
                <a:close/>
                <a:lnTo>
                  <a:pt x="40178" y="40178"/>
                </a:lnTo>
                <a:close/>
                <a:lnTo>
                  <a:pt x="41564" y="41564"/>
                </a:lnTo>
                <a:close/>
                <a:lnTo>
                  <a:pt x="42949" y="42949"/>
                </a:lnTo>
                <a:close/>
                <a:lnTo>
                  <a:pt x="44335" y="44335"/>
                </a:lnTo>
                <a:close/>
                <a:lnTo>
                  <a:pt x="45720" y="45720"/>
                </a:lnTo>
                <a:close/>
                <a:lnTo>
                  <a:pt x="47105" y="47105"/>
                </a:lnTo>
                <a:close/>
                <a:lnTo>
                  <a:pt x="48491" y="48491"/>
                </a:lnTo>
                <a:close/>
                <a:lnTo>
                  <a:pt x="49876" y="49876"/>
                </a:lnTo>
                <a:close/>
                <a:lnTo>
                  <a:pt x="51262" y="51262"/>
                </a:lnTo>
                <a:close/>
                <a:lnTo>
                  <a:pt x="52647" y="52647"/>
                </a:lnTo>
                <a:close/>
                <a:lnTo>
                  <a:pt x="54033" y="54033"/>
                </a:lnTo>
                <a:close/>
                <a:lnTo>
                  <a:pt x="55418" y="55418"/>
                </a:lnTo>
                <a:close/>
                <a:lnTo>
                  <a:pt x="56804" y="56804"/>
                </a:lnTo>
                <a:close/>
                <a:lnTo>
                  <a:pt x="58189" y="58189"/>
                </a:lnTo>
                <a:close/>
                <a:lnTo>
                  <a:pt x="59575" y="59575"/>
                </a:lnTo>
                <a:close/>
                <a:lnTo>
                  <a:pt x="60960" y="60960"/>
                </a:lnTo>
                <a:close/>
                <a:lnTo>
                  <a:pt x="62345" y="62345"/>
                </a:lnTo>
                <a:close/>
                <a:lnTo>
                  <a:pt x="63731" y="63731"/>
                </a:lnTo>
                <a:close/>
                <a:lnTo>
                  <a:pt x="65116" y="65116"/>
                </a:lnTo>
                <a:close/>
                <a:lnTo>
                  <a:pt x="66502" y="66502"/>
                </a:lnTo>
                <a:close/>
                <a:lnTo>
                  <a:pt x="67887" y="67887"/>
                </a:lnTo>
                <a:close/>
                <a:lnTo>
                  <a:pt x="69273" y="69273"/>
                </a:lnTo>
                <a:close/>
                <a:lnTo>
                  <a:pt x="70658" y="70658"/>
                </a:lnTo>
                <a:close/>
                <a:lnTo>
                  <a:pt x="72044" y="72044"/>
                </a:lnTo>
                <a:close/>
                <a:lnTo>
                  <a:pt x="73429" y="73429"/>
                </a:lnTo>
                <a:close/>
                <a:lnTo>
                  <a:pt x="74815" y="74815"/>
                </a:lnTo>
                <a:close/>
                <a:lnTo>
                  <a:pt x="76200" y="76200"/>
                </a:lnTo>
                <a:close/>
                <a:lnTo>
                  <a:pt x="77585" y="77585"/>
                </a:lnTo>
                <a:close/>
                <a:lnTo>
                  <a:pt x="78971" y="78971"/>
                </a:lnTo>
                <a:close/>
                <a:lnTo>
                  <a:pt x="80356" y="80356"/>
                </a:lnTo>
                <a:close/>
                <a:lnTo>
                  <a:pt x="81742" y="81742"/>
                </a:lnTo>
                <a:close/>
                <a:lnTo>
                  <a:pt x="83127" y="83127"/>
                </a:lnTo>
                <a:close/>
                <a:lnTo>
                  <a:pt x="84513" y="84513"/>
                </a:lnTo>
                <a:close/>
                <a:lnTo>
                  <a:pt x="85898" y="85898"/>
                </a:lnTo>
                <a:close/>
                <a:lnTo>
                  <a:pt x="87284" y="87284"/>
                </a:lnTo>
                <a:close/>
                <a:lnTo>
                  <a:pt x="88669" y="88669"/>
                </a:lnTo>
                <a:close/>
                <a:lnTo>
                  <a:pt x="90055" y="90055"/>
                </a:lnTo>
                <a:close/>
                <a:lnTo>
                  <a:pt x="91440" y="91440"/>
                </a:lnTo>
                <a:close/>
                <a:lnTo>
                  <a:pt x="92825" y="92825"/>
                </a:lnTo>
                <a:close/>
                <a:lnTo>
                  <a:pt x="94211" y="94211"/>
                </a:lnTo>
                <a:close/>
                <a:lnTo>
                  <a:pt x="95596" y="95596"/>
                </a:lnTo>
                <a:close/>
                <a:lnTo>
                  <a:pt x="96982" y="96982"/>
                </a:lnTo>
                <a:close/>
                <a:lnTo>
                  <a:pt x="98367" y="98367"/>
                </a:lnTo>
                <a:close/>
                <a:lnTo>
                  <a:pt x="99753" y="99753"/>
                </a:lnTo>
                <a:close/>
                <a:lnTo>
                  <a:pt x="101138" y="101138"/>
                </a:lnTo>
                <a:close/>
                <a:lnTo>
                  <a:pt x="102524" y="102524"/>
                </a:lnTo>
                <a:close/>
                <a:lnTo>
                  <a:pt x="103909" y="103909"/>
                </a:lnTo>
                <a:close/>
                <a:lnTo>
                  <a:pt x="105295" y="105295"/>
                </a:lnTo>
                <a:close/>
                <a:lnTo>
                  <a:pt x="106680" y="106680"/>
                </a:lnTo>
                <a:close/>
                <a:lnTo>
                  <a:pt x="108065" y="108065"/>
                </a:lnTo>
                <a:close/>
                <a:lnTo>
                  <a:pt x="109451" y="109451"/>
                </a:lnTo>
                <a:close/>
                <a:lnTo>
                  <a:pt x="110836" y="110836"/>
                </a:lnTo>
                <a:close/>
                <a:lnTo>
                  <a:pt x="112222" y="112222"/>
                </a:lnTo>
                <a:close/>
                <a:lnTo>
                  <a:pt x="113607" y="113607"/>
                </a:lnTo>
                <a:close/>
                <a:lnTo>
                  <a:pt x="114993" y="114993"/>
                </a:lnTo>
                <a:close/>
                <a:lnTo>
                  <a:pt x="116378" y="116378"/>
                </a:lnTo>
                <a:close/>
                <a:lnTo>
                  <a:pt x="117764" y="117764"/>
                </a:lnTo>
                <a:close/>
                <a:lnTo>
                  <a:pt x="119149" y="119149"/>
                </a:lnTo>
                <a:close/>
                <a:lnTo>
                  <a:pt x="120535" y="120535"/>
                </a:lnTo>
                <a:close/>
                <a:lnTo>
                  <a:pt x="121920" y="121920"/>
                </a:lnTo>
                <a:close/>
                <a:lnTo>
                  <a:pt x="123305" y="123305"/>
                </a:lnTo>
                <a:close/>
                <a:lnTo>
                  <a:pt x="124691" y="124691"/>
                </a:lnTo>
                <a:close/>
                <a:lnTo>
                  <a:pt x="126076" y="126076"/>
                </a:lnTo>
                <a:close/>
                <a:lnTo>
                  <a:pt x="127462" y="127462"/>
                </a:lnTo>
                <a:close/>
                <a:lnTo>
                  <a:pt x="128847" y="128847"/>
                </a:lnTo>
                <a:close/>
                <a:lnTo>
                  <a:pt x="130233" y="130233"/>
                </a:lnTo>
                <a:close/>
                <a:lnTo>
                  <a:pt x="131618" y="131618"/>
                </a:lnTo>
                <a:close/>
                <a:lnTo>
                  <a:pt x="133004" y="133004"/>
                </a:lnTo>
                <a:close/>
                <a:lnTo>
                  <a:pt x="134389" y="134389"/>
                </a:lnTo>
                <a:close/>
                <a:lnTo>
                  <a:pt x="135775" y="135775"/>
                </a:lnTo>
                <a:close/>
                <a:lnTo>
                  <a:pt x="137160" y="13716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120640" y="142875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85" y="135775"/>
                </a:lnTo>
                <a:close/>
                <a:lnTo>
                  <a:pt x="2771" y="134389"/>
                </a:lnTo>
                <a:close/>
                <a:lnTo>
                  <a:pt x="4156" y="133004"/>
                </a:lnTo>
                <a:close/>
                <a:lnTo>
                  <a:pt x="5542" y="131618"/>
                </a:lnTo>
                <a:close/>
                <a:lnTo>
                  <a:pt x="6927" y="130233"/>
                </a:lnTo>
                <a:close/>
                <a:lnTo>
                  <a:pt x="8313" y="128847"/>
                </a:lnTo>
                <a:close/>
                <a:lnTo>
                  <a:pt x="9698" y="127462"/>
                </a:lnTo>
                <a:close/>
                <a:lnTo>
                  <a:pt x="11084" y="126076"/>
                </a:lnTo>
                <a:close/>
                <a:lnTo>
                  <a:pt x="12469" y="124691"/>
                </a:lnTo>
                <a:close/>
                <a:lnTo>
                  <a:pt x="13855" y="123305"/>
                </a:lnTo>
                <a:close/>
                <a:lnTo>
                  <a:pt x="15240" y="121920"/>
                </a:lnTo>
                <a:close/>
                <a:lnTo>
                  <a:pt x="16625" y="120535"/>
                </a:lnTo>
                <a:close/>
                <a:lnTo>
                  <a:pt x="18011" y="119149"/>
                </a:lnTo>
                <a:close/>
                <a:lnTo>
                  <a:pt x="19396" y="117764"/>
                </a:lnTo>
                <a:close/>
                <a:lnTo>
                  <a:pt x="20782" y="116378"/>
                </a:lnTo>
                <a:close/>
                <a:lnTo>
                  <a:pt x="22167" y="114993"/>
                </a:lnTo>
                <a:close/>
                <a:lnTo>
                  <a:pt x="23553" y="113607"/>
                </a:lnTo>
                <a:close/>
                <a:lnTo>
                  <a:pt x="24938" y="112222"/>
                </a:lnTo>
                <a:close/>
                <a:lnTo>
                  <a:pt x="26324" y="110836"/>
                </a:lnTo>
                <a:close/>
                <a:lnTo>
                  <a:pt x="27709" y="109451"/>
                </a:lnTo>
                <a:close/>
                <a:lnTo>
                  <a:pt x="29095" y="108065"/>
                </a:lnTo>
                <a:close/>
                <a:lnTo>
                  <a:pt x="30480" y="106680"/>
                </a:lnTo>
                <a:close/>
                <a:lnTo>
                  <a:pt x="31865" y="105295"/>
                </a:lnTo>
                <a:close/>
                <a:lnTo>
                  <a:pt x="33251" y="103909"/>
                </a:lnTo>
                <a:close/>
                <a:lnTo>
                  <a:pt x="34636" y="102524"/>
                </a:lnTo>
                <a:close/>
                <a:lnTo>
                  <a:pt x="36022" y="101138"/>
                </a:lnTo>
                <a:close/>
                <a:lnTo>
                  <a:pt x="37407" y="99753"/>
                </a:lnTo>
                <a:close/>
                <a:lnTo>
                  <a:pt x="38793" y="98367"/>
                </a:lnTo>
                <a:close/>
                <a:lnTo>
                  <a:pt x="40178" y="96982"/>
                </a:lnTo>
                <a:close/>
                <a:lnTo>
                  <a:pt x="41564" y="95596"/>
                </a:lnTo>
                <a:close/>
                <a:lnTo>
                  <a:pt x="42949" y="94211"/>
                </a:lnTo>
                <a:close/>
                <a:lnTo>
                  <a:pt x="44335" y="92825"/>
                </a:lnTo>
                <a:close/>
                <a:lnTo>
                  <a:pt x="45720" y="91440"/>
                </a:lnTo>
                <a:close/>
                <a:lnTo>
                  <a:pt x="47105" y="90055"/>
                </a:lnTo>
                <a:close/>
                <a:lnTo>
                  <a:pt x="48491" y="88669"/>
                </a:lnTo>
                <a:close/>
                <a:lnTo>
                  <a:pt x="49876" y="87284"/>
                </a:lnTo>
                <a:close/>
                <a:lnTo>
                  <a:pt x="51262" y="85898"/>
                </a:lnTo>
                <a:close/>
                <a:lnTo>
                  <a:pt x="52647" y="84513"/>
                </a:lnTo>
                <a:close/>
                <a:lnTo>
                  <a:pt x="54033" y="83127"/>
                </a:lnTo>
                <a:close/>
                <a:lnTo>
                  <a:pt x="55418" y="81742"/>
                </a:lnTo>
                <a:close/>
                <a:lnTo>
                  <a:pt x="56804" y="80356"/>
                </a:lnTo>
                <a:close/>
                <a:lnTo>
                  <a:pt x="58189" y="78971"/>
                </a:lnTo>
                <a:close/>
                <a:lnTo>
                  <a:pt x="59575" y="77585"/>
                </a:lnTo>
                <a:close/>
                <a:lnTo>
                  <a:pt x="60960" y="76200"/>
                </a:lnTo>
                <a:close/>
                <a:lnTo>
                  <a:pt x="62345" y="74815"/>
                </a:lnTo>
                <a:close/>
                <a:lnTo>
                  <a:pt x="63731" y="73429"/>
                </a:lnTo>
                <a:close/>
                <a:lnTo>
                  <a:pt x="65116" y="72044"/>
                </a:lnTo>
                <a:close/>
                <a:lnTo>
                  <a:pt x="66502" y="70658"/>
                </a:lnTo>
                <a:close/>
                <a:lnTo>
                  <a:pt x="67887" y="69273"/>
                </a:lnTo>
                <a:close/>
                <a:lnTo>
                  <a:pt x="69273" y="67887"/>
                </a:lnTo>
                <a:close/>
                <a:lnTo>
                  <a:pt x="70658" y="66502"/>
                </a:lnTo>
                <a:close/>
                <a:lnTo>
                  <a:pt x="72044" y="65116"/>
                </a:lnTo>
                <a:close/>
                <a:lnTo>
                  <a:pt x="73429" y="63731"/>
                </a:lnTo>
                <a:close/>
                <a:lnTo>
                  <a:pt x="74815" y="62345"/>
                </a:lnTo>
                <a:close/>
                <a:lnTo>
                  <a:pt x="76200" y="60960"/>
                </a:lnTo>
                <a:close/>
                <a:lnTo>
                  <a:pt x="77585" y="59575"/>
                </a:lnTo>
                <a:close/>
                <a:lnTo>
                  <a:pt x="78971" y="58189"/>
                </a:lnTo>
                <a:close/>
                <a:lnTo>
                  <a:pt x="80356" y="56804"/>
                </a:lnTo>
                <a:close/>
                <a:lnTo>
                  <a:pt x="81742" y="55418"/>
                </a:lnTo>
                <a:close/>
                <a:lnTo>
                  <a:pt x="83127" y="54033"/>
                </a:lnTo>
                <a:close/>
                <a:lnTo>
                  <a:pt x="84513" y="52647"/>
                </a:lnTo>
                <a:close/>
                <a:lnTo>
                  <a:pt x="85898" y="51262"/>
                </a:lnTo>
                <a:close/>
                <a:lnTo>
                  <a:pt x="87284" y="49876"/>
                </a:lnTo>
                <a:close/>
                <a:lnTo>
                  <a:pt x="88669" y="48491"/>
                </a:lnTo>
                <a:close/>
                <a:lnTo>
                  <a:pt x="90055" y="47105"/>
                </a:lnTo>
                <a:close/>
                <a:lnTo>
                  <a:pt x="91440" y="45720"/>
                </a:lnTo>
                <a:close/>
                <a:lnTo>
                  <a:pt x="92825" y="44335"/>
                </a:lnTo>
                <a:close/>
                <a:lnTo>
                  <a:pt x="94211" y="42949"/>
                </a:lnTo>
                <a:close/>
                <a:lnTo>
                  <a:pt x="95596" y="41564"/>
                </a:lnTo>
                <a:close/>
                <a:lnTo>
                  <a:pt x="96982" y="40178"/>
                </a:lnTo>
                <a:close/>
                <a:lnTo>
                  <a:pt x="98367" y="38793"/>
                </a:lnTo>
                <a:close/>
                <a:lnTo>
                  <a:pt x="99753" y="37407"/>
                </a:lnTo>
                <a:close/>
                <a:lnTo>
                  <a:pt x="101138" y="36022"/>
                </a:lnTo>
                <a:close/>
                <a:lnTo>
                  <a:pt x="102524" y="34636"/>
                </a:lnTo>
                <a:close/>
                <a:lnTo>
                  <a:pt x="103909" y="33251"/>
                </a:lnTo>
                <a:close/>
                <a:lnTo>
                  <a:pt x="105295" y="31865"/>
                </a:lnTo>
                <a:close/>
                <a:lnTo>
                  <a:pt x="106680" y="30480"/>
                </a:lnTo>
                <a:close/>
                <a:lnTo>
                  <a:pt x="108065" y="29095"/>
                </a:lnTo>
                <a:close/>
                <a:lnTo>
                  <a:pt x="109451" y="27709"/>
                </a:lnTo>
                <a:close/>
                <a:lnTo>
                  <a:pt x="110836" y="26324"/>
                </a:lnTo>
                <a:close/>
                <a:lnTo>
                  <a:pt x="112222" y="24938"/>
                </a:lnTo>
                <a:close/>
                <a:lnTo>
                  <a:pt x="113607" y="23553"/>
                </a:lnTo>
                <a:close/>
                <a:lnTo>
                  <a:pt x="114993" y="22167"/>
                </a:lnTo>
                <a:close/>
                <a:lnTo>
                  <a:pt x="116378" y="20782"/>
                </a:lnTo>
                <a:close/>
                <a:lnTo>
                  <a:pt x="117764" y="19396"/>
                </a:lnTo>
                <a:close/>
                <a:lnTo>
                  <a:pt x="119149" y="18011"/>
                </a:lnTo>
                <a:close/>
                <a:lnTo>
                  <a:pt x="120535" y="16625"/>
                </a:lnTo>
                <a:close/>
                <a:lnTo>
                  <a:pt x="121920" y="15240"/>
                </a:lnTo>
                <a:close/>
                <a:lnTo>
                  <a:pt x="123305" y="13855"/>
                </a:lnTo>
                <a:close/>
                <a:lnTo>
                  <a:pt x="124691" y="12469"/>
                </a:lnTo>
                <a:close/>
                <a:lnTo>
                  <a:pt x="126076" y="11084"/>
                </a:lnTo>
                <a:close/>
                <a:lnTo>
                  <a:pt x="127462" y="9698"/>
                </a:lnTo>
                <a:close/>
                <a:lnTo>
                  <a:pt x="128847" y="8313"/>
                </a:lnTo>
                <a:close/>
                <a:lnTo>
                  <a:pt x="130233" y="6927"/>
                </a:lnTo>
                <a:close/>
                <a:lnTo>
                  <a:pt x="131618" y="5542"/>
                </a:lnTo>
                <a:close/>
                <a:lnTo>
                  <a:pt x="133004" y="4156"/>
                </a:lnTo>
                <a:close/>
                <a:lnTo>
                  <a:pt x="134389" y="2771"/>
                </a:lnTo>
                <a:close/>
                <a:lnTo>
                  <a:pt x="135775" y="1385"/>
                </a:lnTo>
                <a:close/>
                <a:lnTo>
                  <a:pt x="13716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8000" y="22999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6720" y="22999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2280" y="6083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5200" y="23228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656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656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