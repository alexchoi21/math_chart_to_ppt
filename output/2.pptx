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343400.0" y="2571750.0"/>
            <a:ext cx="150876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1108710.0"/>
            <a:ext cx="0.0" cy="169164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389120" y="1017270"/>
            <a:ext cx="1280160" cy="1139793"/>
          </a:xfrm>
          <a:custGeom>
            <a:avLst/>
            <a:gdLst/>
            <a:ahLst/>
            <a:cxnLst/>
            <a:rect l="l" t="t" r="r" b="b"/>
            <a:pathLst>
              <a:path w="1280160" h="1139793">
                <a:moveTo>
                  <a:pt x="0" y="457200"/>
                </a:moveTo>
                <a:lnTo>
                  <a:pt x="4281" y="461481"/>
                </a:lnTo>
                <a:close/>
                <a:lnTo>
                  <a:pt x="8563" y="465763"/>
                </a:lnTo>
                <a:close/>
                <a:lnTo>
                  <a:pt x="12844" y="470044"/>
                </a:lnTo>
                <a:close/>
                <a:lnTo>
                  <a:pt x="17126" y="474326"/>
                </a:lnTo>
                <a:close/>
                <a:lnTo>
                  <a:pt x="21407" y="478607"/>
                </a:lnTo>
                <a:close/>
                <a:lnTo>
                  <a:pt x="25689" y="482889"/>
                </a:lnTo>
                <a:close/>
                <a:lnTo>
                  <a:pt x="29970" y="487170"/>
                </a:lnTo>
                <a:close/>
                <a:lnTo>
                  <a:pt x="34252" y="491452"/>
                </a:lnTo>
                <a:close/>
                <a:lnTo>
                  <a:pt x="38533" y="495733"/>
                </a:lnTo>
                <a:close/>
                <a:lnTo>
                  <a:pt x="42815" y="500015"/>
                </a:lnTo>
                <a:close/>
                <a:lnTo>
                  <a:pt x="47096" y="504296"/>
                </a:lnTo>
                <a:close/>
                <a:lnTo>
                  <a:pt x="51378" y="508578"/>
                </a:lnTo>
                <a:close/>
                <a:lnTo>
                  <a:pt x="55659" y="512859"/>
                </a:lnTo>
                <a:close/>
                <a:lnTo>
                  <a:pt x="59941" y="517141"/>
                </a:lnTo>
                <a:close/>
                <a:lnTo>
                  <a:pt x="64222" y="521422"/>
                </a:lnTo>
                <a:close/>
                <a:lnTo>
                  <a:pt x="68504" y="525704"/>
                </a:lnTo>
                <a:close/>
                <a:lnTo>
                  <a:pt x="72785" y="529985"/>
                </a:lnTo>
                <a:close/>
                <a:lnTo>
                  <a:pt x="77066" y="534266"/>
                </a:lnTo>
                <a:close/>
                <a:lnTo>
                  <a:pt x="81348" y="538548"/>
                </a:lnTo>
                <a:close/>
                <a:lnTo>
                  <a:pt x="85629" y="542829"/>
                </a:lnTo>
                <a:close/>
                <a:lnTo>
                  <a:pt x="89911" y="547111"/>
                </a:lnTo>
                <a:close/>
                <a:lnTo>
                  <a:pt x="94192" y="551392"/>
                </a:lnTo>
                <a:close/>
                <a:lnTo>
                  <a:pt x="98474" y="555674"/>
                </a:lnTo>
                <a:close/>
                <a:lnTo>
                  <a:pt x="102755" y="559955"/>
                </a:lnTo>
                <a:close/>
                <a:lnTo>
                  <a:pt x="107037" y="564237"/>
                </a:lnTo>
                <a:close/>
                <a:lnTo>
                  <a:pt x="111318" y="568518"/>
                </a:lnTo>
                <a:close/>
                <a:lnTo>
                  <a:pt x="115600" y="572800"/>
                </a:lnTo>
                <a:close/>
                <a:lnTo>
                  <a:pt x="119881" y="577081"/>
                </a:lnTo>
                <a:close/>
                <a:lnTo>
                  <a:pt x="124163" y="581363"/>
                </a:lnTo>
                <a:close/>
                <a:lnTo>
                  <a:pt x="128444" y="585644"/>
                </a:lnTo>
                <a:close/>
                <a:lnTo>
                  <a:pt x="132726" y="589926"/>
                </a:lnTo>
                <a:close/>
                <a:lnTo>
                  <a:pt x="137007" y="594207"/>
                </a:lnTo>
                <a:close/>
                <a:lnTo>
                  <a:pt x="141289" y="598489"/>
                </a:lnTo>
                <a:close/>
                <a:lnTo>
                  <a:pt x="145570" y="602770"/>
                </a:lnTo>
                <a:close/>
                <a:lnTo>
                  <a:pt x="149852" y="607052"/>
                </a:lnTo>
                <a:close/>
                <a:lnTo>
                  <a:pt x="154133" y="611333"/>
                </a:lnTo>
                <a:close/>
                <a:lnTo>
                  <a:pt x="158414" y="615614"/>
                </a:lnTo>
                <a:close/>
                <a:lnTo>
                  <a:pt x="162696" y="619896"/>
                </a:lnTo>
                <a:close/>
                <a:lnTo>
                  <a:pt x="166977" y="624177"/>
                </a:lnTo>
                <a:close/>
                <a:lnTo>
                  <a:pt x="171259" y="628459"/>
                </a:lnTo>
                <a:close/>
                <a:lnTo>
                  <a:pt x="175540" y="632740"/>
                </a:lnTo>
                <a:close/>
                <a:lnTo>
                  <a:pt x="179822" y="637022"/>
                </a:lnTo>
                <a:close/>
                <a:lnTo>
                  <a:pt x="184103" y="641303"/>
                </a:lnTo>
                <a:close/>
                <a:lnTo>
                  <a:pt x="188385" y="645585"/>
                </a:lnTo>
                <a:close/>
                <a:lnTo>
                  <a:pt x="192666" y="649866"/>
                </a:lnTo>
                <a:close/>
                <a:lnTo>
                  <a:pt x="196948" y="654148"/>
                </a:lnTo>
                <a:close/>
                <a:lnTo>
                  <a:pt x="201229" y="658429"/>
                </a:lnTo>
                <a:close/>
                <a:lnTo>
                  <a:pt x="205511" y="662711"/>
                </a:lnTo>
                <a:close/>
                <a:lnTo>
                  <a:pt x="209792" y="666992"/>
                </a:lnTo>
                <a:close/>
                <a:lnTo>
                  <a:pt x="214074" y="671274"/>
                </a:lnTo>
                <a:close/>
                <a:lnTo>
                  <a:pt x="218355" y="675555"/>
                </a:lnTo>
                <a:close/>
                <a:lnTo>
                  <a:pt x="222637" y="679837"/>
                </a:lnTo>
                <a:close/>
                <a:lnTo>
                  <a:pt x="226918" y="684118"/>
                </a:lnTo>
                <a:close/>
                <a:lnTo>
                  <a:pt x="231199" y="688399"/>
                </a:lnTo>
                <a:close/>
                <a:lnTo>
                  <a:pt x="235481" y="692681"/>
                </a:lnTo>
                <a:close/>
                <a:lnTo>
                  <a:pt x="239762" y="696962"/>
                </a:lnTo>
                <a:close/>
                <a:lnTo>
                  <a:pt x="244044" y="701244"/>
                </a:lnTo>
                <a:close/>
                <a:lnTo>
                  <a:pt x="248325" y="705525"/>
                </a:lnTo>
                <a:close/>
                <a:lnTo>
                  <a:pt x="252607" y="709807"/>
                </a:lnTo>
                <a:close/>
                <a:lnTo>
                  <a:pt x="256888" y="714088"/>
                </a:lnTo>
                <a:close/>
                <a:lnTo>
                  <a:pt x="261170" y="718370"/>
                </a:lnTo>
                <a:close/>
                <a:lnTo>
                  <a:pt x="265451" y="722651"/>
                </a:lnTo>
                <a:close/>
                <a:lnTo>
                  <a:pt x="269733" y="726933"/>
                </a:lnTo>
                <a:close/>
                <a:lnTo>
                  <a:pt x="274014" y="731214"/>
                </a:lnTo>
                <a:close/>
                <a:lnTo>
                  <a:pt x="278296" y="735496"/>
                </a:lnTo>
                <a:close/>
                <a:lnTo>
                  <a:pt x="282577" y="739777"/>
                </a:lnTo>
                <a:close/>
                <a:lnTo>
                  <a:pt x="286859" y="744059"/>
                </a:lnTo>
                <a:close/>
                <a:lnTo>
                  <a:pt x="291140" y="748340"/>
                </a:lnTo>
                <a:close/>
                <a:lnTo>
                  <a:pt x="295422" y="752622"/>
                </a:lnTo>
                <a:close/>
                <a:lnTo>
                  <a:pt x="299703" y="756903"/>
                </a:lnTo>
                <a:close/>
                <a:lnTo>
                  <a:pt x="303984" y="761184"/>
                </a:lnTo>
                <a:close/>
                <a:lnTo>
                  <a:pt x="308266" y="765466"/>
                </a:lnTo>
                <a:close/>
                <a:lnTo>
                  <a:pt x="312547" y="769747"/>
                </a:lnTo>
                <a:close/>
                <a:lnTo>
                  <a:pt x="316829" y="774029"/>
                </a:lnTo>
                <a:close/>
                <a:lnTo>
                  <a:pt x="321110" y="778310"/>
                </a:lnTo>
                <a:close/>
                <a:lnTo>
                  <a:pt x="325392" y="782592"/>
                </a:lnTo>
                <a:close/>
                <a:lnTo>
                  <a:pt x="329673" y="786873"/>
                </a:lnTo>
                <a:close/>
                <a:lnTo>
                  <a:pt x="333955" y="791155"/>
                </a:lnTo>
                <a:close/>
                <a:lnTo>
                  <a:pt x="338236" y="795436"/>
                </a:lnTo>
                <a:close/>
                <a:lnTo>
                  <a:pt x="342518" y="799718"/>
                </a:lnTo>
                <a:close/>
                <a:lnTo>
                  <a:pt x="346799" y="803999"/>
                </a:lnTo>
                <a:close/>
                <a:lnTo>
                  <a:pt x="351081" y="808281"/>
                </a:lnTo>
                <a:close/>
                <a:lnTo>
                  <a:pt x="355362" y="812562"/>
                </a:lnTo>
                <a:close/>
                <a:lnTo>
                  <a:pt x="359644" y="816844"/>
                </a:lnTo>
                <a:close/>
                <a:lnTo>
                  <a:pt x="363925" y="821125"/>
                </a:lnTo>
                <a:close/>
                <a:lnTo>
                  <a:pt x="368207" y="825407"/>
                </a:lnTo>
                <a:close/>
                <a:lnTo>
                  <a:pt x="372488" y="829688"/>
                </a:lnTo>
                <a:close/>
                <a:lnTo>
                  <a:pt x="376769" y="833969"/>
                </a:lnTo>
                <a:close/>
                <a:lnTo>
                  <a:pt x="381051" y="838251"/>
                </a:lnTo>
                <a:close/>
                <a:lnTo>
                  <a:pt x="385332" y="842532"/>
                </a:lnTo>
                <a:close/>
                <a:lnTo>
                  <a:pt x="389614" y="846814"/>
                </a:lnTo>
                <a:close/>
                <a:lnTo>
                  <a:pt x="393895" y="851095"/>
                </a:lnTo>
                <a:close/>
                <a:lnTo>
                  <a:pt x="398177" y="855377"/>
                </a:lnTo>
                <a:close/>
                <a:lnTo>
                  <a:pt x="402458" y="859658"/>
                </a:lnTo>
                <a:close/>
                <a:lnTo>
                  <a:pt x="406740" y="863940"/>
                </a:lnTo>
                <a:close/>
                <a:lnTo>
                  <a:pt x="411021" y="868221"/>
                </a:lnTo>
                <a:close/>
                <a:lnTo>
                  <a:pt x="415303" y="872503"/>
                </a:lnTo>
                <a:close/>
                <a:lnTo>
                  <a:pt x="419584" y="876784"/>
                </a:lnTo>
                <a:close/>
                <a:lnTo>
                  <a:pt x="423866" y="881066"/>
                </a:lnTo>
                <a:close/>
                <a:lnTo>
                  <a:pt x="428147" y="885347"/>
                </a:lnTo>
                <a:close/>
                <a:lnTo>
                  <a:pt x="432429" y="889629"/>
                </a:lnTo>
                <a:close/>
                <a:lnTo>
                  <a:pt x="436710" y="893910"/>
                </a:lnTo>
                <a:close/>
                <a:lnTo>
                  <a:pt x="440992" y="898192"/>
                </a:lnTo>
                <a:close/>
                <a:lnTo>
                  <a:pt x="445273" y="902473"/>
                </a:lnTo>
                <a:close/>
                <a:lnTo>
                  <a:pt x="449555" y="906755"/>
                </a:lnTo>
                <a:close/>
                <a:lnTo>
                  <a:pt x="453836" y="911036"/>
                </a:lnTo>
                <a:close/>
                <a:lnTo>
                  <a:pt x="458117" y="915317"/>
                </a:lnTo>
                <a:close/>
                <a:lnTo>
                  <a:pt x="462399" y="919599"/>
                </a:lnTo>
                <a:close/>
                <a:lnTo>
                  <a:pt x="466680" y="923880"/>
                </a:lnTo>
                <a:close/>
                <a:lnTo>
                  <a:pt x="470962" y="928162"/>
                </a:lnTo>
                <a:close/>
                <a:lnTo>
                  <a:pt x="475243" y="932443"/>
                </a:lnTo>
                <a:close/>
                <a:lnTo>
                  <a:pt x="479525" y="936725"/>
                </a:lnTo>
                <a:close/>
                <a:lnTo>
                  <a:pt x="483806" y="941006"/>
                </a:lnTo>
                <a:close/>
                <a:lnTo>
                  <a:pt x="488088" y="945288"/>
                </a:lnTo>
                <a:close/>
                <a:lnTo>
                  <a:pt x="492369" y="949569"/>
                </a:lnTo>
                <a:close/>
                <a:lnTo>
                  <a:pt x="496651" y="953851"/>
                </a:lnTo>
                <a:close/>
                <a:lnTo>
                  <a:pt x="500932" y="958132"/>
                </a:lnTo>
                <a:close/>
                <a:lnTo>
                  <a:pt x="505214" y="962414"/>
                </a:lnTo>
                <a:close/>
                <a:lnTo>
                  <a:pt x="509495" y="966695"/>
                </a:lnTo>
                <a:close/>
                <a:lnTo>
                  <a:pt x="513777" y="970977"/>
                </a:lnTo>
                <a:close/>
                <a:lnTo>
                  <a:pt x="518058" y="975258"/>
                </a:lnTo>
                <a:close/>
                <a:lnTo>
                  <a:pt x="522340" y="979540"/>
                </a:lnTo>
                <a:close/>
                <a:lnTo>
                  <a:pt x="526621" y="983821"/>
                </a:lnTo>
                <a:close/>
                <a:lnTo>
                  <a:pt x="530902" y="988102"/>
                </a:lnTo>
                <a:close/>
                <a:lnTo>
                  <a:pt x="535184" y="992384"/>
                </a:lnTo>
                <a:close/>
                <a:lnTo>
                  <a:pt x="539465" y="996665"/>
                </a:lnTo>
                <a:close/>
                <a:lnTo>
                  <a:pt x="543747" y="1000947"/>
                </a:lnTo>
                <a:close/>
                <a:lnTo>
                  <a:pt x="548028" y="1005228"/>
                </a:lnTo>
                <a:close/>
                <a:lnTo>
                  <a:pt x="552310" y="1009510"/>
                </a:lnTo>
                <a:close/>
                <a:lnTo>
                  <a:pt x="556591" y="1013791"/>
                </a:lnTo>
                <a:close/>
                <a:lnTo>
                  <a:pt x="560873" y="1018073"/>
                </a:lnTo>
                <a:close/>
                <a:lnTo>
                  <a:pt x="565154" y="1022354"/>
                </a:lnTo>
                <a:close/>
                <a:lnTo>
                  <a:pt x="569436" y="1026636"/>
                </a:lnTo>
                <a:close/>
                <a:lnTo>
                  <a:pt x="573717" y="1030917"/>
                </a:lnTo>
                <a:close/>
                <a:lnTo>
                  <a:pt x="577999" y="1035199"/>
                </a:lnTo>
                <a:close/>
                <a:lnTo>
                  <a:pt x="582280" y="1039480"/>
                </a:lnTo>
                <a:close/>
                <a:lnTo>
                  <a:pt x="586562" y="1043762"/>
                </a:lnTo>
                <a:close/>
                <a:lnTo>
                  <a:pt x="590843" y="1048043"/>
                </a:lnTo>
                <a:close/>
                <a:lnTo>
                  <a:pt x="595125" y="1052325"/>
                </a:lnTo>
                <a:close/>
                <a:lnTo>
                  <a:pt x="599406" y="1056605"/>
                </a:lnTo>
                <a:close/>
                <a:lnTo>
                  <a:pt x="603687" y="1060889"/>
                </a:lnTo>
                <a:close/>
                <a:lnTo>
                  <a:pt x="607969" y="1065171"/>
                </a:lnTo>
                <a:close/>
                <a:lnTo>
                  <a:pt x="612250" y="1069421"/>
                </a:lnTo>
                <a:close/>
                <a:lnTo>
                  <a:pt x="616532" y="1073901"/>
                </a:lnTo>
                <a:close/>
                <a:lnTo>
                  <a:pt x="620813" y="1077226"/>
                </a:lnTo>
                <a:close/>
                <a:lnTo>
                  <a:pt x="625095" y="1085606"/>
                </a:lnTo>
                <a:close/>
                <a:lnTo>
                  <a:pt x="629376" y="1073535"/>
                </a:lnTo>
                <a:close/>
                <a:lnTo>
                  <a:pt x="633658" y="1139793"/>
                </a:lnTo>
                <a:close/>
                <a:lnTo>
                  <a:pt x="637939" y="850113"/>
                </a:lnTo>
                <a:close/>
                <a:lnTo>
                  <a:pt x="642221" y="591254"/>
                </a:lnTo>
                <a:close/>
                <a:lnTo>
                  <a:pt x="646502" y="646618"/>
                </a:lnTo>
                <a:close/>
                <a:lnTo>
                  <a:pt x="650784" y="625922"/>
                </a:lnTo>
                <a:close/>
                <a:lnTo>
                  <a:pt x="655065" y="625972"/>
                </a:lnTo>
                <a:close/>
                <a:lnTo>
                  <a:pt x="659347" y="620605"/>
                </a:lnTo>
                <a:close/>
                <a:lnTo>
                  <a:pt x="663628" y="616577"/>
                </a:lnTo>
                <a:close/>
                <a:lnTo>
                  <a:pt x="667910" y="612243"/>
                </a:lnTo>
                <a:close/>
                <a:lnTo>
                  <a:pt x="672191" y="607970"/>
                </a:lnTo>
                <a:close/>
                <a:lnTo>
                  <a:pt x="676473" y="603688"/>
                </a:lnTo>
                <a:close/>
                <a:lnTo>
                  <a:pt x="680754" y="599406"/>
                </a:lnTo>
                <a:close/>
                <a:lnTo>
                  <a:pt x="685035" y="595125"/>
                </a:lnTo>
                <a:close/>
                <a:lnTo>
                  <a:pt x="689317" y="590843"/>
                </a:lnTo>
                <a:close/>
                <a:lnTo>
                  <a:pt x="693598" y="586562"/>
                </a:lnTo>
                <a:close/>
                <a:lnTo>
                  <a:pt x="697880" y="582280"/>
                </a:lnTo>
                <a:close/>
                <a:lnTo>
                  <a:pt x="702161" y="577999"/>
                </a:lnTo>
                <a:close/>
                <a:lnTo>
                  <a:pt x="706443" y="573717"/>
                </a:lnTo>
                <a:close/>
                <a:lnTo>
                  <a:pt x="710724" y="569436"/>
                </a:lnTo>
                <a:close/>
                <a:lnTo>
                  <a:pt x="715006" y="565154"/>
                </a:lnTo>
                <a:close/>
                <a:lnTo>
                  <a:pt x="719287" y="560873"/>
                </a:lnTo>
                <a:close/>
                <a:lnTo>
                  <a:pt x="723569" y="556591"/>
                </a:lnTo>
                <a:close/>
                <a:lnTo>
                  <a:pt x="727850" y="552310"/>
                </a:lnTo>
                <a:close/>
                <a:lnTo>
                  <a:pt x="732132" y="548028"/>
                </a:lnTo>
                <a:close/>
                <a:lnTo>
                  <a:pt x="736413" y="543747"/>
                </a:lnTo>
                <a:close/>
                <a:lnTo>
                  <a:pt x="740695" y="539465"/>
                </a:lnTo>
                <a:close/>
                <a:lnTo>
                  <a:pt x="744976" y="535184"/>
                </a:lnTo>
                <a:close/>
                <a:lnTo>
                  <a:pt x="749258" y="530902"/>
                </a:lnTo>
                <a:close/>
                <a:lnTo>
                  <a:pt x="753539" y="526621"/>
                </a:lnTo>
                <a:close/>
                <a:lnTo>
                  <a:pt x="757820" y="522340"/>
                </a:lnTo>
                <a:close/>
                <a:lnTo>
                  <a:pt x="762102" y="518058"/>
                </a:lnTo>
                <a:close/>
                <a:lnTo>
                  <a:pt x="766383" y="513777"/>
                </a:lnTo>
                <a:close/>
                <a:lnTo>
                  <a:pt x="770665" y="509495"/>
                </a:lnTo>
                <a:close/>
                <a:lnTo>
                  <a:pt x="774946" y="505214"/>
                </a:lnTo>
                <a:close/>
                <a:lnTo>
                  <a:pt x="779228" y="500932"/>
                </a:lnTo>
                <a:close/>
                <a:lnTo>
                  <a:pt x="783509" y="496651"/>
                </a:lnTo>
                <a:close/>
                <a:lnTo>
                  <a:pt x="787791" y="492369"/>
                </a:lnTo>
                <a:close/>
                <a:lnTo>
                  <a:pt x="792072" y="488088"/>
                </a:lnTo>
                <a:close/>
                <a:lnTo>
                  <a:pt x="796354" y="483806"/>
                </a:lnTo>
                <a:close/>
                <a:lnTo>
                  <a:pt x="800635" y="479525"/>
                </a:lnTo>
                <a:close/>
                <a:lnTo>
                  <a:pt x="804917" y="475243"/>
                </a:lnTo>
                <a:close/>
                <a:lnTo>
                  <a:pt x="809198" y="470962"/>
                </a:lnTo>
                <a:close/>
                <a:lnTo>
                  <a:pt x="813480" y="466680"/>
                </a:lnTo>
                <a:close/>
                <a:lnTo>
                  <a:pt x="817761" y="462399"/>
                </a:lnTo>
                <a:close/>
                <a:lnTo>
                  <a:pt x="822043" y="458117"/>
                </a:lnTo>
                <a:close/>
                <a:lnTo>
                  <a:pt x="826324" y="453836"/>
                </a:lnTo>
                <a:close/>
                <a:lnTo>
                  <a:pt x="830605" y="449555"/>
                </a:lnTo>
                <a:close/>
                <a:lnTo>
                  <a:pt x="834887" y="445273"/>
                </a:lnTo>
                <a:close/>
                <a:lnTo>
                  <a:pt x="839168" y="440992"/>
                </a:lnTo>
                <a:close/>
                <a:lnTo>
                  <a:pt x="843450" y="436710"/>
                </a:lnTo>
                <a:close/>
                <a:lnTo>
                  <a:pt x="847731" y="432429"/>
                </a:lnTo>
                <a:close/>
                <a:lnTo>
                  <a:pt x="852013" y="428147"/>
                </a:lnTo>
                <a:close/>
                <a:lnTo>
                  <a:pt x="856294" y="423866"/>
                </a:lnTo>
                <a:close/>
                <a:lnTo>
                  <a:pt x="860576" y="419584"/>
                </a:lnTo>
                <a:close/>
                <a:lnTo>
                  <a:pt x="864857" y="415303"/>
                </a:lnTo>
                <a:close/>
                <a:lnTo>
                  <a:pt x="869139" y="411021"/>
                </a:lnTo>
                <a:close/>
                <a:lnTo>
                  <a:pt x="873420" y="406740"/>
                </a:lnTo>
                <a:close/>
                <a:lnTo>
                  <a:pt x="877702" y="402458"/>
                </a:lnTo>
                <a:close/>
                <a:lnTo>
                  <a:pt x="881983" y="398177"/>
                </a:lnTo>
                <a:close/>
                <a:lnTo>
                  <a:pt x="886265" y="393895"/>
                </a:lnTo>
                <a:close/>
                <a:lnTo>
                  <a:pt x="890546" y="389614"/>
                </a:lnTo>
                <a:close/>
                <a:lnTo>
                  <a:pt x="894828" y="385332"/>
                </a:lnTo>
                <a:close/>
                <a:lnTo>
                  <a:pt x="899109" y="381051"/>
                </a:lnTo>
                <a:close/>
                <a:lnTo>
                  <a:pt x="903391" y="376769"/>
                </a:lnTo>
                <a:close/>
                <a:lnTo>
                  <a:pt x="907672" y="372488"/>
                </a:lnTo>
                <a:close/>
                <a:lnTo>
                  <a:pt x="911953" y="368207"/>
                </a:lnTo>
                <a:close/>
                <a:lnTo>
                  <a:pt x="916235" y="363925"/>
                </a:lnTo>
                <a:close/>
                <a:lnTo>
                  <a:pt x="920516" y="359644"/>
                </a:lnTo>
                <a:close/>
                <a:lnTo>
                  <a:pt x="924798" y="355362"/>
                </a:lnTo>
                <a:close/>
                <a:lnTo>
                  <a:pt x="929079" y="351081"/>
                </a:lnTo>
                <a:close/>
                <a:lnTo>
                  <a:pt x="933361" y="346799"/>
                </a:lnTo>
                <a:close/>
                <a:lnTo>
                  <a:pt x="937642" y="342518"/>
                </a:lnTo>
                <a:close/>
                <a:lnTo>
                  <a:pt x="941924" y="338236"/>
                </a:lnTo>
                <a:close/>
                <a:lnTo>
                  <a:pt x="946205" y="333955"/>
                </a:lnTo>
                <a:close/>
                <a:lnTo>
                  <a:pt x="950487" y="329673"/>
                </a:lnTo>
                <a:close/>
                <a:lnTo>
                  <a:pt x="954768" y="325392"/>
                </a:lnTo>
                <a:close/>
                <a:lnTo>
                  <a:pt x="959050" y="321110"/>
                </a:lnTo>
                <a:close/>
                <a:lnTo>
                  <a:pt x="963331" y="316829"/>
                </a:lnTo>
                <a:close/>
                <a:lnTo>
                  <a:pt x="967613" y="312547"/>
                </a:lnTo>
                <a:close/>
                <a:lnTo>
                  <a:pt x="971894" y="308266"/>
                </a:lnTo>
                <a:close/>
                <a:lnTo>
                  <a:pt x="976176" y="303984"/>
                </a:lnTo>
                <a:close/>
                <a:lnTo>
                  <a:pt x="980457" y="299703"/>
                </a:lnTo>
                <a:close/>
                <a:lnTo>
                  <a:pt x="984738" y="295422"/>
                </a:lnTo>
                <a:close/>
                <a:lnTo>
                  <a:pt x="989020" y="291140"/>
                </a:lnTo>
                <a:close/>
                <a:lnTo>
                  <a:pt x="993301" y="286859"/>
                </a:lnTo>
                <a:close/>
                <a:lnTo>
                  <a:pt x="997583" y="282577"/>
                </a:lnTo>
                <a:close/>
                <a:lnTo>
                  <a:pt x="1001864" y="278296"/>
                </a:lnTo>
                <a:close/>
                <a:lnTo>
                  <a:pt x="1006146" y="274014"/>
                </a:lnTo>
                <a:close/>
                <a:lnTo>
                  <a:pt x="1010427" y="269733"/>
                </a:lnTo>
                <a:close/>
                <a:lnTo>
                  <a:pt x="1014709" y="265451"/>
                </a:lnTo>
                <a:close/>
                <a:lnTo>
                  <a:pt x="1018990" y="261170"/>
                </a:lnTo>
                <a:close/>
                <a:lnTo>
                  <a:pt x="1023272" y="256888"/>
                </a:lnTo>
                <a:close/>
                <a:lnTo>
                  <a:pt x="1027553" y="252607"/>
                </a:lnTo>
                <a:close/>
                <a:lnTo>
                  <a:pt x="1031835" y="248325"/>
                </a:lnTo>
                <a:close/>
                <a:lnTo>
                  <a:pt x="1036116" y="244044"/>
                </a:lnTo>
                <a:close/>
                <a:lnTo>
                  <a:pt x="1040398" y="239762"/>
                </a:lnTo>
                <a:close/>
                <a:lnTo>
                  <a:pt x="1044679" y="235481"/>
                </a:lnTo>
                <a:close/>
                <a:lnTo>
                  <a:pt x="1048961" y="231199"/>
                </a:lnTo>
                <a:close/>
                <a:lnTo>
                  <a:pt x="1053242" y="226918"/>
                </a:lnTo>
                <a:close/>
                <a:lnTo>
                  <a:pt x="1057523" y="222637"/>
                </a:lnTo>
                <a:close/>
                <a:lnTo>
                  <a:pt x="1061805" y="218355"/>
                </a:lnTo>
                <a:close/>
                <a:lnTo>
                  <a:pt x="1066086" y="214074"/>
                </a:lnTo>
                <a:close/>
                <a:lnTo>
                  <a:pt x="1070368" y="209792"/>
                </a:lnTo>
                <a:close/>
                <a:lnTo>
                  <a:pt x="1074649" y="205511"/>
                </a:lnTo>
                <a:close/>
                <a:lnTo>
                  <a:pt x="1078931" y="201229"/>
                </a:lnTo>
                <a:close/>
                <a:lnTo>
                  <a:pt x="1083212" y="196948"/>
                </a:lnTo>
                <a:close/>
                <a:lnTo>
                  <a:pt x="1087494" y="192666"/>
                </a:lnTo>
                <a:close/>
                <a:lnTo>
                  <a:pt x="1091775" y="188385"/>
                </a:lnTo>
                <a:close/>
                <a:lnTo>
                  <a:pt x="1096057" y="184103"/>
                </a:lnTo>
                <a:close/>
                <a:lnTo>
                  <a:pt x="1100338" y="179822"/>
                </a:lnTo>
                <a:close/>
                <a:lnTo>
                  <a:pt x="1104620" y="175540"/>
                </a:lnTo>
                <a:close/>
                <a:lnTo>
                  <a:pt x="1108901" y="171259"/>
                </a:lnTo>
                <a:close/>
                <a:lnTo>
                  <a:pt x="1113183" y="166977"/>
                </a:lnTo>
                <a:close/>
                <a:lnTo>
                  <a:pt x="1117464" y="162696"/>
                </a:lnTo>
                <a:close/>
                <a:lnTo>
                  <a:pt x="1121746" y="158414"/>
                </a:lnTo>
                <a:close/>
                <a:lnTo>
                  <a:pt x="1126027" y="154133"/>
                </a:lnTo>
                <a:close/>
                <a:lnTo>
                  <a:pt x="1130308" y="149852"/>
                </a:lnTo>
                <a:close/>
                <a:lnTo>
                  <a:pt x="1134590" y="145570"/>
                </a:lnTo>
                <a:close/>
                <a:lnTo>
                  <a:pt x="1138871" y="141289"/>
                </a:lnTo>
                <a:close/>
                <a:lnTo>
                  <a:pt x="1143153" y="137007"/>
                </a:lnTo>
                <a:close/>
                <a:lnTo>
                  <a:pt x="1147434" y="132726"/>
                </a:lnTo>
                <a:close/>
                <a:lnTo>
                  <a:pt x="1151716" y="128444"/>
                </a:lnTo>
                <a:close/>
                <a:lnTo>
                  <a:pt x="1155997" y="124163"/>
                </a:lnTo>
                <a:close/>
                <a:lnTo>
                  <a:pt x="1160279" y="119881"/>
                </a:lnTo>
                <a:close/>
                <a:lnTo>
                  <a:pt x="1164560" y="115600"/>
                </a:lnTo>
                <a:close/>
                <a:lnTo>
                  <a:pt x="1168842" y="111318"/>
                </a:lnTo>
                <a:close/>
                <a:lnTo>
                  <a:pt x="1173123" y="107037"/>
                </a:lnTo>
                <a:close/>
                <a:lnTo>
                  <a:pt x="1177405" y="102755"/>
                </a:lnTo>
                <a:close/>
                <a:lnTo>
                  <a:pt x="1181686" y="98474"/>
                </a:lnTo>
                <a:close/>
                <a:lnTo>
                  <a:pt x="1185968" y="94192"/>
                </a:lnTo>
                <a:close/>
                <a:lnTo>
                  <a:pt x="1190249" y="89911"/>
                </a:lnTo>
                <a:close/>
                <a:lnTo>
                  <a:pt x="1194531" y="85629"/>
                </a:lnTo>
                <a:close/>
                <a:lnTo>
                  <a:pt x="1198812" y="81348"/>
                </a:lnTo>
                <a:close/>
                <a:lnTo>
                  <a:pt x="1203094" y="77066"/>
                </a:lnTo>
                <a:close/>
                <a:lnTo>
                  <a:pt x="1207375" y="72785"/>
                </a:lnTo>
                <a:close/>
                <a:lnTo>
                  <a:pt x="1211656" y="68504"/>
                </a:lnTo>
                <a:close/>
                <a:lnTo>
                  <a:pt x="1215938" y="64222"/>
                </a:lnTo>
                <a:close/>
                <a:lnTo>
                  <a:pt x="1220219" y="59941"/>
                </a:lnTo>
                <a:close/>
                <a:lnTo>
                  <a:pt x="1224501" y="55659"/>
                </a:lnTo>
                <a:close/>
                <a:lnTo>
                  <a:pt x="1228782" y="51378"/>
                </a:lnTo>
                <a:close/>
                <a:lnTo>
                  <a:pt x="1233064" y="47096"/>
                </a:lnTo>
                <a:close/>
                <a:lnTo>
                  <a:pt x="1237345" y="42815"/>
                </a:lnTo>
                <a:close/>
                <a:lnTo>
                  <a:pt x="1241627" y="38533"/>
                </a:lnTo>
                <a:close/>
                <a:lnTo>
                  <a:pt x="1245908" y="34252"/>
                </a:lnTo>
                <a:close/>
                <a:lnTo>
                  <a:pt x="1250190" y="29970"/>
                </a:lnTo>
                <a:close/>
                <a:lnTo>
                  <a:pt x="1254471" y="25689"/>
                </a:lnTo>
                <a:close/>
                <a:lnTo>
                  <a:pt x="1258753" y="21407"/>
                </a:lnTo>
                <a:close/>
                <a:lnTo>
                  <a:pt x="1263034" y="17126"/>
                </a:lnTo>
                <a:close/>
                <a:lnTo>
                  <a:pt x="1267316" y="12844"/>
                </a:lnTo>
                <a:close/>
                <a:lnTo>
                  <a:pt x="1271597" y="8563"/>
                </a:lnTo>
                <a:close/>
                <a:lnTo>
                  <a:pt x="1275879" y="4281"/>
                </a:lnTo>
                <a:close/>
                <a:lnTo>
                  <a:pt x="128016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978400" y="2063750"/>
            <a:ext cx="101600" cy="10160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78400" y="1606550"/>
            <a:ext cx="101600" cy="10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4846320" y="1931670"/>
            <a:ext cx="91440" cy="91440"/>
          </a:xfrm>
          <a:custGeom>
            <a:avLst/>
            <a:gdLst/>
            <a:ahLst/>
            <a:cxnLst/>
            <a:rect l="l" t="t" r="r" b="b"/>
            <a:pathLst>
              <a:path w="91440" h="91440">
                <a:moveTo>
                  <a:pt x="0" y="0"/>
                </a:moveTo>
                <a:lnTo>
                  <a:pt x="924" y="924"/>
                </a:lnTo>
                <a:close/>
                <a:lnTo>
                  <a:pt x="1847" y="1847"/>
                </a:lnTo>
                <a:close/>
                <a:lnTo>
                  <a:pt x="2771" y="2771"/>
                </a:lnTo>
                <a:close/>
                <a:lnTo>
                  <a:pt x="3695" y="3695"/>
                </a:lnTo>
                <a:close/>
                <a:lnTo>
                  <a:pt x="4618" y="4618"/>
                </a:lnTo>
                <a:close/>
                <a:lnTo>
                  <a:pt x="5542" y="5542"/>
                </a:lnTo>
                <a:close/>
                <a:lnTo>
                  <a:pt x="6465" y="6465"/>
                </a:lnTo>
                <a:close/>
                <a:lnTo>
                  <a:pt x="7389" y="7389"/>
                </a:lnTo>
                <a:close/>
                <a:lnTo>
                  <a:pt x="8313" y="8313"/>
                </a:lnTo>
                <a:close/>
                <a:lnTo>
                  <a:pt x="9236" y="9236"/>
                </a:lnTo>
                <a:close/>
                <a:lnTo>
                  <a:pt x="10160" y="10160"/>
                </a:lnTo>
                <a:close/>
                <a:lnTo>
                  <a:pt x="11084" y="11084"/>
                </a:lnTo>
                <a:close/>
                <a:lnTo>
                  <a:pt x="12007" y="12007"/>
                </a:lnTo>
                <a:close/>
                <a:lnTo>
                  <a:pt x="12931" y="12931"/>
                </a:lnTo>
                <a:close/>
                <a:lnTo>
                  <a:pt x="13855" y="13855"/>
                </a:lnTo>
                <a:close/>
                <a:lnTo>
                  <a:pt x="14778" y="14778"/>
                </a:lnTo>
                <a:close/>
                <a:lnTo>
                  <a:pt x="15702" y="15702"/>
                </a:lnTo>
                <a:close/>
                <a:lnTo>
                  <a:pt x="16625" y="16625"/>
                </a:lnTo>
                <a:close/>
                <a:lnTo>
                  <a:pt x="17549" y="17549"/>
                </a:lnTo>
                <a:close/>
                <a:lnTo>
                  <a:pt x="18473" y="18473"/>
                </a:lnTo>
                <a:close/>
                <a:lnTo>
                  <a:pt x="19396" y="19396"/>
                </a:lnTo>
                <a:close/>
                <a:lnTo>
                  <a:pt x="20320" y="20320"/>
                </a:lnTo>
                <a:close/>
                <a:lnTo>
                  <a:pt x="21244" y="21244"/>
                </a:lnTo>
                <a:close/>
                <a:lnTo>
                  <a:pt x="22167" y="22167"/>
                </a:lnTo>
                <a:close/>
                <a:lnTo>
                  <a:pt x="23091" y="23091"/>
                </a:lnTo>
                <a:close/>
                <a:lnTo>
                  <a:pt x="24015" y="24015"/>
                </a:lnTo>
                <a:close/>
                <a:lnTo>
                  <a:pt x="24938" y="24938"/>
                </a:lnTo>
                <a:close/>
                <a:lnTo>
                  <a:pt x="25862" y="25862"/>
                </a:lnTo>
                <a:close/>
                <a:lnTo>
                  <a:pt x="26785" y="26785"/>
                </a:lnTo>
                <a:close/>
                <a:lnTo>
                  <a:pt x="27709" y="27709"/>
                </a:lnTo>
                <a:close/>
                <a:lnTo>
                  <a:pt x="28633" y="28633"/>
                </a:lnTo>
                <a:close/>
                <a:lnTo>
                  <a:pt x="29556" y="29556"/>
                </a:lnTo>
                <a:close/>
                <a:lnTo>
                  <a:pt x="30480" y="30480"/>
                </a:lnTo>
                <a:close/>
                <a:lnTo>
                  <a:pt x="31404" y="31404"/>
                </a:lnTo>
                <a:close/>
                <a:lnTo>
                  <a:pt x="32327" y="32327"/>
                </a:lnTo>
                <a:close/>
                <a:lnTo>
                  <a:pt x="33251" y="33251"/>
                </a:lnTo>
                <a:close/>
                <a:lnTo>
                  <a:pt x="34175" y="34175"/>
                </a:lnTo>
                <a:close/>
                <a:lnTo>
                  <a:pt x="35098" y="35098"/>
                </a:lnTo>
                <a:close/>
                <a:lnTo>
                  <a:pt x="36022" y="36022"/>
                </a:lnTo>
                <a:close/>
                <a:lnTo>
                  <a:pt x="36945" y="36945"/>
                </a:lnTo>
                <a:close/>
                <a:lnTo>
                  <a:pt x="37869" y="37869"/>
                </a:lnTo>
                <a:close/>
                <a:lnTo>
                  <a:pt x="38793" y="38793"/>
                </a:lnTo>
                <a:close/>
                <a:lnTo>
                  <a:pt x="39716" y="39716"/>
                </a:lnTo>
                <a:close/>
                <a:lnTo>
                  <a:pt x="40640" y="40640"/>
                </a:lnTo>
                <a:close/>
                <a:lnTo>
                  <a:pt x="41564" y="41564"/>
                </a:lnTo>
                <a:close/>
                <a:lnTo>
                  <a:pt x="42487" y="42487"/>
                </a:lnTo>
                <a:close/>
                <a:lnTo>
                  <a:pt x="43411" y="43411"/>
                </a:lnTo>
                <a:close/>
                <a:lnTo>
                  <a:pt x="44335" y="44335"/>
                </a:lnTo>
                <a:close/>
                <a:lnTo>
                  <a:pt x="45258" y="45258"/>
                </a:lnTo>
                <a:close/>
                <a:lnTo>
                  <a:pt x="46182" y="46182"/>
                </a:lnTo>
                <a:close/>
                <a:lnTo>
                  <a:pt x="47105" y="47105"/>
                </a:lnTo>
                <a:close/>
                <a:lnTo>
                  <a:pt x="48029" y="48029"/>
                </a:lnTo>
                <a:close/>
                <a:lnTo>
                  <a:pt x="48953" y="48953"/>
                </a:lnTo>
                <a:close/>
                <a:lnTo>
                  <a:pt x="49876" y="49876"/>
                </a:lnTo>
                <a:close/>
                <a:lnTo>
                  <a:pt x="50800" y="50800"/>
                </a:lnTo>
                <a:close/>
                <a:lnTo>
                  <a:pt x="51724" y="51724"/>
                </a:lnTo>
                <a:close/>
                <a:lnTo>
                  <a:pt x="52647" y="52647"/>
                </a:lnTo>
                <a:close/>
                <a:lnTo>
                  <a:pt x="53571" y="53571"/>
                </a:lnTo>
                <a:close/>
                <a:lnTo>
                  <a:pt x="54495" y="54495"/>
                </a:lnTo>
                <a:close/>
                <a:lnTo>
                  <a:pt x="55418" y="55418"/>
                </a:lnTo>
                <a:close/>
                <a:lnTo>
                  <a:pt x="56342" y="56342"/>
                </a:lnTo>
                <a:close/>
                <a:lnTo>
                  <a:pt x="57265" y="57265"/>
                </a:lnTo>
                <a:close/>
                <a:lnTo>
                  <a:pt x="58189" y="58189"/>
                </a:lnTo>
                <a:close/>
                <a:lnTo>
                  <a:pt x="59113" y="59113"/>
                </a:lnTo>
                <a:close/>
                <a:lnTo>
                  <a:pt x="60036" y="60036"/>
                </a:lnTo>
                <a:close/>
                <a:lnTo>
                  <a:pt x="60960" y="60960"/>
                </a:lnTo>
                <a:close/>
                <a:lnTo>
                  <a:pt x="61884" y="61884"/>
                </a:lnTo>
                <a:close/>
                <a:lnTo>
                  <a:pt x="62807" y="62807"/>
                </a:lnTo>
                <a:close/>
                <a:lnTo>
                  <a:pt x="63731" y="63731"/>
                </a:lnTo>
                <a:close/>
                <a:lnTo>
                  <a:pt x="64655" y="64655"/>
                </a:lnTo>
                <a:close/>
                <a:lnTo>
                  <a:pt x="65578" y="65578"/>
                </a:lnTo>
                <a:close/>
                <a:lnTo>
                  <a:pt x="66502" y="66502"/>
                </a:lnTo>
                <a:close/>
                <a:lnTo>
                  <a:pt x="67425" y="67425"/>
                </a:lnTo>
                <a:close/>
                <a:lnTo>
                  <a:pt x="68349" y="68349"/>
                </a:lnTo>
                <a:close/>
                <a:lnTo>
                  <a:pt x="69273" y="69273"/>
                </a:lnTo>
                <a:close/>
                <a:lnTo>
                  <a:pt x="70196" y="70196"/>
                </a:lnTo>
                <a:close/>
                <a:lnTo>
                  <a:pt x="71120" y="71120"/>
                </a:lnTo>
                <a:close/>
                <a:lnTo>
                  <a:pt x="72044" y="72044"/>
                </a:lnTo>
                <a:close/>
                <a:lnTo>
                  <a:pt x="72967" y="72967"/>
                </a:lnTo>
                <a:close/>
                <a:lnTo>
                  <a:pt x="73891" y="73891"/>
                </a:lnTo>
                <a:close/>
                <a:lnTo>
                  <a:pt x="74815" y="74815"/>
                </a:lnTo>
                <a:close/>
                <a:lnTo>
                  <a:pt x="75738" y="75738"/>
                </a:lnTo>
                <a:close/>
                <a:lnTo>
                  <a:pt x="76662" y="76662"/>
                </a:lnTo>
                <a:close/>
                <a:lnTo>
                  <a:pt x="77585" y="77585"/>
                </a:lnTo>
                <a:close/>
                <a:lnTo>
                  <a:pt x="78509" y="78509"/>
                </a:lnTo>
                <a:close/>
                <a:lnTo>
                  <a:pt x="79433" y="79433"/>
                </a:lnTo>
                <a:close/>
                <a:lnTo>
                  <a:pt x="80356" y="80356"/>
                </a:lnTo>
                <a:close/>
                <a:lnTo>
                  <a:pt x="81280" y="81280"/>
                </a:lnTo>
                <a:close/>
                <a:lnTo>
                  <a:pt x="82204" y="82204"/>
                </a:lnTo>
                <a:close/>
                <a:lnTo>
                  <a:pt x="83127" y="83127"/>
                </a:lnTo>
                <a:close/>
                <a:lnTo>
                  <a:pt x="84051" y="84051"/>
                </a:lnTo>
                <a:close/>
                <a:lnTo>
                  <a:pt x="84975" y="84975"/>
                </a:lnTo>
                <a:close/>
                <a:lnTo>
                  <a:pt x="85898" y="85898"/>
                </a:lnTo>
                <a:close/>
                <a:lnTo>
                  <a:pt x="86822" y="86822"/>
                </a:lnTo>
                <a:close/>
                <a:lnTo>
                  <a:pt x="87745" y="87745"/>
                </a:lnTo>
                <a:close/>
                <a:lnTo>
                  <a:pt x="88669" y="88669"/>
                </a:lnTo>
                <a:close/>
                <a:lnTo>
                  <a:pt x="89593" y="89593"/>
                </a:lnTo>
                <a:close/>
                <a:lnTo>
                  <a:pt x="90516" y="90516"/>
                </a:lnTo>
                <a:close/>
                <a:lnTo>
                  <a:pt x="91440" y="9144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166360" y="129159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2309" y="226291"/>
                </a:lnTo>
                <a:close/>
                <a:lnTo>
                  <a:pt x="4618" y="223982"/>
                </a:lnTo>
                <a:close/>
                <a:lnTo>
                  <a:pt x="6927" y="221673"/>
                </a:lnTo>
                <a:close/>
                <a:lnTo>
                  <a:pt x="9236" y="219364"/>
                </a:lnTo>
                <a:close/>
                <a:lnTo>
                  <a:pt x="11545" y="217055"/>
                </a:lnTo>
                <a:close/>
                <a:lnTo>
                  <a:pt x="13855" y="214745"/>
                </a:lnTo>
                <a:close/>
                <a:lnTo>
                  <a:pt x="16164" y="212436"/>
                </a:lnTo>
                <a:close/>
                <a:lnTo>
                  <a:pt x="18473" y="210127"/>
                </a:lnTo>
                <a:close/>
                <a:lnTo>
                  <a:pt x="20782" y="207818"/>
                </a:lnTo>
                <a:close/>
                <a:lnTo>
                  <a:pt x="23091" y="205509"/>
                </a:lnTo>
                <a:close/>
                <a:lnTo>
                  <a:pt x="25400" y="203200"/>
                </a:lnTo>
                <a:close/>
                <a:lnTo>
                  <a:pt x="27709" y="200891"/>
                </a:lnTo>
                <a:close/>
                <a:lnTo>
                  <a:pt x="30018" y="198582"/>
                </a:lnTo>
                <a:close/>
                <a:lnTo>
                  <a:pt x="32327" y="196273"/>
                </a:lnTo>
                <a:close/>
                <a:lnTo>
                  <a:pt x="34636" y="193964"/>
                </a:lnTo>
                <a:close/>
                <a:lnTo>
                  <a:pt x="36945" y="191655"/>
                </a:lnTo>
                <a:close/>
                <a:lnTo>
                  <a:pt x="39255" y="189345"/>
                </a:lnTo>
                <a:close/>
                <a:lnTo>
                  <a:pt x="41564" y="187036"/>
                </a:lnTo>
                <a:close/>
                <a:lnTo>
                  <a:pt x="43873" y="184727"/>
                </a:lnTo>
                <a:close/>
                <a:lnTo>
                  <a:pt x="46182" y="182418"/>
                </a:lnTo>
                <a:close/>
                <a:lnTo>
                  <a:pt x="48491" y="180109"/>
                </a:lnTo>
                <a:close/>
                <a:lnTo>
                  <a:pt x="50800" y="177800"/>
                </a:lnTo>
                <a:close/>
                <a:lnTo>
                  <a:pt x="53109" y="175491"/>
                </a:lnTo>
                <a:close/>
                <a:lnTo>
                  <a:pt x="55418" y="173182"/>
                </a:lnTo>
                <a:close/>
                <a:lnTo>
                  <a:pt x="57727" y="170873"/>
                </a:lnTo>
                <a:close/>
                <a:lnTo>
                  <a:pt x="60036" y="168564"/>
                </a:lnTo>
                <a:close/>
                <a:lnTo>
                  <a:pt x="62345" y="166255"/>
                </a:lnTo>
                <a:close/>
                <a:lnTo>
                  <a:pt x="64655" y="163945"/>
                </a:lnTo>
                <a:close/>
                <a:lnTo>
                  <a:pt x="66964" y="161636"/>
                </a:lnTo>
                <a:close/>
                <a:lnTo>
                  <a:pt x="69273" y="159327"/>
                </a:lnTo>
                <a:close/>
                <a:lnTo>
                  <a:pt x="71582" y="157018"/>
                </a:lnTo>
                <a:close/>
                <a:lnTo>
                  <a:pt x="73891" y="154709"/>
                </a:lnTo>
                <a:close/>
                <a:lnTo>
                  <a:pt x="76200" y="152400"/>
                </a:lnTo>
                <a:close/>
                <a:lnTo>
                  <a:pt x="78509" y="150091"/>
                </a:lnTo>
                <a:close/>
                <a:lnTo>
                  <a:pt x="80818" y="147782"/>
                </a:lnTo>
                <a:close/>
                <a:lnTo>
                  <a:pt x="83127" y="145473"/>
                </a:lnTo>
                <a:close/>
                <a:lnTo>
                  <a:pt x="85436" y="143164"/>
                </a:lnTo>
                <a:close/>
                <a:lnTo>
                  <a:pt x="87745" y="140855"/>
                </a:lnTo>
                <a:close/>
                <a:lnTo>
                  <a:pt x="90055" y="138545"/>
                </a:lnTo>
                <a:close/>
                <a:lnTo>
                  <a:pt x="92364" y="136236"/>
                </a:lnTo>
                <a:close/>
                <a:lnTo>
                  <a:pt x="94673" y="133927"/>
                </a:lnTo>
                <a:close/>
                <a:lnTo>
                  <a:pt x="96982" y="131618"/>
                </a:lnTo>
                <a:close/>
                <a:lnTo>
                  <a:pt x="99291" y="129309"/>
                </a:lnTo>
                <a:close/>
                <a:lnTo>
                  <a:pt x="101600" y="127000"/>
                </a:lnTo>
                <a:close/>
                <a:lnTo>
                  <a:pt x="103909" y="124691"/>
                </a:lnTo>
                <a:close/>
                <a:lnTo>
                  <a:pt x="106218" y="122382"/>
                </a:lnTo>
                <a:close/>
                <a:lnTo>
                  <a:pt x="108527" y="120073"/>
                </a:lnTo>
                <a:close/>
                <a:lnTo>
                  <a:pt x="110836" y="117764"/>
                </a:lnTo>
                <a:close/>
                <a:lnTo>
                  <a:pt x="113145" y="115455"/>
                </a:lnTo>
                <a:close/>
                <a:lnTo>
                  <a:pt x="115455" y="113145"/>
                </a:lnTo>
                <a:close/>
                <a:lnTo>
                  <a:pt x="117764" y="110836"/>
                </a:lnTo>
                <a:close/>
                <a:lnTo>
                  <a:pt x="120073" y="108527"/>
                </a:lnTo>
                <a:close/>
                <a:lnTo>
                  <a:pt x="122382" y="106218"/>
                </a:lnTo>
                <a:close/>
                <a:lnTo>
                  <a:pt x="124691" y="103909"/>
                </a:lnTo>
                <a:close/>
                <a:lnTo>
                  <a:pt x="127000" y="101600"/>
                </a:lnTo>
                <a:close/>
                <a:lnTo>
                  <a:pt x="129309" y="99291"/>
                </a:lnTo>
                <a:close/>
                <a:lnTo>
                  <a:pt x="131618" y="96982"/>
                </a:lnTo>
                <a:close/>
                <a:lnTo>
                  <a:pt x="133927" y="94673"/>
                </a:lnTo>
                <a:close/>
                <a:lnTo>
                  <a:pt x="136236" y="92364"/>
                </a:lnTo>
                <a:close/>
                <a:lnTo>
                  <a:pt x="138545" y="90055"/>
                </a:lnTo>
                <a:close/>
                <a:lnTo>
                  <a:pt x="140855" y="87745"/>
                </a:lnTo>
                <a:close/>
                <a:lnTo>
                  <a:pt x="143164" y="85436"/>
                </a:lnTo>
                <a:close/>
                <a:lnTo>
                  <a:pt x="145473" y="83127"/>
                </a:lnTo>
                <a:close/>
                <a:lnTo>
                  <a:pt x="147782" y="80818"/>
                </a:lnTo>
                <a:close/>
                <a:lnTo>
                  <a:pt x="150091" y="78509"/>
                </a:lnTo>
                <a:close/>
                <a:lnTo>
                  <a:pt x="152400" y="76200"/>
                </a:lnTo>
                <a:close/>
                <a:lnTo>
                  <a:pt x="154709" y="73891"/>
                </a:lnTo>
                <a:close/>
                <a:lnTo>
                  <a:pt x="157018" y="71582"/>
                </a:lnTo>
                <a:close/>
                <a:lnTo>
                  <a:pt x="159327" y="69273"/>
                </a:lnTo>
                <a:close/>
                <a:lnTo>
                  <a:pt x="161636" y="66964"/>
                </a:lnTo>
                <a:close/>
                <a:lnTo>
                  <a:pt x="163945" y="64655"/>
                </a:lnTo>
                <a:close/>
                <a:lnTo>
                  <a:pt x="166255" y="62345"/>
                </a:lnTo>
                <a:close/>
                <a:lnTo>
                  <a:pt x="168564" y="60036"/>
                </a:lnTo>
                <a:close/>
                <a:lnTo>
                  <a:pt x="170873" y="57727"/>
                </a:lnTo>
                <a:close/>
                <a:lnTo>
                  <a:pt x="173182" y="55418"/>
                </a:lnTo>
                <a:close/>
                <a:lnTo>
                  <a:pt x="175491" y="53109"/>
                </a:lnTo>
                <a:close/>
                <a:lnTo>
                  <a:pt x="177800" y="50800"/>
                </a:lnTo>
                <a:close/>
                <a:lnTo>
                  <a:pt x="180109" y="48491"/>
                </a:lnTo>
                <a:close/>
                <a:lnTo>
                  <a:pt x="182418" y="46182"/>
                </a:lnTo>
                <a:close/>
                <a:lnTo>
                  <a:pt x="184727" y="43873"/>
                </a:lnTo>
                <a:close/>
                <a:lnTo>
                  <a:pt x="187036" y="41564"/>
                </a:lnTo>
                <a:close/>
                <a:lnTo>
                  <a:pt x="189345" y="39255"/>
                </a:lnTo>
                <a:close/>
                <a:lnTo>
                  <a:pt x="191655" y="36945"/>
                </a:lnTo>
                <a:close/>
                <a:lnTo>
                  <a:pt x="193964" y="34636"/>
                </a:lnTo>
                <a:close/>
                <a:lnTo>
                  <a:pt x="196273" y="32327"/>
                </a:lnTo>
                <a:close/>
                <a:lnTo>
                  <a:pt x="198582" y="30018"/>
                </a:lnTo>
                <a:close/>
                <a:lnTo>
                  <a:pt x="200891" y="27709"/>
                </a:lnTo>
                <a:close/>
                <a:lnTo>
                  <a:pt x="203200" y="25400"/>
                </a:lnTo>
                <a:close/>
                <a:lnTo>
                  <a:pt x="205509" y="23091"/>
                </a:lnTo>
                <a:close/>
                <a:lnTo>
                  <a:pt x="207818" y="20782"/>
                </a:lnTo>
                <a:close/>
                <a:lnTo>
                  <a:pt x="210127" y="18473"/>
                </a:lnTo>
                <a:close/>
                <a:lnTo>
                  <a:pt x="212436" y="16164"/>
                </a:lnTo>
                <a:close/>
                <a:lnTo>
                  <a:pt x="214745" y="13855"/>
                </a:lnTo>
                <a:close/>
                <a:lnTo>
                  <a:pt x="217055" y="11545"/>
                </a:lnTo>
                <a:close/>
                <a:lnTo>
                  <a:pt x="219364" y="9236"/>
                </a:lnTo>
                <a:close/>
                <a:lnTo>
                  <a:pt x="221673" y="6927"/>
                </a:lnTo>
                <a:close/>
                <a:lnTo>
                  <a:pt x="223982" y="4618"/>
                </a:lnTo>
                <a:close/>
                <a:lnTo>
                  <a:pt x="226291" y="2309"/>
                </a:lnTo>
                <a:close/>
                <a:lnTo>
                  <a:pt x="228600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520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656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656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