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86200.0" y="2571750.0"/>
            <a:ext cx="2286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514350.0"/>
            <a:ext cx="0.0" cy="25146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343400" y="1428750"/>
            <a:ext cx="687053" cy="687053"/>
          </a:xfrm>
          <a:custGeom>
            <a:avLst/>
            <a:gdLst/>
            <a:ahLst/>
            <a:cxnLst/>
            <a:rect l="l" t="t" r="r" b="b"/>
            <a:pathLst>
              <a:path w="687053" h="687053">
                <a:moveTo>
                  <a:pt x="0" y="0"/>
                </a:moveTo>
                <a:lnTo>
                  <a:pt x="2599" y="2599"/>
                </a:lnTo>
                <a:close/>
                <a:lnTo>
                  <a:pt x="5199" y="5199"/>
                </a:lnTo>
                <a:close/>
                <a:lnTo>
                  <a:pt x="7798" y="7798"/>
                </a:lnTo>
                <a:close/>
                <a:lnTo>
                  <a:pt x="10398" y="10398"/>
                </a:lnTo>
                <a:close/>
                <a:lnTo>
                  <a:pt x="12997" y="12997"/>
                </a:lnTo>
                <a:close/>
                <a:lnTo>
                  <a:pt x="15597" y="15597"/>
                </a:lnTo>
                <a:close/>
                <a:lnTo>
                  <a:pt x="18196" y="18196"/>
                </a:lnTo>
                <a:close/>
                <a:lnTo>
                  <a:pt x="20796" y="20796"/>
                </a:lnTo>
                <a:close/>
                <a:lnTo>
                  <a:pt x="23395" y="23395"/>
                </a:lnTo>
                <a:close/>
                <a:lnTo>
                  <a:pt x="25995" y="25995"/>
                </a:lnTo>
                <a:close/>
                <a:lnTo>
                  <a:pt x="28594" y="28594"/>
                </a:lnTo>
                <a:close/>
                <a:lnTo>
                  <a:pt x="31194" y="31194"/>
                </a:lnTo>
                <a:close/>
                <a:lnTo>
                  <a:pt x="33793" y="33793"/>
                </a:lnTo>
                <a:close/>
                <a:lnTo>
                  <a:pt x="36393" y="36393"/>
                </a:lnTo>
                <a:close/>
                <a:lnTo>
                  <a:pt x="38992" y="38992"/>
                </a:lnTo>
                <a:close/>
                <a:lnTo>
                  <a:pt x="41591" y="41591"/>
                </a:lnTo>
                <a:close/>
                <a:lnTo>
                  <a:pt x="44191" y="44191"/>
                </a:lnTo>
                <a:close/>
                <a:lnTo>
                  <a:pt x="46790" y="46790"/>
                </a:lnTo>
                <a:close/>
                <a:lnTo>
                  <a:pt x="49390" y="49390"/>
                </a:lnTo>
                <a:close/>
                <a:lnTo>
                  <a:pt x="51989" y="51989"/>
                </a:lnTo>
                <a:close/>
                <a:lnTo>
                  <a:pt x="54589" y="54589"/>
                </a:lnTo>
                <a:close/>
                <a:lnTo>
                  <a:pt x="57188" y="57188"/>
                </a:lnTo>
                <a:close/>
                <a:lnTo>
                  <a:pt x="59788" y="59788"/>
                </a:lnTo>
                <a:close/>
                <a:lnTo>
                  <a:pt x="62387" y="62387"/>
                </a:lnTo>
                <a:close/>
                <a:lnTo>
                  <a:pt x="64987" y="64987"/>
                </a:lnTo>
                <a:close/>
                <a:lnTo>
                  <a:pt x="67586" y="67586"/>
                </a:lnTo>
                <a:close/>
                <a:lnTo>
                  <a:pt x="70186" y="70186"/>
                </a:lnTo>
                <a:close/>
                <a:lnTo>
                  <a:pt x="72785" y="72785"/>
                </a:lnTo>
                <a:close/>
                <a:lnTo>
                  <a:pt x="75384" y="75384"/>
                </a:lnTo>
                <a:close/>
                <a:lnTo>
                  <a:pt x="77984" y="77984"/>
                </a:lnTo>
                <a:close/>
                <a:lnTo>
                  <a:pt x="80583" y="80583"/>
                </a:lnTo>
                <a:close/>
                <a:lnTo>
                  <a:pt x="83183" y="83183"/>
                </a:lnTo>
                <a:close/>
                <a:lnTo>
                  <a:pt x="85782" y="85782"/>
                </a:lnTo>
                <a:close/>
                <a:lnTo>
                  <a:pt x="88382" y="88382"/>
                </a:lnTo>
                <a:close/>
                <a:lnTo>
                  <a:pt x="90981" y="90981"/>
                </a:lnTo>
                <a:close/>
                <a:lnTo>
                  <a:pt x="93581" y="93581"/>
                </a:lnTo>
                <a:close/>
                <a:lnTo>
                  <a:pt x="96180" y="96180"/>
                </a:lnTo>
                <a:close/>
                <a:lnTo>
                  <a:pt x="98780" y="98780"/>
                </a:lnTo>
                <a:close/>
                <a:lnTo>
                  <a:pt x="101379" y="101379"/>
                </a:lnTo>
                <a:close/>
                <a:lnTo>
                  <a:pt x="103979" y="103979"/>
                </a:lnTo>
                <a:close/>
                <a:lnTo>
                  <a:pt x="106578" y="106578"/>
                </a:lnTo>
                <a:close/>
                <a:lnTo>
                  <a:pt x="109178" y="109178"/>
                </a:lnTo>
                <a:close/>
                <a:lnTo>
                  <a:pt x="111777" y="111777"/>
                </a:lnTo>
                <a:close/>
                <a:lnTo>
                  <a:pt x="114376" y="114376"/>
                </a:lnTo>
                <a:close/>
                <a:lnTo>
                  <a:pt x="116976" y="116976"/>
                </a:lnTo>
                <a:close/>
                <a:lnTo>
                  <a:pt x="119575" y="119575"/>
                </a:lnTo>
                <a:close/>
                <a:lnTo>
                  <a:pt x="122175" y="122175"/>
                </a:lnTo>
                <a:close/>
                <a:lnTo>
                  <a:pt x="124774" y="124774"/>
                </a:lnTo>
                <a:close/>
                <a:lnTo>
                  <a:pt x="127374" y="127374"/>
                </a:lnTo>
                <a:close/>
                <a:lnTo>
                  <a:pt x="129973" y="129973"/>
                </a:lnTo>
                <a:close/>
                <a:lnTo>
                  <a:pt x="132573" y="132573"/>
                </a:lnTo>
                <a:close/>
                <a:lnTo>
                  <a:pt x="135172" y="135172"/>
                </a:lnTo>
                <a:close/>
                <a:lnTo>
                  <a:pt x="137772" y="137772"/>
                </a:lnTo>
                <a:close/>
                <a:lnTo>
                  <a:pt x="140371" y="140371"/>
                </a:lnTo>
                <a:close/>
                <a:lnTo>
                  <a:pt x="142971" y="142971"/>
                </a:lnTo>
                <a:close/>
                <a:lnTo>
                  <a:pt x="145570" y="145570"/>
                </a:lnTo>
                <a:close/>
                <a:lnTo>
                  <a:pt x="148170" y="148170"/>
                </a:lnTo>
                <a:close/>
                <a:lnTo>
                  <a:pt x="150769" y="150769"/>
                </a:lnTo>
                <a:close/>
                <a:lnTo>
                  <a:pt x="153368" y="153368"/>
                </a:lnTo>
                <a:close/>
                <a:lnTo>
                  <a:pt x="155968" y="155968"/>
                </a:lnTo>
                <a:close/>
                <a:lnTo>
                  <a:pt x="158567" y="158567"/>
                </a:lnTo>
                <a:close/>
                <a:lnTo>
                  <a:pt x="161167" y="161167"/>
                </a:lnTo>
                <a:close/>
                <a:lnTo>
                  <a:pt x="163766" y="163766"/>
                </a:lnTo>
                <a:close/>
                <a:lnTo>
                  <a:pt x="166366" y="166366"/>
                </a:lnTo>
                <a:close/>
                <a:lnTo>
                  <a:pt x="168965" y="168965"/>
                </a:lnTo>
                <a:close/>
                <a:lnTo>
                  <a:pt x="171565" y="171565"/>
                </a:lnTo>
                <a:close/>
                <a:lnTo>
                  <a:pt x="174164" y="174164"/>
                </a:lnTo>
                <a:close/>
                <a:lnTo>
                  <a:pt x="176764" y="176764"/>
                </a:lnTo>
                <a:close/>
                <a:lnTo>
                  <a:pt x="179363" y="179363"/>
                </a:lnTo>
                <a:close/>
                <a:lnTo>
                  <a:pt x="181963" y="181963"/>
                </a:lnTo>
                <a:close/>
                <a:lnTo>
                  <a:pt x="184562" y="184562"/>
                </a:lnTo>
                <a:close/>
                <a:lnTo>
                  <a:pt x="187161" y="187161"/>
                </a:lnTo>
                <a:close/>
                <a:lnTo>
                  <a:pt x="189761" y="189761"/>
                </a:lnTo>
                <a:close/>
                <a:lnTo>
                  <a:pt x="192360" y="192360"/>
                </a:lnTo>
                <a:close/>
                <a:lnTo>
                  <a:pt x="194960" y="194960"/>
                </a:lnTo>
                <a:close/>
                <a:lnTo>
                  <a:pt x="197559" y="197559"/>
                </a:lnTo>
                <a:close/>
                <a:lnTo>
                  <a:pt x="200159" y="200159"/>
                </a:lnTo>
                <a:close/>
                <a:lnTo>
                  <a:pt x="202758" y="202758"/>
                </a:lnTo>
                <a:close/>
                <a:lnTo>
                  <a:pt x="205358" y="205358"/>
                </a:lnTo>
                <a:close/>
                <a:lnTo>
                  <a:pt x="207957" y="207957"/>
                </a:lnTo>
                <a:close/>
                <a:lnTo>
                  <a:pt x="210557" y="210557"/>
                </a:lnTo>
                <a:close/>
                <a:lnTo>
                  <a:pt x="213156" y="213156"/>
                </a:lnTo>
                <a:close/>
                <a:lnTo>
                  <a:pt x="215756" y="215756"/>
                </a:lnTo>
                <a:close/>
                <a:lnTo>
                  <a:pt x="218355" y="218355"/>
                </a:lnTo>
                <a:close/>
                <a:lnTo>
                  <a:pt x="220955" y="220955"/>
                </a:lnTo>
                <a:close/>
                <a:lnTo>
                  <a:pt x="223554" y="223554"/>
                </a:lnTo>
                <a:close/>
                <a:lnTo>
                  <a:pt x="226153" y="226153"/>
                </a:lnTo>
                <a:close/>
                <a:lnTo>
                  <a:pt x="228753" y="228753"/>
                </a:lnTo>
                <a:close/>
                <a:lnTo>
                  <a:pt x="231352" y="231352"/>
                </a:lnTo>
                <a:close/>
                <a:lnTo>
                  <a:pt x="233952" y="233952"/>
                </a:lnTo>
                <a:close/>
                <a:lnTo>
                  <a:pt x="236551" y="236551"/>
                </a:lnTo>
                <a:close/>
                <a:lnTo>
                  <a:pt x="239151" y="239151"/>
                </a:lnTo>
                <a:close/>
                <a:lnTo>
                  <a:pt x="241750" y="241750"/>
                </a:lnTo>
                <a:close/>
                <a:lnTo>
                  <a:pt x="244350" y="244350"/>
                </a:lnTo>
                <a:close/>
                <a:lnTo>
                  <a:pt x="246949" y="246949"/>
                </a:lnTo>
                <a:close/>
                <a:lnTo>
                  <a:pt x="249549" y="249549"/>
                </a:lnTo>
                <a:close/>
                <a:lnTo>
                  <a:pt x="252148" y="252148"/>
                </a:lnTo>
                <a:close/>
                <a:lnTo>
                  <a:pt x="254748" y="254748"/>
                </a:lnTo>
                <a:close/>
                <a:lnTo>
                  <a:pt x="257347" y="257347"/>
                </a:lnTo>
                <a:close/>
                <a:lnTo>
                  <a:pt x="259947" y="259947"/>
                </a:lnTo>
                <a:close/>
                <a:lnTo>
                  <a:pt x="262546" y="262546"/>
                </a:lnTo>
                <a:close/>
                <a:lnTo>
                  <a:pt x="265145" y="265145"/>
                </a:lnTo>
                <a:close/>
                <a:lnTo>
                  <a:pt x="267745" y="267745"/>
                </a:lnTo>
                <a:close/>
                <a:lnTo>
                  <a:pt x="270344" y="270344"/>
                </a:lnTo>
                <a:close/>
                <a:lnTo>
                  <a:pt x="272944" y="272944"/>
                </a:lnTo>
                <a:close/>
                <a:lnTo>
                  <a:pt x="275543" y="275543"/>
                </a:lnTo>
                <a:close/>
                <a:lnTo>
                  <a:pt x="278143" y="278143"/>
                </a:lnTo>
                <a:close/>
                <a:lnTo>
                  <a:pt x="280742" y="280742"/>
                </a:lnTo>
                <a:close/>
                <a:lnTo>
                  <a:pt x="283342" y="283342"/>
                </a:lnTo>
                <a:close/>
                <a:lnTo>
                  <a:pt x="285941" y="285941"/>
                </a:lnTo>
                <a:close/>
                <a:lnTo>
                  <a:pt x="288540" y="288540"/>
                </a:lnTo>
                <a:close/>
                <a:lnTo>
                  <a:pt x="291140" y="291140"/>
                </a:lnTo>
                <a:close/>
                <a:lnTo>
                  <a:pt x="293739" y="293739"/>
                </a:lnTo>
                <a:close/>
                <a:lnTo>
                  <a:pt x="296339" y="296339"/>
                </a:lnTo>
                <a:close/>
                <a:lnTo>
                  <a:pt x="298938" y="298938"/>
                </a:lnTo>
                <a:close/>
                <a:lnTo>
                  <a:pt x="301538" y="301538"/>
                </a:lnTo>
                <a:close/>
                <a:lnTo>
                  <a:pt x="304137" y="304137"/>
                </a:lnTo>
                <a:close/>
                <a:lnTo>
                  <a:pt x="306737" y="306737"/>
                </a:lnTo>
                <a:close/>
                <a:lnTo>
                  <a:pt x="309336" y="309336"/>
                </a:lnTo>
                <a:close/>
                <a:lnTo>
                  <a:pt x="311936" y="311936"/>
                </a:lnTo>
                <a:close/>
                <a:lnTo>
                  <a:pt x="314535" y="314535"/>
                </a:lnTo>
                <a:close/>
                <a:lnTo>
                  <a:pt x="317135" y="317135"/>
                </a:lnTo>
                <a:close/>
                <a:lnTo>
                  <a:pt x="319734" y="319734"/>
                </a:lnTo>
                <a:close/>
                <a:lnTo>
                  <a:pt x="322334" y="322334"/>
                </a:lnTo>
                <a:close/>
                <a:lnTo>
                  <a:pt x="324933" y="324933"/>
                </a:lnTo>
                <a:close/>
                <a:lnTo>
                  <a:pt x="327533" y="327533"/>
                </a:lnTo>
                <a:close/>
                <a:lnTo>
                  <a:pt x="330132" y="330132"/>
                </a:lnTo>
                <a:close/>
                <a:lnTo>
                  <a:pt x="332732" y="332732"/>
                </a:lnTo>
                <a:close/>
                <a:lnTo>
                  <a:pt x="335331" y="335331"/>
                </a:lnTo>
                <a:close/>
                <a:lnTo>
                  <a:pt x="337931" y="337931"/>
                </a:lnTo>
                <a:close/>
                <a:lnTo>
                  <a:pt x="340531" y="340531"/>
                </a:lnTo>
                <a:close/>
                <a:lnTo>
                  <a:pt x="343130" y="343130"/>
                </a:lnTo>
                <a:close/>
                <a:lnTo>
                  <a:pt x="345730" y="345730"/>
                </a:lnTo>
                <a:close/>
                <a:lnTo>
                  <a:pt x="348329" y="348329"/>
                </a:lnTo>
                <a:close/>
                <a:lnTo>
                  <a:pt x="350928" y="350928"/>
                </a:lnTo>
                <a:close/>
                <a:lnTo>
                  <a:pt x="353528" y="353528"/>
                </a:lnTo>
                <a:close/>
                <a:lnTo>
                  <a:pt x="356127" y="356127"/>
                </a:lnTo>
                <a:close/>
                <a:lnTo>
                  <a:pt x="358727" y="358727"/>
                </a:lnTo>
                <a:close/>
                <a:lnTo>
                  <a:pt x="361326" y="361326"/>
                </a:lnTo>
                <a:close/>
                <a:lnTo>
                  <a:pt x="363925" y="363925"/>
                </a:lnTo>
                <a:close/>
                <a:lnTo>
                  <a:pt x="366524" y="366524"/>
                </a:lnTo>
                <a:close/>
                <a:lnTo>
                  <a:pt x="369124" y="369124"/>
                </a:lnTo>
                <a:close/>
                <a:lnTo>
                  <a:pt x="371723" y="371723"/>
                </a:lnTo>
                <a:close/>
                <a:lnTo>
                  <a:pt x="374322" y="374322"/>
                </a:lnTo>
                <a:close/>
                <a:lnTo>
                  <a:pt x="376921" y="376921"/>
                </a:lnTo>
                <a:close/>
                <a:lnTo>
                  <a:pt x="379520" y="379520"/>
                </a:lnTo>
                <a:close/>
                <a:lnTo>
                  <a:pt x="382119" y="382119"/>
                </a:lnTo>
                <a:close/>
                <a:lnTo>
                  <a:pt x="384719" y="384719"/>
                </a:lnTo>
                <a:close/>
                <a:lnTo>
                  <a:pt x="387318" y="387318"/>
                </a:lnTo>
                <a:close/>
                <a:lnTo>
                  <a:pt x="389917" y="389917"/>
                </a:lnTo>
                <a:close/>
                <a:lnTo>
                  <a:pt x="392517" y="392517"/>
                </a:lnTo>
                <a:close/>
                <a:lnTo>
                  <a:pt x="395116" y="395116"/>
                </a:lnTo>
                <a:close/>
                <a:lnTo>
                  <a:pt x="397716" y="397716"/>
                </a:lnTo>
                <a:close/>
                <a:lnTo>
                  <a:pt x="400315" y="400315"/>
                </a:lnTo>
                <a:close/>
                <a:lnTo>
                  <a:pt x="402915" y="402915"/>
                </a:lnTo>
                <a:close/>
                <a:lnTo>
                  <a:pt x="405515" y="405515"/>
                </a:lnTo>
                <a:close/>
                <a:lnTo>
                  <a:pt x="408115" y="408115"/>
                </a:lnTo>
                <a:close/>
                <a:lnTo>
                  <a:pt x="410715" y="410715"/>
                </a:lnTo>
                <a:close/>
                <a:lnTo>
                  <a:pt x="413316" y="413316"/>
                </a:lnTo>
                <a:close/>
                <a:lnTo>
                  <a:pt x="415916" y="415916"/>
                </a:lnTo>
                <a:close/>
                <a:lnTo>
                  <a:pt x="418517" y="418517"/>
                </a:lnTo>
                <a:close/>
                <a:lnTo>
                  <a:pt x="421117" y="421117"/>
                </a:lnTo>
                <a:close/>
                <a:lnTo>
                  <a:pt x="423718" y="423718"/>
                </a:lnTo>
                <a:close/>
                <a:lnTo>
                  <a:pt x="426319" y="426319"/>
                </a:lnTo>
                <a:close/>
                <a:lnTo>
                  <a:pt x="428919" y="428919"/>
                </a:lnTo>
                <a:close/>
                <a:lnTo>
                  <a:pt x="431519" y="431519"/>
                </a:lnTo>
                <a:close/>
                <a:lnTo>
                  <a:pt x="434120" y="434120"/>
                </a:lnTo>
                <a:close/>
                <a:lnTo>
                  <a:pt x="436720" y="436720"/>
                </a:lnTo>
                <a:close/>
                <a:lnTo>
                  <a:pt x="439319" y="439319"/>
                </a:lnTo>
                <a:close/>
                <a:lnTo>
                  <a:pt x="441919" y="441919"/>
                </a:lnTo>
                <a:close/>
                <a:lnTo>
                  <a:pt x="444518" y="444518"/>
                </a:lnTo>
                <a:close/>
                <a:lnTo>
                  <a:pt x="447116" y="447116"/>
                </a:lnTo>
                <a:close/>
                <a:lnTo>
                  <a:pt x="449714" y="449714"/>
                </a:lnTo>
                <a:close/>
                <a:lnTo>
                  <a:pt x="452312" y="452312"/>
                </a:lnTo>
                <a:close/>
                <a:lnTo>
                  <a:pt x="454909" y="454909"/>
                </a:lnTo>
                <a:close/>
                <a:lnTo>
                  <a:pt x="457505" y="457505"/>
                </a:lnTo>
                <a:close/>
                <a:lnTo>
                  <a:pt x="460101" y="460101"/>
                </a:lnTo>
                <a:close/>
                <a:lnTo>
                  <a:pt x="462697" y="462697"/>
                </a:lnTo>
                <a:close/>
                <a:lnTo>
                  <a:pt x="465292" y="465292"/>
                </a:lnTo>
                <a:close/>
                <a:lnTo>
                  <a:pt x="467887" y="467887"/>
                </a:lnTo>
                <a:close/>
                <a:lnTo>
                  <a:pt x="470482" y="470482"/>
                </a:lnTo>
                <a:close/>
                <a:lnTo>
                  <a:pt x="473077" y="473077"/>
                </a:lnTo>
                <a:close/>
                <a:lnTo>
                  <a:pt x="475673" y="475673"/>
                </a:lnTo>
                <a:close/>
                <a:lnTo>
                  <a:pt x="478269" y="478269"/>
                </a:lnTo>
                <a:close/>
                <a:lnTo>
                  <a:pt x="480867" y="480867"/>
                </a:lnTo>
                <a:close/>
                <a:lnTo>
                  <a:pt x="483465" y="483465"/>
                </a:lnTo>
                <a:close/>
                <a:lnTo>
                  <a:pt x="486064" y="486064"/>
                </a:lnTo>
                <a:close/>
                <a:lnTo>
                  <a:pt x="488664" y="488664"/>
                </a:lnTo>
                <a:close/>
                <a:lnTo>
                  <a:pt x="491266" y="491266"/>
                </a:lnTo>
                <a:close/>
                <a:lnTo>
                  <a:pt x="493869" y="493869"/>
                </a:lnTo>
                <a:close/>
                <a:lnTo>
                  <a:pt x="496475" y="496475"/>
                </a:lnTo>
                <a:close/>
                <a:lnTo>
                  <a:pt x="499082" y="499082"/>
                </a:lnTo>
                <a:close/>
                <a:lnTo>
                  <a:pt x="501691" y="501691"/>
                </a:lnTo>
                <a:close/>
                <a:lnTo>
                  <a:pt x="504303" y="504303"/>
                </a:lnTo>
                <a:close/>
                <a:lnTo>
                  <a:pt x="506917" y="506917"/>
                </a:lnTo>
                <a:close/>
                <a:lnTo>
                  <a:pt x="509532" y="509532"/>
                </a:lnTo>
                <a:close/>
                <a:lnTo>
                  <a:pt x="512148" y="512148"/>
                </a:lnTo>
                <a:close/>
                <a:lnTo>
                  <a:pt x="514764" y="514764"/>
                </a:lnTo>
                <a:close/>
                <a:lnTo>
                  <a:pt x="517379" y="517379"/>
                </a:lnTo>
                <a:close/>
                <a:lnTo>
                  <a:pt x="519993" y="519993"/>
                </a:lnTo>
                <a:close/>
                <a:lnTo>
                  <a:pt x="522606" y="522606"/>
                </a:lnTo>
                <a:close/>
                <a:lnTo>
                  <a:pt x="525216" y="525216"/>
                </a:lnTo>
                <a:close/>
                <a:lnTo>
                  <a:pt x="527823" y="527823"/>
                </a:lnTo>
                <a:close/>
                <a:lnTo>
                  <a:pt x="530426" y="530426"/>
                </a:lnTo>
                <a:close/>
                <a:lnTo>
                  <a:pt x="533025" y="533025"/>
                </a:lnTo>
                <a:close/>
                <a:lnTo>
                  <a:pt x="535619" y="535619"/>
                </a:lnTo>
                <a:close/>
                <a:lnTo>
                  <a:pt x="538207" y="538207"/>
                </a:lnTo>
                <a:close/>
                <a:lnTo>
                  <a:pt x="540788" y="540788"/>
                </a:lnTo>
                <a:close/>
                <a:lnTo>
                  <a:pt x="543363" y="543363"/>
                </a:lnTo>
                <a:close/>
                <a:lnTo>
                  <a:pt x="545931" y="545931"/>
                </a:lnTo>
                <a:close/>
                <a:lnTo>
                  <a:pt x="548490" y="548490"/>
                </a:lnTo>
                <a:close/>
                <a:lnTo>
                  <a:pt x="551040" y="551040"/>
                </a:lnTo>
                <a:close/>
                <a:lnTo>
                  <a:pt x="553584" y="553584"/>
                </a:lnTo>
                <a:close/>
                <a:lnTo>
                  <a:pt x="556124" y="556124"/>
                </a:lnTo>
                <a:close/>
                <a:lnTo>
                  <a:pt x="558662" y="558662"/>
                </a:lnTo>
                <a:close/>
                <a:lnTo>
                  <a:pt x="561200" y="561200"/>
                </a:lnTo>
                <a:close/>
                <a:lnTo>
                  <a:pt x="563742" y="563742"/>
                </a:lnTo>
                <a:close/>
                <a:lnTo>
                  <a:pt x="566288" y="566288"/>
                </a:lnTo>
                <a:close/>
                <a:lnTo>
                  <a:pt x="568843" y="568843"/>
                </a:lnTo>
                <a:close/>
                <a:lnTo>
                  <a:pt x="571407" y="571407"/>
                </a:lnTo>
                <a:close/>
                <a:lnTo>
                  <a:pt x="573984" y="573984"/>
                </a:lnTo>
                <a:close/>
                <a:lnTo>
                  <a:pt x="576576" y="576576"/>
                </a:lnTo>
                <a:close/>
                <a:lnTo>
                  <a:pt x="579185" y="579185"/>
                </a:lnTo>
                <a:close/>
                <a:lnTo>
                  <a:pt x="581814" y="581814"/>
                </a:lnTo>
                <a:close/>
                <a:lnTo>
                  <a:pt x="584465" y="584465"/>
                </a:lnTo>
                <a:close/>
                <a:lnTo>
                  <a:pt x="587141" y="587141"/>
                </a:lnTo>
                <a:close/>
                <a:lnTo>
                  <a:pt x="589844" y="589844"/>
                </a:lnTo>
                <a:close/>
                <a:lnTo>
                  <a:pt x="592576" y="592576"/>
                </a:lnTo>
                <a:close/>
                <a:lnTo>
                  <a:pt x="595339" y="595339"/>
                </a:lnTo>
                <a:close/>
                <a:lnTo>
                  <a:pt x="598132" y="598132"/>
                </a:lnTo>
                <a:close/>
                <a:lnTo>
                  <a:pt x="600946" y="600946"/>
                </a:lnTo>
                <a:close/>
                <a:lnTo>
                  <a:pt x="603773" y="603773"/>
                </a:lnTo>
                <a:close/>
                <a:lnTo>
                  <a:pt x="606603" y="606603"/>
                </a:lnTo>
                <a:close/>
                <a:lnTo>
                  <a:pt x="609427" y="609427"/>
                </a:lnTo>
                <a:close/>
                <a:lnTo>
                  <a:pt x="612236" y="612236"/>
                </a:lnTo>
                <a:close/>
                <a:lnTo>
                  <a:pt x="615022" y="615022"/>
                </a:lnTo>
                <a:close/>
                <a:lnTo>
                  <a:pt x="617775" y="617775"/>
                </a:lnTo>
                <a:close/>
                <a:lnTo>
                  <a:pt x="620487" y="620487"/>
                </a:lnTo>
                <a:close/>
                <a:lnTo>
                  <a:pt x="623148" y="623148"/>
                </a:lnTo>
                <a:close/>
                <a:lnTo>
                  <a:pt x="625750" y="625750"/>
                </a:lnTo>
                <a:close/>
                <a:lnTo>
                  <a:pt x="628284" y="628284"/>
                </a:lnTo>
                <a:close/>
                <a:lnTo>
                  <a:pt x="630740" y="630740"/>
                </a:lnTo>
                <a:close/>
                <a:lnTo>
                  <a:pt x="633110" y="633110"/>
                </a:lnTo>
                <a:close/>
                <a:lnTo>
                  <a:pt x="635385" y="635385"/>
                </a:lnTo>
                <a:close/>
                <a:lnTo>
                  <a:pt x="637556" y="637556"/>
                </a:lnTo>
                <a:close/>
                <a:lnTo>
                  <a:pt x="639613" y="639613"/>
                </a:lnTo>
                <a:close/>
                <a:lnTo>
                  <a:pt x="641550" y="641550"/>
                </a:lnTo>
                <a:close/>
                <a:lnTo>
                  <a:pt x="643369" y="643369"/>
                </a:lnTo>
                <a:close/>
                <a:lnTo>
                  <a:pt x="645078" y="645078"/>
                </a:lnTo>
                <a:close/>
                <a:lnTo>
                  <a:pt x="646686" y="646686"/>
                </a:lnTo>
                <a:close/>
                <a:lnTo>
                  <a:pt x="648201" y="648201"/>
                </a:lnTo>
                <a:close/>
                <a:lnTo>
                  <a:pt x="649630" y="649630"/>
                </a:lnTo>
                <a:close/>
                <a:lnTo>
                  <a:pt x="650983" y="650983"/>
                </a:lnTo>
                <a:close/>
                <a:lnTo>
                  <a:pt x="652266" y="652266"/>
                </a:lnTo>
                <a:close/>
                <a:lnTo>
                  <a:pt x="653489" y="653489"/>
                </a:lnTo>
                <a:close/>
                <a:lnTo>
                  <a:pt x="654660" y="654660"/>
                </a:lnTo>
                <a:close/>
                <a:lnTo>
                  <a:pt x="655787" y="655787"/>
                </a:lnTo>
                <a:close/>
                <a:lnTo>
                  <a:pt x="656878" y="656878"/>
                </a:lnTo>
                <a:close/>
                <a:lnTo>
                  <a:pt x="657941" y="657941"/>
                </a:lnTo>
                <a:close/>
                <a:lnTo>
                  <a:pt x="658984" y="658984"/>
                </a:lnTo>
                <a:close/>
                <a:lnTo>
                  <a:pt x="660016" y="660016"/>
                </a:lnTo>
                <a:close/>
                <a:lnTo>
                  <a:pt x="661045" y="661045"/>
                </a:lnTo>
                <a:close/>
                <a:lnTo>
                  <a:pt x="662079" y="662079"/>
                </a:lnTo>
                <a:close/>
                <a:lnTo>
                  <a:pt x="663126" y="663126"/>
                </a:lnTo>
                <a:close/>
                <a:lnTo>
                  <a:pt x="664191" y="664191"/>
                </a:lnTo>
                <a:close/>
                <a:lnTo>
                  <a:pt x="665272" y="665272"/>
                </a:lnTo>
                <a:close/>
                <a:lnTo>
                  <a:pt x="666365" y="666365"/>
                </a:lnTo>
                <a:close/>
                <a:lnTo>
                  <a:pt x="667467" y="667467"/>
                </a:lnTo>
                <a:close/>
                <a:lnTo>
                  <a:pt x="668573" y="668573"/>
                </a:lnTo>
                <a:close/>
                <a:lnTo>
                  <a:pt x="669680" y="669680"/>
                </a:lnTo>
                <a:close/>
                <a:lnTo>
                  <a:pt x="670784" y="670784"/>
                </a:lnTo>
                <a:close/>
                <a:lnTo>
                  <a:pt x="671882" y="671882"/>
                </a:lnTo>
                <a:close/>
                <a:lnTo>
                  <a:pt x="672970" y="672970"/>
                </a:lnTo>
                <a:close/>
                <a:lnTo>
                  <a:pt x="674045" y="674045"/>
                </a:lnTo>
                <a:close/>
                <a:lnTo>
                  <a:pt x="675102" y="675102"/>
                </a:lnTo>
                <a:close/>
                <a:lnTo>
                  <a:pt x="676138" y="676138"/>
                </a:lnTo>
                <a:close/>
                <a:lnTo>
                  <a:pt x="677150" y="677150"/>
                </a:lnTo>
                <a:close/>
                <a:lnTo>
                  <a:pt x="678134" y="678134"/>
                </a:lnTo>
                <a:close/>
                <a:lnTo>
                  <a:pt x="679086" y="679086"/>
                </a:lnTo>
                <a:close/>
                <a:lnTo>
                  <a:pt x="680002" y="680002"/>
                </a:lnTo>
                <a:close/>
                <a:lnTo>
                  <a:pt x="680879" y="680879"/>
                </a:lnTo>
                <a:close/>
                <a:lnTo>
                  <a:pt x="681713" y="681713"/>
                </a:lnTo>
                <a:close/>
                <a:lnTo>
                  <a:pt x="682501" y="682501"/>
                </a:lnTo>
                <a:close/>
                <a:lnTo>
                  <a:pt x="683239" y="683239"/>
                </a:lnTo>
                <a:close/>
                <a:lnTo>
                  <a:pt x="683923" y="683923"/>
                </a:lnTo>
                <a:close/>
                <a:lnTo>
                  <a:pt x="684549" y="684549"/>
                </a:lnTo>
                <a:close/>
                <a:lnTo>
                  <a:pt x="685114" y="685114"/>
                </a:lnTo>
                <a:close/>
                <a:lnTo>
                  <a:pt x="685615" y="685615"/>
                </a:lnTo>
                <a:close/>
                <a:lnTo>
                  <a:pt x="686047" y="686047"/>
                </a:lnTo>
                <a:close/>
                <a:lnTo>
                  <a:pt x="686407" y="686407"/>
                </a:lnTo>
                <a:close/>
                <a:lnTo>
                  <a:pt x="686691" y="686691"/>
                </a:lnTo>
                <a:close/>
                <a:lnTo>
                  <a:pt x="686896" y="686896"/>
                </a:lnTo>
                <a:close/>
                <a:lnTo>
                  <a:pt x="687018" y="687018"/>
                </a:lnTo>
                <a:close/>
                <a:lnTo>
                  <a:pt x="687053" y="687053"/>
                </a:lnTo>
                <a:close/>
                <a:lnTo>
                  <a:pt x="686998" y="686998"/>
                </a:lnTo>
                <a:close/>
                <a:lnTo>
                  <a:pt x="686848" y="686848"/>
                </a:lnTo>
                <a:close/>
                <a:lnTo>
                  <a:pt x="686601" y="686601"/>
                </a:lnTo>
                <a:close/>
                <a:lnTo>
                  <a:pt x="686253" y="686253"/>
                </a:lnTo>
                <a:close/>
                <a:lnTo>
                  <a:pt x="685800" y="68580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29200" y="97155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2294" y="683506"/>
                </a:lnTo>
                <a:close/>
                <a:lnTo>
                  <a:pt x="4587" y="681213"/>
                </a:lnTo>
                <a:close/>
                <a:lnTo>
                  <a:pt x="6881" y="678919"/>
                </a:lnTo>
                <a:close/>
                <a:lnTo>
                  <a:pt x="9175" y="676625"/>
                </a:lnTo>
                <a:close/>
                <a:lnTo>
                  <a:pt x="11468" y="674332"/>
                </a:lnTo>
                <a:close/>
                <a:lnTo>
                  <a:pt x="13762" y="672038"/>
                </a:lnTo>
                <a:close/>
                <a:lnTo>
                  <a:pt x="16056" y="669744"/>
                </a:lnTo>
                <a:close/>
                <a:lnTo>
                  <a:pt x="18349" y="667451"/>
                </a:lnTo>
                <a:close/>
                <a:lnTo>
                  <a:pt x="20643" y="665157"/>
                </a:lnTo>
                <a:close/>
                <a:lnTo>
                  <a:pt x="22936" y="662864"/>
                </a:lnTo>
                <a:close/>
                <a:lnTo>
                  <a:pt x="25230" y="660570"/>
                </a:lnTo>
                <a:close/>
                <a:lnTo>
                  <a:pt x="27524" y="658276"/>
                </a:lnTo>
                <a:close/>
                <a:lnTo>
                  <a:pt x="29817" y="655983"/>
                </a:lnTo>
                <a:close/>
                <a:lnTo>
                  <a:pt x="32111" y="653689"/>
                </a:lnTo>
                <a:close/>
                <a:lnTo>
                  <a:pt x="34405" y="651395"/>
                </a:lnTo>
                <a:close/>
                <a:lnTo>
                  <a:pt x="36698" y="649102"/>
                </a:lnTo>
                <a:close/>
                <a:lnTo>
                  <a:pt x="38992" y="646808"/>
                </a:lnTo>
                <a:close/>
                <a:lnTo>
                  <a:pt x="41286" y="644514"/>
                </a:lnTo>
                <a:close/>
                <a:lnTo>
                  <a:pt x="43579" y="642221"/>
                </a:lnTo>
                <a:close/>
                <a:lnTo>
                  <a:pt x="45873" y="639927"/>
                </a:lnTo>
                <a:close/>
                <a:lnTo>
                  <a:pt x="48167" y="637633"/>
                </a:lnTo>
                <a:close/>
                <a:lnTo>
                  <a:pt x="50460" y="635340"/>
                </a:lnTo>
                <a:close/>
                <a:lnTo>
                  <a:pt x="52754" y="633046"/>
                </a:lnTo>
                <a:close/>
                <a:lnTo>
                  <a:pt x="55047" y="630753"/>
                </a:lnTo>
                <a:close/>
                <a:lnTo>
                  <a:pt x="57341" y="628459"/>
                </a:lnTo>
                <a:close/>
                <a:lnTo>
                  <a:pt x="59635" y="626165"/>
                </a:lnTo>
                <a:close/>
                <a:lnTo>
                  <a:pt x="61928" y="623872"/>
                </a:lnTo>
                <a:close/>
                <a:lnTo>
                  <a:pt x="64222" y="621578"/>
                </a:lnTo>
                <a:close/>
                <a:lnTo>
                  <a:pt x="66516" y="619284"/>
                </a:lnTo>
                <a:close/>
                <a:lnTo>
                  <a:pt x="68809" y="616991"/>
                </a:lnTo>
                <a:close/>
                <a:lnTo>
                  <a:pt x="71103" y="614697"/>
                </a:lnTo>
                <a:close/>
                <a:lnTo>
                  <a:pt x="73397" y="612403"/>
                </a:lnTo>
                <a:close/>
                <a:lnTo>
                  <a:pt x="75690" y="610110"/>
                </a:lnTo>
                <a:close/>
                <a:lnTo>
                  <a:pt x="77984" y="607816"/>
                </a:lnTo>
                <a:close/>
                <a:lnTo>
                  <a:pt x="80278" y="605522"/>
                </a:lnTo>
                <a:close/>
                <a:lnTo>
                  <a:pt x="82571" y="603229"/>
                </a:lnTo>
                <a:close/>
                <a:lnTo>
                  <a:pt x="84865" y="600935"/>
                </a:lnTo>
                <a:close/>
                <a:lnTo>
                  <a:pt x="87159" y="598641"/>
                </a:lnTo>
                <a:close/>
                <a:lnTo>
                  <a:pt x="89452" y="596348"/>
                </a:lnTo>
                <a:close/>
                <a:lnTo>
                  <a:pt x="91746" y="594054"/>
                </a:lnTo>
                <a:close/>
                <a:lnTo>
                  <a:pt x="94039" y="591761"/>
                </a:lnTo>
                <a:close/>
                <a:lnTo>
                  <a:pt x="96333" y="589467"/>
                </a:lnTo>
                <a:close/>
                <a:lnTo>
                  <a:pt x="98627" y="587173"/>
                </a:lnTo>
                <a:close/>
                <a:lnTo>
                  <a:pt x="100920" y="584880"/>
                </a:lnTo>
                <a:close/>
                <a:lnTo>
                  <a:pt x="103214" y="582586"/>
                </a:lnTo>
                <a:close/>
                <a:lnTo>
                  <a:pt x="105508" y="580292"/>
                </a:lnTo>
                <a:close/>
                <a:lnTo>
                  <a:pt x="107801" y="577999"/>
                </a:lnTo>
                <a:close/>
                <a:lnTo>
                  <a:pt x="110095" y="575705"/>
                </a:lnTo>
                <a:close/>
                <a:lnTo>
                  <a:pt x="112389" y="573411"/>
                </a:lnTo>
                <a:close/>
                <a:lnTo>
                  <a:pt x="114682" y="571118"/>
                </a:lnTo>
                <a:close/>
                <a:lnTo>
                  <a:pt x="116976" y="568824"/>
                </a:lnTo>
                <a:close/>
                <a:lnTo>
                  <a:pt x="119270" y="566530"/>
                </a:lnTo>
                <a:close/>
                <a:lnTo>
                  <a:pt x="121563" y="564237"/>
                </a:lnTo>
                <a:close/>
                <a:lnTo>
                  <a:pt x="123857" y="561943"/>
                </a:lnTo>
                <a:close/>
                <a:lnTo>
                  <a:pt x="126151" y="559649"/>
                </a:lnTo>
                <a:close/>
                <a:lnTo>
                  <a:pt x="128444" y="557356"/>
                </a:lnTo>
                <a:close/>
                <a:lnTo>
                  <a:pt x="130738" y="555062"/>
                </a:lnTo>
                <a:close/>
                <a:lnTo>
                  <a:pt x="133031" y="552769"/>
                </a:lnTo>
                <a:close/>
                <a:lnTo>
                  <a:pt x="135325" y="550475"/>
                </a:lnTo>
                <a:close/>
                <a:lnTo>
                  <a:pt x="137619" y="548181"/>
                </a:lnTo>
                <a:close/>
                <a:lnTo>
                  <a:pt x="139912" y="545888"/>
                </a:lnTo>
                <a:close/>
                <a:lnTo>
                  <a:pt x="142206" y="543594"/>
                </a:lnTo>
                <a:close/>
                <a:lnTo>
                  <a:pt x="144500" y="541300"/>
                </a:lnTo>
                <a:close/>
                <a:lnTo>
                  <a:pt x="146793" y="539007"/>
                </a:lnTo>
                <a:close/>
                <a:lnTo>
                  <a:pt x="149087" y="536713"/>
                </a:lnTo>
                <a:close/>
                <a:lnTo>
                  <a:pt x="151381" y="534419"/>
                </a:lnTo>
                <a:close/>
                <a:lnTo>
                  <a:pt x="153674" y="532126"/>
                </a:lnTo>
                <a:close/>
                <a:lnTo>
                  <a:pt x="155968" y="529832"/>
                </a:lnTo>
                <a:close/>
                <a:lnTo>
                  <a:pt x="158262" y="527538"/>
                </a:lnTo>
                <a:close/>
                <a:lnTo>
                  <a:pt x="160555" y="525245"/>
                </a:lnTo>
                <a:close/>
                <a:lnTo>
                  <a:pt x="162849" y="522951"/>
                </a:lnTo>
                <a:close/>
                <a:lnTo>
                  <a:pt x="165142" y="520658"/>
                </a:lnTo>
                <a:close/>
                <a:lnTo>
                  <a:pt x="167436" y="518364"/>
                </a:lnTo>
                <a:close/>
                <a:lnTo>
                  <a:pt x="169730" y="516070"/>
                </a:lnTo>
                <a:close/>
                <a:lnTo>
                  <a:pt x="172023" y="513777"/>
                </a:lnTo>
                <a:close/>
                <a:lnTo>
                  <a:pt x="174317" y="511483"/>
                </a:lnTo>
                <a:close/>
                <a:lnTo>
                  <a:pt x="176611" y="509189"/>
                </a:lnTo>
                <a:close/>
                <a:lnTo>
                  <a:pt x="178904" y="506896"/>
                </a:lnTo>
                <a:close/>
                <a:lnTo>
                  <a:pt x="181198" y="504602"/>
                </a:lnTo>
                <a:close/>
                <a:lnTo>
                  <a:pt x="183492" y="502308"/>
                </a:lnTo>
                <a:close/>
                <a:lnTo>
                  <a:pt x="185785" y="500015"/>
                </a:lnTo>
                <a:close/>
                <a:lnTo>
                  <a:pt x="188079" y="497721"/>
                </a:lnTo>
                <a:close/>
                <a:lnTo>
                  <a:pt x="190373" y="495427"/>
                </a:lnTo>
                <a:close/>
                <a:lnTo>
                  <a:pt x="192666" y="493134"/>
                </a:lnTo>
                <a:close/>
                <a:lnTo>
                  <a:pt x="194960" y="490840"/>
                </a:lnTo>
                <a:close/>
                <a:lnTo>
                  <a:pt x="197254" y="488546"/>
                </a:lnTo>
                <a:close/>
                <a:lnTo>
                  <a:pt x="199547" y="486253"/>
                </a:lnTo>
                <a:close/>
                <a:lnTo>
                  <a:pt x="201841" y="483959"/>
                </a:lnTo>
                <a:close/>
                <a:lnTo>
                  <a:pt x="204134" y="481666"/>
                </a:lnTo>
                <a:close/>
                <a:lnTo>
                  <a:pt x="206428" y="479372"/>
                </a:lnTo>
                <a:close/>
                <a:lnTo>
                  <a:pt x="208722" y="477078"/>
                </a:lnTo>
                <a:close/>
                <a:lnTo>
                  <a:pt x="211015" y="474785"/>
                </a:lnTo>
                <a:close/>
                <a:lnTo>
                  <a:pt x="213309" y="472491"/>
                </a:lnTo>
                <a:close/>
                <a:lnTo>
                  <a:pt x="215603" y="470197"/>
                </a:lnTo>
                <a:close/>
                <a:lnTo>
                  <a:pt x="217896" y="467904"/>
                </a:lnTo>
                <a:close/>
                <a:lnTo>
                  <a:pt x="220190" y="465610"/>
                </a:lnTo>
                <a:close/>
                <a:lnTo>
                  <a:pt x="222484" y="463316"/>
                </a:lnTo>
                <a:close/>
                <a:lnTo>
                  <a:pt x="224777" y="461023"/>
                </a:lnTo>
                <a:close/>
                <a:lnTo>
                  <a:pt x="227071" y="458729"/>
                </a:lnTo>
                <a:close/>
                <a:lnTo>
                  <a:pt x="229365" y="456435"/>
                </a:lnTo>
                <a:close/>
                <a:lnTo>
                  <a:pt x="231658" y="454142"/>
                </a:lnTo>
                <a:close/>
                <a:lnTo>
                  <a:pt x="233952" y="451848"/>
                </a:lnTo>
                <a:close/>
                <a:lnTo>
                  <a:pt x="236245" y="449555"/>
                </a:lnTo>
                <a:close/>
                <a:lnTo>
                  <a:pt x="238539" y="447261"/>
                </a:lnTo>
                <a:close/>
                <a:lnTo>
                  <a:pt x="240833" y="444967"/>
                </a:lnTo>
                <a:close/>
                <a:lnTo>
                  <a:pt x="243126" y="442674"/>
                </a:lnTo>
                <a:close/>
                <a:lnTo>
                  <a:pt x="245420" y="440380"/>
                </a:lnTo>
                <a:close/>
                <a:lnTo>
                  <a:pt x="247714" y="438086"/>
                </a:lnTo>
                <a:close/>
                <a:lnTo>
                  <a:pt x="250007" y="435793"/>
                </a:lnTo>
                <a:close/>
                <a:lnTo>
                  <a:pt x="252301" y="433499"/>
                </a:lnTo>
                <a:close/>
                <a:lnTo>
                  <a:pt x="254595" y="431205"/>
                </a:lnTo>
                <a:close/>
                <a:lnTo>
                  <a:pt x="256888" y="428912"/>
                </a:lnTo>
                <a:close/>
                <a:lnTo>
                  <a:pt x="259182" y="426618"/>
                </a:lnTo>
                <a:close/>
                <a:lnTo>
                  <a:pt x="261476" y="424324"/>
                </a:lnTo>
                <a:close/>
                <a:lnTo>
                  <a:pt x="263769" y="422031"/>
                </a:lnTo>
                <a:close/>
                <a:lnTo>
                  <a:pt x="266063" y="419737"/>
                </a:lnTo>
                <a:close/>
                <a:lnTo>
                  <a:pt x="268357" y="417443"/>
                </a:lnTo>
                <a:close/>
                <a:lnTo>
                  <a:pt x="270650" y="415150"/>
                </a:lnTo>
                <a:close/>
                <a:lnTo>
                  <a:pt x="272944" y="412856"/>
                </a:lnTo>
                <a:close/>
                <a:lnTo>
                  <a:pt x="275237" y="410563"/>
                </a:lnTo>
                <a:close/>
                <a:lnTo>
                  <a:pt x="277531" y="408269"/>
                </a:lnTo>
                <a:close/>
                <a:lnTo>
                  <a:pt x="279825" y="405975"/>
                </a:lnTo>
                <a:close/>
                <a:lnTo>
                  <a:pt x="282118" y="403682"/>
                </a:lnTo>
                <a:close/>
                <a:lnTo>
                  <a:pt x="284412" y="401388"/>
                </a:lnTo>
                <a:close/>
                <a:lnTo>
                  <a:pt x="286706" y="399094"/>
                </a:lnTo>
                <a:close/>
                <a:lnTo>
                  <a:pt x="288999" y="396801"/>
                </a:lnTo>
                <a:close/>
                <a:lnTo>
                  <a:pt x="291293" y="394507"/>
                </a:lnTo>
                <a:close/>
                <a:lnTo>
                  <a:pt x="293587" y="392213"/>
                </a:lnTo>
                <a:close/>
                <a:lnTo>
                  <a:pt x="295880" y="389920"/>
                </a:lnTo>
                <a:close/>
                <a:lnTo>
                  <a:pt x="298174" y="387626"/>
                </a:lnTo>
                <a:close/>
                <a:lnTo>
                  <a:pt x="300468" y="385332"/>
                </a:lnTo>
                <a:close/>
                <a:lnTo>
                  <a:pt x="302761" y="383039"/>
                </a:lnTo>
                <a:close/>
                <a:lnTo>
                  <a:pt x="305055" y="380745"/>
                </a:lnTo>
                <a:close/>
                <a:lnTo>
                  <a:pt x="307348" y="378452"/>
                </a:lnTo>
                <a:close/>
                <a:lnTo>
                  <a:pt x="309642" y="376158"/>
                </a:lnTo>
                <a:close/>
                <a:lnTo>
                  <a:pt x="311936" y="373864"/>
                </a:lnTo>
                <a:close/>
                <a:lnTo>
                  <a:pt x="314229" y="371571"/>
                </a:lnTo>
                <a:close/>
                <a:lnTo>
                  <a:pt x="316523" y="369277"/>
                </a:lnTo>
                <a:close/>
                <a:lnTo>
                  <a:pt x="318817" y="366983"/>
                </a:lnTo>
                <a:close/>
                <a:lnTo>
                  <a:pt x="321110" y="364690"/>
                </a:lnTo>
                <a:close/>
                <a:lnTo>
                  <a:pt x="323404" y="362396"/>
                </a:lnTo>
                <a:close/>
                <a:lnTo>
                  <a:pt x="325698" y="360102"/>
                </a:lnTo>
                <a:close/>
                <a:lnTo>
                  <a:pt x="327991" y="357809"/>
                </a:lnTo>
                <a:close/>
                <a:lnTo>
                  <a:pt x="330285" y="355515"/>
                </a:lnTo>
                <a:close/>
                <a:lnTo>
                  <a:pt x="332579" y="353221"/>
                </a:lnTo>
                <a:close/>
                <a:lnTo>
                  <a:pt x="334872" y="350928"/>
                </a:lnTo>
                <a:close/>
                <a:lnTo>
                  <a:pt x="337166" y="348634"/>
                </a:lnTo>
                <a:close/>
                <a:lnTo>
                  <a:pt x="339460" y="346340"/>
                </a:lnTo>
                <a:close/>
                <a:lnTo>
                  <a:pt x="341753" y="344047"/>
                </a:lnTo>
                <a:close/>
                <a:lnTo>
                  <a:pt x="344047" y="341753"/>
                </a:lnTo>
                <a:close/>
                <a:lnTo>
                  <a:pt x="346340" y="339460"/>
                </a:lnTo>
                <a:close/>
                <a:lnTo>
                  <a:pt x="348634" y="337166"/>
                </a:lnTo>
                <a:close/>
                <a:lnTo>
                  <a:pt x="350928" y="334872"/>
                </a:lnTo>
                <a:close/>
                <a:lnTo>
                  <a:pt x="353221" y="332579"/>
                </a:lnTo>
                <a:close/>
                <a:lnTo>
                  <a:pt x="355515" y="330285"/>
                </a:lnTo>
                <a:close/>
                <a:lnTo>
                  <a:pt x="357809" y="327991"/>
                </a:lnTo>
                <a:close/>
                <a:lnTo>
                  <a:pt x="360102" y="325698"/>
                </a:lnTo>
                <a:close/>
                <a:lnTo>
                  <a:pt x="362396" y="323404"/>
                </a:lnTo>
                <a:close/>
                <a:lnTo>
                  <a:pt x="364690" y="321110"/>
                </a:lnTo>
                <a:close/>
                <a:lnTo>
                  <a:pt x="366983" y="318817"/>
                </a:lnTo>
                <a:close/>
                <a:lnTo>
                  <a:pt x="369277" y="316523"/>
                </a:lnTo>
                <a:close/>
                <a:lnTo>
                  <a:pt x="371571" y="314229"/>
                </a:lnTo>
                <a:close/>
                <a:lnTo>
                  <a:pt x="373864" y="311936"/>
                </a:lnTo>
                <a:close/>
                <a:lnTo>
                  <a:pt x="376158" y="309642"/>
                </a:lnTo>
                <a:close/>
                <a:lnTo>
                  <a:pt x="378452" y="307348"/>
                </a:lnTo>
                <a:close/>
                <a:lnTo>
                  <a:pt x="380745" y="305055"/>
                </a:lnTo>
                <a:close/>
                <a:lnTo>
                  <a:pt x="383039" y="302761"/>
                </a:lnTo>
                <a:close/>
                <a:lnTo>
                  <a:pt x="385332" y="300468"/>
                </a:lnTo>
                <a:close/>
                <a:lnTo>
                  <a:pt x="387626" y="298174"/>
                </a:lnTo>
                <a:close/>
                <a:lnTo>
                  <a:pt x="389920" y="295880"/>
                </a:lnTo>
                <a:close/>
                <a:lnTo>
                  <a:pt x="392213" y="293587"/>
                </a:lnTo>
                <a:close/>
                <a:lnTo>
                  <a:pt x="394507" y="291293"/>
                </a:lnTo>
                <a:close/>
                <a:lnTo>
                  <a:pt x="396801" y="288999"/>
                </a:lnTo>
                <a:close/>
                <a:lnTo>
                  <a:pt x="399094" y="286706"/>
                </a:lnTo>
                <a:close/>
                <a:lnTo>
                  <a:pt x="401388" y="284412"/>
                </a:lnTo>
                <a:close/>
                <a:lnTo>
                  <a:pt x="403682" y="282118"/>
                </a:lnTo>
                <a:close/>
                <a:lnTo>
                  <a:pt x="405975" y="279825"/>
                </a:lnTo>
                <a:close/>
                <a:lnTo>
                  <a:pt x="408269" y="277531"/>
                </a:lnTo>
                <a:close/>
                <a:lnTo>
                  <a:pt x="410563" y="275237"/>
                </a:lnTo>
                <a:close/>
                <a:lnTo>
                  <a:pt x="412856" y="272944"/>
                </a:lnTo>
                <a:close/>
                <a:lnTo>
                  <a:pt x="415150" y="270650"/>
                </a:lnTo>
                <a:close/>
                <a:lnTo>
                  <a:pt x="417443" y="268357"/>
                </a:lnTo>
                <a:close/>
                <a:lnTo>
                  <a:pt x="419737" y="266063"/>
                </a:lnTo>
                <a:close/>
                <a:lnTo>
                  <a:pt x="422031" y="263769"/>
                </a:lnTo>
                <a:close/>
                <a:lnTo>
                  <a:pt x="424324" y="261476"/>
                </a:lnTo>
                <a:close/>
                <a:lnTo>
                  <a:pt x="426618" y="259182"/>
                </a:lnTo>
                <a:close/>
                <a:lnTo>
                  <a:pt x="428912" y="256888"/>
                </a:lnTo>
                <a:close/>
                <a:lnTo>
                  <a:pt x="431205" y="254595"/>
                </a:lnTo>
                <a:close/>
                <a:lnTo>
                  <a:pt x="433499" y="252301"/>
                </a:lnTo>
                <a:close/>
                <a:lnTo>
                  <a:pt x="435793" y="250007"/>
                </a:lnTo>
                <a:close/>
                <a:lnTo>
                  <a:pt x="438086" y="247714"/>
                </a:lnTo>
                <a:close/>
                <a:lnTo>
                  <a:pt x="440380" y="245420"/>
                </a:lnTo>
                <a:close/>
                <a:lnTo>
                  <a:pt x="442674" y="243126"/>
                </a:lnTo>
                <a:close/>
                <a:lnTo>
                  <a:pt x="444967" y="240833"/>
                </a:lnTo>
                <a:close/>
                <a:lnTo>
                  <a:pt x="447261" y="238539"/>
                </a:lnTo>
                <a:close/>
                <a:lnTo>
                  <a:pt x="449555" y="236245"/>
                </a:lnTo>
                <a:close/>
                <a:lnTo>
                  <a:pt x="451848" y="233952"/>
                </a:lnTo>
                <a:close/>
                <a:lnTo>
                  <a:pt x="454142" y="231658"/>
                </a:lnTo>
                <a:close/>
                <a:lnTo>
                  <a:pt x="456435" y="229365"/>
                </a:lnTo>
                <a:close/>
                <a:lnTo>
                  <a:pt x="458729" y="227071"/>
                </a:lnTo>
                <a:close/>
                <a:lnTo>
                  <a:pt x="461023" y="224777"/>
                </a:lnTo>
                <a:close/>
                <a:lnTo>
                  <a:pt x="463316" y="222484"/>
                </a:lnTo>
                <a:close/>
                <a:lnTo>
                  <a:pt x="465610" y="220190"/>
                </a:lnTo>
                <a:close/>
                <a:lnTo>
                  <a:pt x="467904" y="217896"/>
                </a:lnTo>
                <a:close/>
                <a:lnTo>
                  <a:pt x="470197" y="215603"/>
                </a:lnTo>
                <a:close/>
                <a:lnTo>
                  <a:pt x="472491" y="213309"/>
                </a:lnTo>
                <a:close/>
                <a:lnTo>
                  <a:pt x="474785" y="211015"/>
                </a:lnTo>
                <a:close/>
                <a:lnTo>
                  <a:pt x="477078" y="208722"/>
                </a:lnTo>
                <a:close/>
                <a:lnTo>
                  <a:pt x="479372" y="206428"/>
                </a:lnTo>
                <a:close/>
                <a:lnTo>
                  <a:pt x="481666" y="204134"/>
                </a:lnTo>
                <a:close/>
                <a:lnTo>
                  <a:pt x="483959" y="201841"/>
                </a:lnTo>
                <a:close/>
                <a:lnTo>
                  <a:pt x="486253" y="199547"/>
                </a:lnTo>
                <a:close/>
                <a:lnTo>
                  <a:pt x="488546" y="197254"/>
                </a:lnTo>
                <a:close/>
                <a:lnTo>
                  <a:pt x="490840" y="194960"/>
                </a:lnTo>
                <a:close/>
                <a:lnTo>
                  <a:pt x="493134" y="192666"/>
                </a:lnTo>
                <a:close/>
                <a:lnTo>
                  <a:pt x="495427" y="190373"/>
                </a:lnTo>
                <a:close/>
                <a:lnTo>
                  <a:pt x="497721" y="188079"/>
                </a:lnTo>
                <a:close/>
                <a:lnTo>
                  <a:pt x="500015" y="185785"/>
                </a:lnTo>
                <a:close/>
                <a:lnTo>
                  <a:pt x="502308" y="183492"/>
                </a:lnTo>
                <a:close/>
                <a:lnTo>
                  <a:pt x="504602" y="181198"/>
                </a:lnTo>
                <a:close/>
                <a:lnTo>
                  <a:pt x="506896" y="178904"/>
                </a:lnTo>
                <a:close/>
                <a:lnTo>
                  <a:pt x="509189" y="176611"/>
                </a:lnTo>
                <a:close/>
                <a:lnTo>
                  <a:pt x="511483" y="174317"/>
                </a:lnTo>
                <a:close/>
                <a:lnTo>
                  <a:pt x="513777" y="172023"/>
                </a:lnTo>
                <a:close/>
                <a:lnTo>
                  <a:pt x="516070" y="169730"/>
                </a:lnTo>
                <a:close/>
                <a:lnTo>
                  <a:pt x="518364" y="167436"/>
                </a:lnTo>
                <a:close/>
                <a:lnTo>
                  <a:pt x="520658" y="165142"/>
                </a:lnTo>
                <a:close/>
                <a:lnTo>
                  <a:pt x="522951" y="162849"/>
                </a:lnTo>
                <a:close/>
                <a:lnTo>
                  <a:pt x="525245" y="160555"/>
                </a:lnTo>
                <a:close/>
                <a:lnTo>
                  <a:pt x="527538" y="158262"/>
                </a:lnTo>
                <a:close/>
                <a:lnTo>
                  <a:pt x="529832" y="155968"/>
                </a:lnTo>
                <a:close/>
                <a:lnTo>
                  <a:pt x="532126" y="153674"/>
                </a:lnTo>
                <a:close/>
                <a:lnTo>
                  <a:pt x="534419" y="151381"/>
                </a:lnTo>
                <a:close/>
                <a:lnTo>
                  <a:pt x="536713" y="149087"/>
                </a:lnTo>
                <a:close/>
                <a:lnTo>
                  <a:pt x="539007" y="146793"/>
                </a:lnTo>
                <a:close/>
                <a:lnTo>
                  <a:pt x="541300" y="144500"/>
                </a:lnTo>
                <a:close/>
                <a:lnTo>
                  <a:pt x="543594" y="142206"/>
                </a:lnTo>
                <a:close/>
                <a:lnTo>
                  <a:pt x="545888" y="139912"/>
                </a:lnTo>
                <a:close/>
                <a:lnTo>
                  <a:pt x="548181" y="137619"/>
                </a:lnTo>
                <a:close/>
                <a:lnTo>
                  <a:pt x="550475" y="135325"/>
                </a:lnTo>
                <a:close/>
                <a:lnTo>
                  <a:pt x="552769" y="133031"/>
                </a:lnTo>
                <a:close/>
                <a:lnTo>
                  <a:pt x="555062" y="130738"/>
                </a:lnTo>
                <a:close/>
                <a:lnTo>
                  <a:pt x="557356" y="128444"/>
                </a:lnTo>
                <a:close/>
                <a:lnTo>
                  <a:pt x="559649" y="126151"/>
                </a:lnTo>
                <a:close/>
                <a:lnTo>
                  <a:pt x="561943" y="123857"/>
                </a:lnTo>
                <a:close/>
                <a:lnTo>
                  <a:pt x="564237" y="121563"/>
                </a:lnTo>
                <a:close/>
                <a:lnTo>
                  <a:pt x="566530" y="119270"/>
                </a:lnTo>
                <a:close/>
                <a:lnTo>
                  <a:pt x="568824" y="116976"/>
                </a:lnTo>
                <a:close/>
                <a:lnTo>
                  <a:pt x="571118" y="114682"/>
                </a:lnTo>
                <a:close/>
                <a:lnTo>
                  <a:pt x="573411" y="112389"/>
                </a:lnTo>
                <a:close/>
                <a:lnTo>
                  <a:pt x="575705" y="110095"/>
                </a:lnTo>
                <a:close/>
                <a:lnTo>
                  <a:pt x="577999" y="107801"/>
                </a:lnTo>
                <a:close/>
                <a:lnTo>
                  <a:pt x="580292" y="105508"/>
                </a:lnTo>
                <a:close/>
                <a:lnTo>
                  <a:pt x="582586" y="103214"/>
                </a:lnTo>
                <a:close/>
                <a:lnTo>
                  <a:pt x="584880" y="100920"/>
                </a:lnTo>
                <a:close/>
                <a:lnTo>
                  <a:pt x="587173" y="98627"/>
                </a:lnTo>
                <a:close/>
                <a:lnTo>
                  <a:pt x="589467" y="96333"/>
                </a:lnTo>
                <a:close/>
                <a:lnTo>
                  <a:pt x="591761" y="94039"/>
                </a:lnTo>
                <a:close/>
                <a:lnTo>
                  <a:pt x="594054" y="91746"/>
                </a:lnTo>
                <a:close/>
                <a:lnTo>
                  <a:pt x="596348" y="89452"/>
                </a:lnTo>
                <a:close/>
                <a:lnTo>
                  <a:pt x="598641" y="87159"/>
                </a:lnTo>
                <a:close/>
                <a:lnTo>
                  <a:pt x="600935" y="84865"/>
                </a:lnTo>
                <a:close/>
                <a:lnTo>
                  <a:pt x="603229" y="82571"/>
                </a:lnTo>
                <a:close/>
                <a:lnTo>
                  <a:pt x="605522" y="80278"/>
                </a:lnTo>
                <a:close/>
                <a:lnTo>
                  <a:pt x="607816" y="77984"/>
                </a:lnTo>
                <a:close/>
                <a:lnTo>
                  <a:pt x="610110" y="75690"/>
                </a:lnTo>
                <a:close/>
                <a:lnTo>
                  <a:pt x="612403" y="73397"/>
                </a:lnTo>
                <a:close/>
                <a:lnTo>
                  <a:pt x="614697" y="71103"/>
                </a:lnTo>
                <a:close/>
                <a:lnTo>
                  <a:pt x="616991" y="68809"/>
                </a:lnTo>
                <a:close/>
                <a:lnTo>
                  <a:pt x="619284" y="66516"/>
                </a:lnTo>
                <a:close/>
                <a:lnTo>
                  <a:pt x="621578" y="64222"/>
                </a:lnTo>
                <a:close/>
                <a:lnTo>
                  <a:pt x="623872" y="61928"/>
                </a:lnTo>
                <a:close/>
                <a:lnTo>
                  <a:pt x="626165" y="59635"/>
                </a:lnTo>
                <a:close/>
                <a:lnTo>
                  <a:pt x="628459" y="57341"/>
                </a:lnTo>
                <a:close/>
                <a:lnTo>
                  <a:pt x="630753" y="55047"/>
                </a:lnTo>
                <a:close/>
                <a:lnTo>
                  <a:pt x="633046" y="52754"/>
                </a:lnTo>
                <a:close/>
                <a:lnTo>
                  <a:pt x="635340" y="50460"/>
                </a:lnTo>
                <a:close/>
                <a:lnTo>
                  <a:pt x="637633" y="48167"/>
                </a:lnTo>
                <a:close/>
                <a:lnTo>
                  <a:pt x="639927" y="45873"/>
                </a:lnTo>
                <a:close/>
                <a:lnTo>
                  <a:pt x="642221" y="43579"/>
                </a:lnTo>
                <a:close/>
                <a:lnTo>
                  <a:pt x="644514" y="41286"/>
                </a:lnTo>
                <a:close/>
                <a:lnTo>
                  <a:pt x="646808" y="38992"/>
                </a:lnTo>
                <a:close/>
                <a:lnTo>
                  <a:pt x="649102" y="36698"/>
                </a:lnTo>
                <a:close/>
                <a:lnTo>
                  <a:pt x="651395" y="34405"/>
                </a:lnTo>
                <a:close/>
                <a:lnTo>
                  <a:pt x="653689" y="32111"/>
                </a:lnTo>
                <a:close/>
                <a:lnTo>
                  <a:pt x="655983" y="29817"/>
                </a:lnTo>
                <a:close/>
                <a:lnTo>
                  <a:pt x="658276" y="27524"/>
                </a:lnTo>
                <a:close/>
                <a:lnTo>
                  <a:pt x="660570" y="25230"/>
                </a:lnTo>
                <a:close/>
                <a:lnTo>
                  <a:pt x="662864" y="22936"/>
                </a:lnTo>
                <a:close/>
                <a:lnTo>
                  <a:pt x="665157" y="20643"/>
                </a:lnTo>
                <a:close/>
                <a:lnTo>
                  <a:pt x="667451" y="18349"/>
                </a:lnTo>
                <a:close/>
                <a:lnTo>
                  <a:pt x="669744" y="16056"/>
                </a:lnTo>
                <a:close/>
                <a:lnTo>
                  <a:pt x="672038" y="13762"/>
                </a:lnTo>
                <a:close/>
                <a:lnTo>
                  <a:pt x="674332" y="11468"/>
                </a:lnTo>
                <a:close/>
                <a:lnTo>
                  <a:pt x="676625" y="9175"/>
                </a:lnTo>
                <a:close/>
                <a:lnTo>
                  <a:pt x="678919" y="6881"/>
                </a:lnTo>
                <a:close/>
                <a:lnTo>
                  <a:pt x="681213" y="4587"/>
                </a:lnTo>
                <a:close/>
                <a:lnTo>
                  <a:pt x="683506" y="2294"/>
                </a:lnTo>
                <a:close/>
                <a:lnTo>
                  <a:pt x="6858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0292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572000.0" y="16573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53000" y="2038350"/>
            <a:ext cx="152400" cy="1524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53000" y="158115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663440" y="174879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309" y="2309"/>
                </a:lnTo>
                <a:close/>
                <a:lnTo>
                  <a:pt x="4618" y="4618"/>
                </a:lnTo>
                <a:close/>
                <a:lnTo>
                  <a:pt x="6927" y="6927"/>
                </a:lnTo>
                <a:close/>
                <a:lnTo>
                  <a:pt x="9236" y="9236"/>
                </a:lnTo>
                <a:close/>
                <a:lnTo>
                  <a:pt x="11545" y="11545"/>
                </a:lnTo>
                <a:close/>
                <a:lnTo>
                  <a:pt x="13855" y="13855"/>
                </a:lnTo>
                <a:close/>
                <a:lnTo>
                  <a:pt x="16164" y="16164"/>
                </a:lnTo>
                <a:close/>
                <a:lnTo>
                  <a:pt x="18473" y="18473"/>
                </a:lnTo>
                <a:close/>
                <a:lnTo>
                  <a:pt x="20782" y="20782"/>
                </a:lnTo>
                <a:close/>
                <a:lnTo>
                  <a:pt x="23091" y="23091"/>
                </a:lnTo>
                <a:close/>
                <a:lnTo>
                  <a:pt x="25400" y="25400"/>
                </a:lnTo>
                <a:close/>
                <a:lnTo>
                  <a:pt x="27709" y="27709"/>
                </a:lnTo>
                <a:close/>
                <a:lnTo>
                  <a:pt x="30018" y="30018"/>
                </a:lnTo>
                <a:close/>
                <a:lnTo>
                  <a:pt x="32327" y="32327"/>
                </a:lnTo>
                <a:close/>
                <a:lnTo>
                  <a:pt x="34636" y="34636"/>
                </a:lnTo>
                <a:close/>
                <a:lnTo>
                  <a:pt x="36945" y="36945"/>
                </a:lnTo>
                <a:close/>
                <a:lnTo>
                  <a:pt x="39255" y="39255"/>
                </a:lnTo>
                <a:close/>
                <a:lnTo>
                  <a:pt x="41564" y="41564"/>
                </a:lnTo>
                <a:close/>
                <a:lnTo>
                  <a:pt x="43873" y="43873"/>
                </a:lnTo>
                <a:close/>
                <a:lnTo>
                  <a:pt x="46182" y="46182"/>
                </a:lnTo>
                <a:close/>
                <a:lnTo>
                  <a:pt x="48491" y="48491"/>
                </a:lnTo>
                <a:close/>
                <a:lnTo>
                  <a:pt x="50800" y="50800"/>
                </a:lnTo>
                <a:close/>
                <a:lnTo>
                  <a:pt x="53109" y="53109"/>
                </a:lnTo>
                <a:close/>
                <a:lnTo>
                  <a:pt x="55418" y="55418"/>
                </a:lnTo>
                <a:close/>
                <a:lnTo>
                  <a:pt x="57727" y="57727"/>
                </a:lnTo>
                <a:close/>
                <a:lnTo>
                  <a:pt x="60036" y="60036"/>
                </a:lnTo>
                <a:close/>
                <a:lnTo>
                  <a:pt x="62345" y="62345"/>
                </a:lnTo>
                <a:close/>
                <a:lnTo>
                  <a:pt x="64655" y="64655"/>
                </a:lnTo>
                <a:close/>
                <a:lnTo>
                  <a:pt x="66964" y="66964"/>
                </a:lnTo>
                <a:close/>
                <a:lnTo>
                  <a:pt x="69273" y="69273"/>
                </a:lnTo>
                <a:close/>
                <a:lnTo>
                  <a:pt x="71582" y="71582"/>
                </a:lnTo>
                <a:close/>
                <a:lnTo>
                  <a:pt x="73891" y="73891"/>
                </a:lnTo>
                <a:close/>
                <a:lnTo>
                  <a:pt x="76200" y="76200"/>
                </a:lnTo>
                <a:close/>
                <a:lnTo>
                  <a:pt x="78509" y="78509"/>
                </a:lnTo>
                <a:close/>
                <a:lnTo>
                  <a:pt x="80818" y="80818"/>
                </a:lnTo>
                <a:close/>
                <a:lnTo>
                  <a:pt x="83127" y="83127"/>
                </a:lnTo>
                <a:close/>
                <a:lnTo>
                  <a:pt x="85436" y="85436"/>
                </a:lnTo>
                <a:close/>
                <a:lnTo>
                  <a:pt x="87745" y="87745"/>
                </a:lnTo>
                <a:close/>
                <a:lnTo>
                  <a:pt x="90055" y="90055"/>
                </a:lnTo>
                <a:close/>
                <a:lnTo>
                  <a:pt x="92364" y="92364"/>
                </a:lnTo>
                <a:close/>
                <a:lnTo>
                  <a:pt x="94673" y="94673"/>
                </a:lnTo>
                <a:close/>
                <a:lnTo>
                  <a:pt x="96982" y="96982"/>
                </a:lnTo>
                <a:close/>
                <a:lnTo>
                  <a:pt x="99291" y="99291"/>
                </a:lnTo>
                <a:close/>
                <a:lnTo>
                  <a:pt x="101600" y="101600"/>
                </a:lnTo>
                <a:close/>
                <a:lnTo>
                  <a:pt x="103909" y="103909"/>
                </a:lnTo>
                <a:close/>
                <a:lnTo>
                  <a:pt x="106218" y="106218"/>
                </a:lnTo>
                <a:close/>
                <a:lnTo>
                  <a:pt x="108527" y="108527"/>
                </a:lnTo>
                <a:close/>
                <a:lnTo>
                  <a:pt x="110836" y="110836"/>
                </a:lnTo>
                <a:close/>
                <a:lnTo>
                  <a:pt x="113145" y="113145"/>
                </a:lnTo>
                <a:close/>
                <a:lnTo>
                  <a:pt x="115455" y="115455"/>
                </a:lnTo>
                <a:close/>
                <a:lnTo>
                  <a:pt x="117764" y="117764"/>
                </a:lnTo>
                <a:close/>
                <a:lnTo>
                  <a:pt x="120073" y="120073"/>
                </a:lnTo>
                <a:close/>
                <a:lnTo>
                  <a:pt x="122382" y="122382"/>
                </a:lnTo>
                <a:close/>
                <a:lnTo>
                  <a:pt x="124691" y="124691"/>
                </a:lnTo>
                <a:close/>
                <a:lnTo>
                  <a:pt x="127000" y="127000"/>
                </a:lnTo>
                <a:close/>
                <a:lnTo>
                  <a:pt x="129309" y="129309"/>
                </a:lnTo>
                <a:close/>
                <a:lnTo>
                  <a:pt x="131618" y="131618"/>
                </a:lnTo>
                <a:close/>
                <a:lnTo>
                  <a:pt x="133927" y="133927"/>
                </a:lnTo>
                <a:close/>
                <a:lnTo>
                  <a:pt x="136236" y="136236"/>
                </a:lnTo>
                <a:close/>
                <a:lnTo>
                  <a:pt x="138545" y="138545"/>
                </a:lnTo>
                <a:close/>
                <a:lnTo>
                  <a:pt x="140855" y="140855"/>
                </a:lnTo>
                <a:close/>
                <a:lnTo>
                  <a:pt x="143164" y="143164"/>
                </a:lnTo>
                <a:close/>
                <a:lnTo>
                  <a:pt x="145473" y="145473"/>
                </a:lnTo>
                <a:close/>
                <a:lnTo>
                  <a:pt x="147782" y="147782"/>
                </a:lnTo>
                <a:close/>
                <a:lnTo>
                  <a:pt x="150091" y="150091"/>
                </a:lnTo>
                <a:close/>
                <a:lnTo>
                  <a:pt x="152400" y="152400"/>
                </a:lnTo>
                <a:close/>
                <a:lnTo>
                  <a:pt x="154709" y="154709"/>
                </a:lnTo>
                <a:close/>
                <a:lnTo>
                  <a:pt x="157018" y="157018"/>
                </a:lnTo>
                <a:close/>
                <a:lnTo>
                  <a:pt x="159327" y="159327"/>
                </a:lnTo>
                <a:close/>
                <a:lnTo>
                  <a:pt x="161636" y="161636"/>
                </a:lnTo>
                <a:close/>
                <a:lnTo>
                  <a:pt x="163945" y="163945"/>
                </a:lnTo>
                <a:close/>
                <a:lnTo>
                  <a:pt x="166255" y="166255"/>
                </a:lnTo>
                <a:close/>
                <a:lnTo>
                  <a:pt x="168564" y="168564"/>
                </a:lnTo>
                <a:close/>
                <a:lnTo>
                  <a:pt x="170873" y="170873"/>
                </a:lnTo>
                <a:close/>
                <a:lnTo>
                  <a:pt x="173182" y="173182"/>
                </a:lnTo>
                <a:close/>
                <a:lnTo>
                  <a:pt x="175491" y="175491"/>
                </a:lnTo>
                <a:close/>
                <a:lnTo>
                  <a:pt x="177800" y="177800"/>
                </a:lnTo>
                <a:close/>
                <a:lnTo>
                  <a:pt x="180109" y="180109"/>
                </a:lnTo>
                <a:close/>
                <a:lnTo>
                  <a:pt x="182418" y="182418"/>
                </a:lnTo>
                <a:close/>
                <a:lnTo>
                  <a:pt x="184727" y="184727"/>
                </a:lnTo>
                <a:close/>
                <a:lnTo>
                  <a:pt x="187036" y="187036"/>
                </a:lnTo>
                <a:close/>
                <a:lnTo>
                  <a:pt x="189345" y="189345"/>
                </a:lnTo>
                <a:close/>
                <a:lnTo>
                  <a:pt x="191655" y="191655"/>
                </a:lnTo>
                <a:close/>
                <a:lnTo>
                  <a:pt x="193964" y="193964"/>
                </a:lnTo>
                <a:close/>
                <a:lnTo>
                  <a:pt x="196273" y="196273"/>
                </a:lnTo>
                <a:close/>
                <a:lnTo>
                  <a:pt x="198582" y="198582"/>
                </a:lnTo>
                <a:close/>
                <a:lnTo>
                  <a:pt x="200891" y="200891"/>
                </a:lnTo>
                <a:close/>
                <a:lnTo>
                  <a:pt x="203200" y="203200"/>
                </a:lnTo>
                <a:close/>
                <a:lnTo>
                  <a:pt x="205509" y="205509"/>
                </a:lnTo>
                <a:close/>
                <a:lnTo>
                  <a:pt x="207818" y="207818"/>
                </a:lnTo>
                <a:close/>
                <a:lnTo>
                  <a:pt x="210127" y="210127"/>
                </a:lnTo>
                <a:close/>
                <a:lnTo>
                  <a:pt x="212436" y="212436"/>
                </a:lnTo>
                <a:close/>
                <a:lnTo>
                  <a:pt x="214745" y="214745"/>
                </a:lnTo>
                <a:close/>
                <a:lnTo>
                  <a:pt x="217055" y="217055"/>
                </a:lnTo>
                <a:close/>
                <a:lnTo>
                  <a:pt x="219364" y="219364"/>
                </a:lnTo>
                <a:close/>
                <a:lnTo>
                  <a:pt x="221673" y="221673"/>
                </a:lnTo>
                <a:close/>
                <a:lnTo>
                  <a:pt x="223982" y="223982"/>
                </a:lnTo>
                <a:close/>
                <a:lnTo>
                  <a:pt x="226291" y="226291"/>
                </a:lnTo>
                <a:close/>
                <a:lnTo>
                  <a:pt x="228600" y="228600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5120640" y="138303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0" y="182880"/>
                </a:moveTo>
                <a:lnTo>
                  <a:pt x="1847" y="181033"/>
                </a:lnTo>
                <a:close/>
                <a:lnTo>
                  <a:pt x="3695" y="179185"/>
                </a:lnTo>
                <a:close/>
                <a:lnTo>
                  <a:pt x="5542" y="177338"/>
                </a:lnTo>
                <a:close/>
                <a:lnTo>
                  <a:pt x="7389" y="175491"/>
                </a:lnTo>
                <a:close/>
                <a:lnTo>
                  <a:pt x="9236" y="173644"/>
                </a:lnTo>
                <a:close/>
                <a:lnTo>
                  <a:pt x="11084" y="171796"/>
                </a:lnTo>
                <a:close/>
                <a:lnTo>
                  <a:pt x="12931" y="169949"/>
                </a:lnTo>
                <a:close/>
                <a:lnTo>
                  <a:pt x="14778" y="168102"/>
                </a:lnTo>
                <a:close/>
                <a:lnTo>
                  <a:pt x="16625" y="166255"/>
                </a:lnTo>
                <a:close/>
                <a:lnTo>
                  <a:pt x="18473" y="164407"/>
                </a:lnTo>
                <a:close/>
                <a:lnTo>
                  <a:pt x="20320" y="162560"/>
                </a:lnTo>
                <a:close/>
                <a:lnTo>
                  <a:pt x="22167" y="160713"/>
                </a:lnTo>
                <a:close/>
                <a:lnTo>
                  <a:pt x="24015" y="158865"/>
                </a:lnTo>
                <a:close/>
                <a:lnTo>
                  <a:pt x="25862" y="157018"/>
                </a:lnTo>
                <a:close/>
                <a:lnTo>
                  <a:pt x="27709" y="155171"/>
                </a:lnTo>
                <a:close/>
                <a:lnTo>
                  <a:pt x="29556" y="153324"/>
                </a:lnTo>
                <a:close/>
                <a:lnTo>
                  <a:pt x="31404" y="151476"/>
                </a:lnTo>
                <a:close/>
                <a:lnTo>
                  <a:pt x="33251" y="149629"/>
                </a:lnTo>
                <a:close/>
                <a:lnTo>
                  <a:pt x="35098" y="147782"/>
                </a:lnTo>
                <a:close/>
                <a:lnTo>
                  <a:pt x="36945" y="145935"/>
                </a:lnTo>
                <a:close/>
                <a:lnTo>
                  <a:pt x="38793" y="144087"/>
                </a:lnTo>
                <a:close/>
                <a:lnTo>
                  <a:pt x="40640" y="142240"/>
                </a:lnTo>
                <a:close/>
                <a:lnTo>
                  <a:pt x="42487" y="140393"/>
                </a:lnTo>
                <a:close/>
                <a:lnTo>
                  <a:pt x="44335" y="138545"/>
                </a:lnTo>
                <a:close/>
                <a:lnTo>
                  <a:pt x="46182" y="136698"/>
                </a:lnTo>
                <a:close/>
                <a:lnTo>
                  <a:pt x="48029" y="134851"/>
                </a:lnTo>
                <a:close/>
                <a:lnTo>
                  <a:pt x="49876" y="133004"/>
                </a:lnTo>
                <a:close/>
                <a:lnTo>
                  <a:pt x="51724" y="131156"/>
                </a:lnTo>
                <a:close/>
                <a:lnTo>
                  <a:pt x="53571" y="129309"/>
                </a:lnTo>
                <a:close/>
                <a:lnTo>
                  <a:pt x="55418" y="127462"/>
                </a:lnTo>
                <a:close/>
                <a:lnTo>
                  <a:pt x="57265" y="125615"/>
                </a:lnTo>
                <a:close/>
                <a:lnTo>
                  <a:pt x="59113" y="123767"/>
                </a:lnTo>
                <a:close/>
                <a:lnTo>
                  <a:pt x="60960" y="121920"/>
                </a:lnTo>
                <a:close/>
                <a:lnTo>
                  <a:pt x="62807" y="120073"/>
                </a:lnTo>
                <a:close/>
                <a:lnTo>
                  <a:pt x="64655" y="118225"/>
                </a:lnTo>
                <a:close/>
                <a:lnTo>
                  <a:pt x="66502" y="116378"/>
                </a:lnTo>
                <a:close/>
                <a:lnTo>
                  <a:pt x="68349" y="114531"/>
                </a:lnTo>
                <a:close/>
                <a:lnTo>
                  <a:pt x="70196" y="112684"/>
                </a:lnTo>
                <a:close/>
                <a:lnTo>
                  <a:pt x="72044" y="110836"/>
                </a:lnTo>
                <a:close/>
                <a:lnTo>
                  <a:pt x="73891" y="108989"/>
                </a:lnTo>
                <a:close/>
                <a:lnTo>
                  <a:pt x="75738" y="107142"/>
                </a:lnTo>
                <a:close/>
                <a:lnTo>
                  <a:pt x="77585" y="105295"/>
                </a:lnTo>
                <a:close/>
                <a:lnTo>
                  <a:pt x="79433" y="103447"/>
                </a:lnTo>
                <a:close/>
                <a:lnTo>
                  <a:pt x="81280" y="101600"/>
                </a:lnTo>
                <a:close/>
                <a:lnTo>
                  <a:pt x="83127" y="99753"/>
                </a:lnTo>
                <a:close/>
                <a:lnTo>
                  <a:pt x="84975" y="97905"/>
                </a:lnTo>
                <a:close/>
                <a:lnTo>
                  <a:pt x="86822" y="96058"/>
                </a:lnTo>
                <a:close/>
                <a:lnTo>
                  <a:pt x="88669" y="94211"/>
                </a:lnTo>
                <a:close/>
                <a:lnTo>
                  <a:pt x="90516" y="92364"/>
                </a:lnTo>
                <a:close/>
                <a:lnTo>
                  <a:pt x="92364" y="90516"/>
                </a:lnTo>
                <a:close/>
                <a:lnTo>
                  <a:pt x="94211" y="88669"/>
                </a:lnTo>
                <a:close/>
                <a:lnTo>
                  <a:pt x="96058" y="86822"/>
                </a:lnTo>
                <a:close/>
                <a:lnTo>
                  <a:pt x="97905" y="84975"/>
                </a:lnTo>
                <a:close/>
                <a:lnTo>
                  <a:pt x="99753" y="83127"/>
                </a:lnTo>
                <a:close/>
                <a:lnTo>
                  <a:pt x="101600" y="81280"/>
                </a:lnTo>
                <a:close/>
                <a:lnTo>
                  <a:pt x="103447" y="79433"/>
                </a:lnTo>
                <a:close/>
                <a:lnTo>
                  <a:pt x="105295" y="77585"/>
                </a:lnTo>
                <a:close/>
                <a:lnTo>
                  <a:pt x="107142" y="75738"/>
                </a:lnTo>
                <a:close/>
                <a:lnTo>
                  <a:pt x="108989" y="73891"/>
                </a:lnTo>
                <a:close/>
                <a:lnTo>
                  <a:pt x="110836" y="72044"/>
                </a:lnTo>
                <a:close/>
                <a:lnTo>
                  <a:pt x="112684" y="70196"/>
                </a:lnTo>
                <a:close/>
                <a:lnTo>
                  <a:pt x="114531" y="68349"/>
                </a:lnTo>
                <a:close/>
                <a:lnTo>
                  <a:pt x="116378" y="66502"/>
                </a:lnTo>
                <a:close/>
                <a:lnTo>
                  <a:pt x="118225" y="64655"/>
                </a:lnTo>
                <a:close/>
                <a:lnTo>
                  <a:pt x="120073" y="62807"/>
                </a:lnTo>
                <a:close/>
                <a:lnTo>
                  <a:pt x="121920" y="60960"/>
                </a:lnTo>
                <a:close/>
                <a:lnTo>
                  <a:pt x="123767" y="59113"/>
                </a:lnTo>
                <a:close/>
                <a:lnTo>
                  <a:pt x="125615" y="57265"/>
                </a:lnTo>
                <a:close/>
                <a:lnTo>
                  <a:pt x="127462" y="55418"/>
                </a:lnTo>
                <a:close/>
                <a:lnTo>
                  <a:pt x="129309" y="53571"/>
                </a:lnTo>
                <a:close/>
                <a:lnTo>
                  <a:pt x="131156" y="51724"/>
                </a:lnTo>
                <a:close/>
                <a:lnTo>
                  <a:pt x="133004" y="49876"/>
                </a:lnTo>
                <a:close/>
                <a:lnTo>
                  <a:pt x="134851" y="48029"/>
                </a:lnTo>
                <a:close/>
                <a:lnTo>
                  <a:pt x="136698" y="46182"/>
                </a:lnTo>
                <a:close/>
                <a:lnTo>
                  <a:pt x="138545" y="44335"/>
                </a:lnTo>
                <a:close/>
                <a:lnTo>
                  <a:pt x="140393" y="42487"/>
                </a:lnTo>
                <a:close/>
                <a:lnTo>
                  <a:pt x="142240" y="40640"/>
                </a:lnTo>
                <a:close/>
                <a:lnTo>
                  <a:pt x="144087" y="38793"/>
                </a:lnTo>
                <a:close/>
                <a:lnTo>
                  <a:pt x="145935" y="36945"/>
                </a:lnTo>
                <a:close/>
                <a:lnTo>
                  <a:pt x="147782" y="35098"/>
                </a:lnTo>
                <a:close/>
                <a:lnTo>
                  <a:pt x="149629" y="33251"/>
                </a:lnTo>
                <a:close/>
                <a:lnTo>
                  <a:pt x="151476" y="31404"/>
                </a:lnTo>
                <a:close/>
                <a:lnTo>
                  <a:pt x="153324" y="29556"/>
                </a:lnTo>
                <a:close/>
                <a:lnTo>
                  <a:pt x="155171" y="27709"/>
                </a:lnTo>
                <a:close/>
                <a:lnTo>
                  <a:pt x="157018" y="25862"/>
                </a:lnTo>
                <a:close/>
                <a:lnTo>
                  <a:pt x="158865" y="24015"/>
                </a:lnTo>
                <a:close/>
                <a:lnTo>
                  <a:pt x="160713" y="22167"/>
                </a:lnTo>
                <a:close/>
                <a:lnTo>
                  <a:pt x="162560" y="20320"/>
                </a:lnTo>
                <a:close/>
                <a:lnTo>
                  <a:pt x="164407" y="18473"/>
                </a:lnTo>
                <a:close/>
                <a:lnTo>
                  <a:pt x="166255" y="16625"/>
                </a:lnTo>
                <a:close/>
                <a:lnTo>
                  <a:pt x="168102" y="14778"/>
                </a:lnTo>
                <a:close/>
                <a:lnTo>
                  <a:pt x="169949" y="12931"/>
                </a:lnTo>
                <a:close/>
                <a:lnTo>
                  <a:pt x="171796" y="11084"/>
                </a:lnTo>
                <a:close/>
                <a:lnTo>
                  <a:pt x="173644" y="9236"/>
                </a:lnTo>
                <a:close/>
                <a:lnTo>
                  <a:pt x="175491" y="7389"/>
                </a:lnTo>
                <a:close/>
                <a:lnTo>
                  <a:pt x="177338" y="5542"/>
                </a:lnTo>
                <a:close/>
                <a:lnTo>
                  <a:pt x="179185" y="3695"/>
                </a:lnTo>
                <a:close/>
                <a:lnTo>
                  <a:pt x="181033" y="1847"/>
                </a:lnTo>
                <a:close/>
                <a:lnTo>
                  <a:pt x="182880" y="0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846320.0" y="2663190.0"/>
            <a:ext cx="1371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074920.0" y="2663190.0"/>
            <a:ext cx="1371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75200" y="24142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084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0840" y="1339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