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0.0" y="2571750.0"/>
            <a:ext cx="45720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285750.0"/>
            <a:ext cx="0.0" cy="4572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4663440.0" y="2476606.68"/>
            <a:ext cx="182880.0" cy="76901.0400000000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4846320.0" y="2367290.16"/>
            <a:ext cx="182880.0" cy="109316.52000000002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5029200.0" y="2232873.36"/>
            <a:ext cx="182880.0" cy="134416.8000000002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212080.0" y="2078705.52"/>
            <a:ext cx="182880.0" cy="154167.8399999998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394960.0" y="1906432.56"/>
            <a:ext cx="182880.0" cy="172272.95999999996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577840.0" y="1714408.56"/>
            <a:ext cx="182880.0" cy="19202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760720.0" y="1503547.9200000002"/>
            <a:ext cx="182880.0" cy="210860.6399999999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943600.0" y="1273027.6800000002"/>
            <a:ext cx="182880.0" cy="230520.2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126480.0" y="1022847.8400000001"/>
            <a:ext cx="182880.0" cy="250179.8400000000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309360.0" y="752916.96"/>
            <a:ext cx="182880.0" cy="269930.880000000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492240.0" y="463326.48"/>
            <a:ext cx="182880.0" cy="289590.4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675120.0" y="285750.0"/>
            <a:ext cx="182880.0" cy="177576.4799999999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858000.0" y="89611.19999999972"/>
            <a:ext cx="182880.0" cy="196138.8000000002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040880.0" y="-123078.23999999976"/>
            <a:ext cx="182880.0" cy="212689.4399999994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223760.0" y="-352592.64000000013"/>
            <a:ext cx="182880.0" cy="229514.4000000003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406640.0" y="-598932.0"/>
            <a:ext cx="182880.0" cy="246339.3599999998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589520.0" y="-862187.7599999998"/>
            <a:ext cx="182880.0" cy="263255.759999999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772400.0" y="-1142177.0400000005"/>
            <a:ext cx="182880.0" cy="279989.280000000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955280.0" y="-1438991.2799999998"/>
            <a:ext cx="182880.0" cy="296814.2399999993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138160.0" y="-1752539.04"/>
            <a:ext cx="182880.0" cy="313547.7600000002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819900" y="247650"/>
            <a:ext cx="76200" cy="762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89179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89179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-222885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-131445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$y=f(x)$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89179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$a$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8575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$f(a)$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