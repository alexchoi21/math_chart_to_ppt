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3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4114800.0" y="2571750.0"/>
            <a:ext cx="3200400.0" cy="0.0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onnector 2"/>
          <p:cNvCxnSpPr/>
          <p:nvPr/>
        </p:nvCxnSpPr>
        <p:spPr>
          <a:xfrm flipV="1">
            <a:off x="4572000.0" y="-171450.0"/>
            <a:ext cx="0.0" cy="3200400.0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 flipV="1">
            <a:off x="4663440.0" y="2388870.0"/>
            <a:ext cx="137160.0" cy="9144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 flipV="1">
            <a:off x="4800600.0" y="2205990.0"/>
            <a:ext cx="228600.0" cy="18288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 flipV="1">
            <a:off x="5029200.0" y="1977390.0"/>
            <a:ext cx="228600.0" cy="22860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V="1">
            <a:off x="5257800.0" y="1703070.0"/>
            <a:ext cx="228600.0" cy="27432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V="1">
            <a:off x="5486400.0" y="1428750.0"/>
            <a:ext cx="228600.0" cy="27432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5715000.0" y="1200150.0"/>
            <a:ext cx="228600.0" cy="22860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5943600.0" y="971550.0"/>
            <a:ext cx="137160.0" cy="22860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6080760.0" y="697230.0000000002"/>
            <a:ext cx="137160.0" cy="274319.99999999977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6217920.0" y="377190.0"/>
            <a:ext cx="137160.0" cy="320040.00000000023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6355080.0" y="57150.0"/>
            <a:ext cx="137160.0" cy="32004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5943600.0" y="1200150.0"/>
            <a:ext cx="0.0" cy="1371600.0"/>
          </a:xfrm>
          <a:prstGeom prst="line">
            <a:avLst/>
          </a:prstGeom>
          <a:ln w="25400">
            <a:solidFill>
              <a:srgbClr val="00C8FF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4572000.0" y="1200150.0"/>
            <a:ext cx="1371600.0" cy="0.0"/>
          </a:xfrm>
          <a:prstGeom prst="line">
            <a:avLst/>
          </a:prstGeom>
          <a:ln w="25400">
            <a:solidFill>
              <a:srgbClr val="00C8FF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Oval 15"/>
          <p:cNvSpPr/>
          <p:nvPr/>
        </p:nvSpPr>
        <p:spPr>
          <a:xfrm>
            <a:off x="5905500" y="1162050"/>
            <a:ext cx="76200" cy="76200"/>
          </a:xfrm>
          <a:prstGeom prst="ellipse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86600" y="2663190"/>
            <a:ext cx="635000" cy="25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FFFFFF"/>
                </a:solidFill>
                <a:latin typeface="Inter"/>
              </a:defRPr>
            </a:pPr>
            <a:r>
              <a:t>x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0560" y="57150"/>
            <a:ext cx="635000" cy="25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FFFFFF"/>
                </a:solidFill>
                <a:latin typeface="Inter"/>
              </a:defRPr>
            </a:pPr>
            <a:r>
              <a:t>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34840" y="2708910"/>
            <a:ext cx="635000" cy="25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FFFFFF"/>
                </a:solidFill>
                <a:latin typeface="Inter"/>
              </a:defRPr>
            </a:pPr>
            <a:r>
              <a:t>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0" y="2754630"/>
            <a:ext cx="635000" cy="25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FFFFFF"/>
                </a:solidFill>
                <a:latin typeface="Inter"/>
              </a:defRPr>
            </a:pPr>
            <a:r>
              <a:t>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51960" y="1200150"/>
            <a:ext cx="635000" cy="25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FFFFFF"/>
                </a:solidFill>
                <a:latin typeface="Inter"/>
              </a:defRPr>
            </a:pPr>
            <a:r>
              <a:t>f(a)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377190"/>
            <a:ext cx="635000" cy="25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FFFFFF"/>
                </a:solidFill>
                <a:latin typeface="Inter"/>
              </a:defRPr>
            </a:pPr>
            <a:r>
              <a:t>y=f(x)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