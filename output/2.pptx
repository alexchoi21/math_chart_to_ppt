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4023360.0" y="2571750.0"/>
            <a:ext cx="169164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834390.0"/>
            <a:ext cx="0.0" cy="219456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Freeform 3"/>
          <p:cNvSpPr/>
          <p:nvPr/>
        </p:nvSpPr>
        <p:spPr>
          <a:xfrm>
            <a:off x="4206240" y="1291590"/>
            <a:ext cx="822960" cy="822960"/>
          </a:xfrm>
          <a:custGeom>
            <a:avLst/>
            <a:gdLst/>
            <a:ahLst/>
            <a:cxnLst/>
            <a:rect l="l" t="t" r="r" b="b"/>
            <a:pathLst>
              <a:path w="822960" h="822960">
                <a:moveTo>
                  <a:pt x="0" y="0"/>
                </a:moveTo>
                <a:lnTo>
                  <a:pt x="822960" y="822960"/>
                </a:lnTo>
                <a:close/>
              </a:path>
            </a:pathLst>
          </a:custGeom>
          <a:ln w="508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5029200" y="1108710"/>
            <a:ext cx="548640" cy="548640"/>
          </a:xfrm>
          <a:custGeom>
            <a:avLst/>
            <a:gdLst/>
            <a:ahLst/>
            <a:cxnLst/>
            <a:rect l="l" t="t" r="r" b="b"/>
            <a:pathLst>
              <a:path w="548640" h="548640">
                <a:moveTo>
                  <a:pt x="0" y="548640"/>
                </a:moveTo>
                <a:lnTo>
                  <a:pt x="548640" y="0"/>
                </a:lnTo>
                <a:close/>
              </a:path>
            </a:pathLst>
          </a:custGeom>
          <a:ln w="508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029200.0" y="1657350.0"/>
            <a:ext cx="0.0" cy="91440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4572000.0" y="21145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4572000.0" y="1657350.0"/>
            <a:ext cx="457200.0" cy="0.0"/>
          </a:xfrm>
          <a:prstGeom prst="line">
            <a:avLst/>
          </a:prstGeom>
          <a:ln w="12700">
            <a:solidFill>
              <a:srgbClr val="787878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4940300" y="2025650"/>
            <a:ext cx="177800" cy="1778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940300" y="1568450"/>
            <a:ext cx="177800" cy="177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846320.0" y="2571750.0"/>
            <a:ext cx="1371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5074920.0" y="2571750.0"/>
            <a:ext cx="137160.0" cy="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663440.0" y="1748790.0"/>
            <a:ext cx="22860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120640.0" y="1337310.0"/>
            <a:ext cx="228600.0" cy="228600.0"/>
          </a:xfrm>
          <a:prstGeom prst="line">
            <a:avLst/>
          </a:prstGeom>
          <a:ln w="1524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958080" y="69977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y=f(x)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26560" y="13398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6560" y="179705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7520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26560" y="2391410"/>
            <a:ext cx="1524000" cy="50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Arial"/>
              </a:defRPr>
            </a:pPr>
            <a:r>
              <a:t>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