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286000.0" y="2571750.0"/>
            <a:ext cx="45720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285750.0"/>
            <a:ext cx="0.0" cy="45720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343400.0" y="142875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4366260.0" y="145161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389120.0" y="147447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411980.0" y="149733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434840.0" y="152019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457700.0" y="154305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480560.0" y="156591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503420.0" y="158877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526280.0" y="161163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549140.0" y="163449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572000.0" y="165735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594860.0" y="168021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617720.0" y="170307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640580.0" y="172593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663440.0" y="174879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686300.0" y="177165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709160.0" y="179451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732020.0" y="181737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754880.0" y="184023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777740.0" y="186309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800600.0" y="188595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823460.0" y="190881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846320.0" y="193167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869180.0" y="195453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892040.0" y="197739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914900.0" y="200025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937760.0" y="202311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960620.0" y="204597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983480.0" y="2068830.0"/>
            <a:ext cx="41148.0" cy="41148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5033772.0" y="1629918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5056632.0" y="1607058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5079492.0" y="1584198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5102352.0" y="1561338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5125212.0" y="1538478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148072.0" y="1515618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5170932.0" y="1492758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5193792.0" y="1469898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5216652.0" y="1447038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5239512.0" y="1424178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5262372.0" y="1401318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5285232.0" y="1378458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5308092.0" y="1355598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5330952.0" y="1332738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5353812.0" y="1309878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5376672.0" y="1287018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5399532.0" y="1264158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5422392.0" y="1241298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5445252.0" y="1218438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5468112.0" y="1195578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5490972.0" y="1172718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5513832.0" y="1149858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5536692.0" y="1126998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5559552.0" y="1104138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5582412.0" y="1081278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5605272.0" y="1058418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5628132.0" y="1035558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5650992.0" y="1012698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5673852.0" y="971550.0"/>
            <a:ext cx="41148.0" cy="41148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4991100" y="2076450"/>
            <a:ext cx="76200" cy="7620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991100" y="1619250"/>
            <a:ext cx="76200" cy="76200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349240" y="110871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y=f(x)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