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343400.0" y="14287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366260.0" y="14516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.0" y="14744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11980.0" y="14973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434840.0" y="15201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457700.0" y="15430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80560.0" y="15659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03420.0" y="15887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26280.0" y="16116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49140.0" y="16344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.0" y="16573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94860.0" y="16802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617720.0" y="17030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40580.0" y="17259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3440.0" y="17487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686300.0" y="17716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09160.0" y="17945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32020.0" y="18173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54880.0" y="18402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777740.0" y="18630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800600.0" y="18859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23460.0" y="19088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.0" y="19316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869180.0" y="19545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892040.0" y="19773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14900.0" y="20002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937760.0" y="20231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0620.0" y="20459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983480.0" y="20688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029200.0" y="16344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052060.0" y="16116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074920.0" y="15887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097780.0" y="15659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120640.0" y="15430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143500.0" y="15201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166360.0" y="14973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89220.0" y="14744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212080.0" y="14516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234940.0" y="14287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257800.0" y="14058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280660.0" y="13830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03520.0" y="13601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326380.0" y="13373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349240.0" y="13144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372100.0" y="12915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94960.0" y="12687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5417820.0" y="12458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440680.0" y="12230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463540.0" y="12001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486400.0" y="11772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509260.0" y="11544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5532120.0" y="11315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554980.0" y="11087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577840.0" y="10858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5600700.0" y="10629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623560.0" y="10401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646420.0" y="10172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669280.0" y="9944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4991100" y="20764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9911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94960" y="13373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