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657600.0" y="742950.0"/>
            <a:ext cx="72189.47368421033" cy="72189.47368421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729789.4736842103" y="815139.4736842106"/>
            <a:ext cx="72189.4736842108" cy="72189.47368421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801978.947368421" y="887328.9473684211"/>
            <a:ext cx="72189.47368421033" cy="72189.47368421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874168.4210526315" y="959518.4210526317"/>
            <a:ext cx="72189.4736842108" cy="72189.47368421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946357.8947368423" y="1031707.8947368423"/>
            <a:ext cx="72189.47368421033" cy="72189.47368421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018547.3684210526" y="1103897.3684210528"/>
            <a:ext cx="72189.4736842108" cy="72189.47368421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90736.8421052634" y="1176086.8421052634"/>
            <a:ext cx="72189.47368421033" cy="72189.47368421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162926.3157894737" y="1248276.315789474"/>
            <a:ext cx="72189.4736842108" cy="72189.473684210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235115.7894736845" y="1320465.7894736843"/>
            <a:ext cx="72189.47368421033" cy="72189.47368421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307305.263157895" y="1392655.2631578948"/>
            <a:ext cx="72189.47368421033" cy="72189.473684210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379494.736842105" y="1464844.7368421052"/>
            <a:ext cx="72189.47368421033" cy="72189.473684210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451684.2105263155" y="1537034.210526316"/>
            <a:ext cx="72189.47368421126" cy="72189.473684210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523873.684210527" y="1609223.6842105263"/>
            <a:ext cx="72189.47368421033" cy="72189.473684210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96063.157894737" y="1681413.157894737"/>
            <a:ext cx="72189.47368421033" cy="72189.473684210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8252.631578947" y="1753602.6315789474"/>
            <a:ext cx="72189.47368421033" cy="72189.473684210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740442.105263158" y="1825792.1052631577"/>
            <a:ext cx="72189.47368421033" cy="72189.473684210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12631.578947368" y="1897981.5789473685"/>
            <a:ext cx="72189.47368421126" cy="72189.473684210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884821.052631579" y="1970171.0526315789"/>
            <a:ext cx="72189.47368421033" cy="72189.47368421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57010.52631579" y="2042360.5263157894"/>
            <a:ext cx="71732.27368421014" cy="71732.2736842103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029200.0" y="1597192.105263158"/>
            <a:ext cx="60157.89473684225" cy="60157.894736842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089357.894736842" y="1537034.210526316"/>
            <a:ext cx="60157.89473684225" cy="60157.894736842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149515.7894736845" y="1476876.315789474"/>
            <a:ext cx="60157.89473684132" cy="60157.894736842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209673.684210526" y="1416718.4210526317"/>
            <a:ext cx="60157.89473684225" cy="60157.894736842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269831.578947368" y="1356560.5263157894"/>
            <a:ext cx="60157.89473684225" cy="60157.894736842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329989.47368421" y="1296402.6315789474"/>
            <a:ext cx="60157.89473684225" cy="60157.894736842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390147.368421053" y="1236244.7368421052"/>
            <a:ext cx="60157.89473684225" cy="60157.894736842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450305.263157895" y="1176086.8421052631"/>
            <a:ext cx="60157.89473684225" cy="60157.894736842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510463.157894737" y="1115928.9473684211"/>
            <a:ext cx="60157.89473684225" cy="60157.894736842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570621.052631579" y="1055771.0526315789"/>
            <a:ext cx="60157.89473684132" cy="60157.894736842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630778.947368421" y="995613.1578947369"/>
            <a:ext cx="60157.89473684225" cy="60157.894736842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690936.842105263" y="935455.2631578948"/>
            <a:ext cx="60157.89473684225" cy="60157.894736842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751094.736842105" y="875297.3684210528"/>
            <a:ext cx="60157.89473684225" cy="60157.894736842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811252.631578947" y="815139.4736842106"/>
            <a:ext cx="60157.89473684225" cy="60157.894736842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871410.52631579" y="754981.5789473685"/>
            <a:ext cx="60157.89473684132" cy="60157.894736842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931568.421052631" y="694823.6842105261"/>
            <a:ext cx="60157.89473684318" cy="60157.89473684248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991726.315789474" y="634665.7894736843"/>
            <a:ext cx="60157.89473684132" cy="60157.8947368417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051884.2105263155" y="574507.8947368423"/>
            <a:ext cx="60157.89473684225" cy="60157.894736842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112042.105263158" y="514350.0"/>
            <a:ext cx="60157.89473684225" cy="60157.894736842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991100" y="20764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991100" y="16192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6440" y="9258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