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86200.0" y="2571750.0"/>
            <a:ext cx="1828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7429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886200" y="97155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0" y="0"/>
                </a:moveTo>
                <a:lnTo>
                  <a:pt x="1915" y="1915"/>
                </a:lnTo>
                <a:close/>
                <a:lnTo>
                  <a:pt x="3829" y="3829"/>
                </a:lnTo>
                <a:close/>
                <a:lnTo>
                  <a:pt x="5741" y="5741"/>
                </a:lnTo>
                <a:close/>
                <a:lnTo>
                  <a:pt x="7652" y="7652"/>
                </a:lnTo>
                <a:close/>
                <a:lnTo>
                  <a:pt x="9562" y="9562"/>
                </a:lnTo>
                <a:close/>
                <a:lnTo>
                  <a:pt x="11471" y="11471"/>
                </a:lnTo>
                <a:close/>
                <a:lnTo>
                  <a:pt x="13378" y="13378"/>
                </a:lnTo>
                <a:close/>
                <a:lnTo>
                  <a:pt x="15285" y="15285"/>
                </a:lnTo>
                <a:close/>
                <a:lnTo>
                  <a:pt x="17191" y="17191"/>
                </a:lnTo>
                <a:close/>
                <a:lnTo>
                  <a:pt x="19097" y="19097"/>
                </a:lnTo>
                <a:close/>
                <a:lnTo>
                  <a:pt x="21002" y="21002"/>
                </a:lnTo>
                <a:close/>
                <a:lnTo>
                  <a:pt x="22907" y="22907"/>
                </a:lnTo>
                <a:close/>
                <a:lnTo>
                  <a:pt x="24811" y="24811"/>
                </a:lnTo>
                <a:close/>
                <a:lnTo>
                  <a:pt x="26716" y="26716"/>
                </a:lnTo>
                <a:close/>
                <a:lnTo>
                  <a:pt x="28621" y="28621"/>
                </a:lnTo>
                <a:close/>
                <a:lnTo>
                  <a:pt x="30525" y="30525"/>
                </a:lnTo>
                <a:close/>
                <a:lnTo>
                  <a:pt x="32430" y="32430"/>
                </a:lnTo>
                <a:close/>
                <a:lnTo>
                  <a:pt x="34336" y="34336"/>
                </a:lnTo>
                <a:close/>
                <a:lnTo>
                  <a:pt x="36242" y="36242"/>
                </a:lnTo>
                <a:close/>
                <a:lnTo>
                  <a:pt x="38148" y="38148"/>
                </a:lnTo>
                <a:close/>
                <a:lnTo>
                  <a:pt x="40056" y="40056"/>
                </a:lnTo>
                <a:close/>
                <a:lnTo>
                  <a:pt x="41964" y="41964"/>
                </a:lnTo>
                <a:close/>
                <a:lnTo>
                  <a:pt x="43873" y="43873"/>
                </a:lnTo>
                <a:close/>
                <a:lnTo>
                  <a:pt x="45782" y="45782"/>
                </a:lnTo>
                <a:close/>
                <a:lnTo>
                  <a:pt x="47692" y="47692"/>
                </a:lnTo>
                <a:close/>
                <a:lnTo>
                  <a:pt x="49602" y="49602"/>
                </a:lnTo>
                <a:close/>
                <a:lnTo>
                  <a:pt x="51513" y="51513"/>
                </a:lnTo>
                <a:close/>
                <a:lnTo>
                  <a:pt x="53423" y="53423"/>
                </a:lnTo>
                <a:close/>
                <a:lnTo>
                  <a:pt x="55334" y="55334"/>
                </a:lnTo>
                <a:close/>
                <a:lnTo>
                  <a:pt x="57246" y="57246"/>
                </a:lnTo>
                <a:close/>
                <a:lnTo>
                  <a:pt x="59157" y="59157"/>
                </a:lnTo>
                <a:close/>
                <a:lnTo>
                  <a:pt x="61068" y="61068"/>
                </a:lnTo>
                <a:close/>
                <a:lnTo>
                  <a:pt x="62979" y="62979"/>
                </a:lnTo>
                <a:close/>
                <a:lnTo>
                  <a:pt x="64889" y="64889"/>
                </a:lnTo>
                <a:close/>
                <a:lnTo>
                  <a:pt x="66800" y="66800"/>
                </a:lnTo>
                <a:close/>
                <a:lnTo>
                  <a:pt x="68709" y="68709"/>
                </a:lnTo>
                <a:close/>
                <a:lnTo>
                  <a:pt x="70619" y="70619"/>
                </a:lnTo>
                <a:close/>
                <a:lnTo>
                  <a:pt x="72527" y="72527"/>
                </a:lnTo>
                <a:close/>
                <a:lnTo>
                  <a:pt x="74435" y="74435"/>
                </a:lnTo>
                <a:close/>
                <a:lnTo>
                  <a:pt x="76342" y="76342"/>
                </a:lnTo>
                <a:close/>
                <a:lnTo>
                  <a:pt x="78249" y="78249"/>
                </a:lnTo>
                <a:close/>
                <a:lnTo>
                  <a:pt x="80154" y="80154"/>
                </a:lnTo>
                <a:close/>
                <a:lnTo>
                  <a:pt x="82059" y="82059"/>
                </a:lnTo>
                <a:close/>
                <a:lnTo>
                  <a:pt x="83963" y="83963"/>
                </a:lnTo>
                <a:close/>
                <a:lnTo>
                  <a:pt x="85868" y="85868"/>
                </a:lnTo>
                <a:close/>
                <a:lnTo>
                  <a:pt x="87772" y="87772"/>
                </a:lnTo>
                <a:close/>
                <a:lnTo>
                  <a:pt x="89677" y="89677"/>
                </a:lnTo>
                <a:close/>
                <a:lnTo>
                  <a:pt x="91582" y="91582"/>
                </a:lnTo>
                <a:close/>
                <a:lnTo>
                  <a:pt x="93487" y="93487"/>
                </a:lnTo>
                <a:close/>
                <a:lnTo>
                  <a:pt x="95394" y="95394"/>
                </a:lnTo>
                <a:close/>
                <a:lnTo>
                  <a:pt x="97301" y="97301"/>
                </a:lnTo>
                <a:close/>
                <a:lnTo>
                  <a:pt x="99209" y="99209"/>
                </a:lnTo>
                <a:close/>
                <a:lnTo>
                  <a:pt x="101118" y="101118"/>
                </a:lnTo>
                <a:close/>
                <a:lnTo>
                  <a:pt x="103027" y="103027"/>
                </a:lnTo>
                <a:close/>
                <a:lnTo>
                  <a:pt x="104937" y="104937"/>
                </a:lnTo>
                <a:close/>
                <a:lnTo>
                  <a:pt x="106847" y="106847"/>
                </a:lnTo>
                <a:close/>
                <a:lnTo>
                  <a:pt x="108758" y="108758"/>
                </a:lnTo>
                <a:close/>
                <a:lnTo>
                  <a:pt x="110669" y="110669"/>
                </a:lnTo>
                <a:close/>
                <a:lnTo>
                  <a:pt x="112580" y="112580"/>
                </a:lnTo>
                <a:close/>
                <a:lnTo>
                  <a:pt x="114491" y="114491"/>
                </a:lnTo>
                <a:close/>
                <a:lnTo>
                  <a:pt x="116402" y="116402"/>
                </a:lnTo>
                <a:close/>
                <a:lnTo>
                  <a:pt x="118313" y="118313"/>
                </a:lnTo>
                <a:close/>
                <a:lnTo>
                  <a:pt x="120224" y="120224"/>
                </a:lnTo>
                <a:close/>
                <a:lnTo>
                  <a:pt x="122135" y="122135"/>
                </a:lnTo>
                <a:close/>
                <a:lnTo>
                  <a:pt x="124045" y="124045"/>
                </a:lnTo>
                <a:close/>
                <a:lnTo>
                  <a:pt x="125955" y="125955"/>
                </a:lnTo>
                <a:close/>
                <a:lnTo>
                  <a:pt x="127864" y="127864"/>
                </a:lnTo>
                <a:close/>
                <a:lnTo>
                  <a:pt x="129773" y="129773"/>
                </a:lnTo>
                <a:close/>
                <a:lnTo>
                  <a:pt x="131681" y="131681"/>
                </a:lnTo>
                <a:close/>
                <a:lnTo>
                  <a:pt x="133588" y="133588"/>
                </a:lnTo>
                <a:close/>
                <a:lnTo>
                  <a:pt x="135494" y="135494"/>
                </a:lnTo>
                <a:close/>
                <a:lnTo>
                  <a:pt x="137399" y="137399"/>
                </a:lnTo>
                <a:close/>
                <a:lnTo>
                  <a:pt x="139304" y="139304"/>
                </a:lnTo>
                <a:close/>
                <a:lnTo>
                  <a:pt x="141209" y="141209"/>
                </a:lnTo>
                <a:close/>
                <a:lnTo>
                  <a:pt x="143113" y="143113"/>
                </a:lnTo>
                <a:close/>
                <a:lnTo>
                  <a:pt x="145017" y="145017"/>
                </a:lnTo>
                <a:close/>
                <a:lnTo>
                  <a:pt x="146922" y="146922"/>
                </a:lnTo>
                <a:close/>
                <a:lnTo>
                  <a:pt x="148827" y="148827"/>
                </a:lnTo>
                <a:close/>
                <a:lnTo>
                  <a:pt x="150733" y="150733"/>
                </a:lnTo>
                <a:close/>
                <a:lnTo>
                  <a:pt x="152639" y="152639"/>
                </a:lnTo>
                <a:close/>
                <a:lnTo>
                  <a:pt x="154546" y="154546"/>
                </a:lnTo>
                <a:close/>
                <a:lnTo>
                  <a:pt x="156454" y="156454"/>
                </a:lnTo>
                <a:close/>
                <a:lnTo>
                  <a:pt x="158363" y="158363"/>
                </a:lnTo>
                <a:close/>
                <a:lnTo>
                  <a:pt x="160272" y="160272"/>
                </a:lnTo>
                <a:close/>
                <a:lnTo>
                  <a:pt x="162182" y="162182"/>
                </a:lnTo>
                <a:close/>
                <a:lnTo>
                  <a:pt x="164093" y="164093"/>
                </a:lnTo>
                <a:close/>
                <a:lnTo>
                  <a:pt x="166003" y="166003"/>
                </a:lnTo>
                <a:close/>
                <a:lnTo>
                  <a:pt x="167914" y="167914"/>
                </a:lnTo>
                <a:close/>
                <a:lnTo>
                  <a:pt x="169825" y="169825"/>
                </a:lnTo>
                <a:close/>
                <a:lnTo>
                  <a:pt x="171737" y="171737"/>
                </a:lnTo>
                <a:close/>
                <a:lnTo>
                  <a:pt x="173648" y="173648"/>
                </a:lnTo>
                <a:close/>
                <a:lnTo>
                  <a:pt x="175559" y="175559"/>
                </a:lnTo>
                <a:close/>
                <a:lnTo>
                  <a:pt x="177470" y="177470"/>
                </a:lnTo>
                <a:close/>
                <a:lnTo>
                  <a:pt x="179381" y="179381"/>
                </a:lnTo>
                <a:close/>
                <a:lnTo>
                  <a:pt x="181291" y="181291"/>
                </a:lnTo>
                <a:close/>
                <a:lnTo>
                  <a:pt x="183201" y="183201"/>
                </a:lnTo>
                <a:close/>
                <a:lnTo>
                  <a:pt x="185110" y="185110"/>
                </a:lnTo>
                <a:close/>
                <a:lnTo>
                  <a:pt x="187018" y="187018"/>
                </a:lnTo>
                <a:close/>
                <a:lnTo>
                  <a:pt x="188926" y="188926"/>
                </a:lnTo>
                <a:close/>
                <a:lnTo>
                  <a:pt x="190833" y="190833"/>
                </a:lnTo>
                <a:close/>
                <a:lnTo>
                  <a:pt x="192739" y="192739"/>
                </a:lnTo>
                <a:close/>
                <a:lnTo>
                  <a:pt x="194644" y="194644"/>
                </a:lnTo>
                <a:close/>
                <a:lnTo>
                  <a:pt x="196549" y="196549"/>
                </a:lnTo>
                <a:close/>
                <a:lnTo>
                  <a:pt x="198454" y="198454"/>
                </a:lnTo>
                <a:close/>
                <a:lnTo>
                  <a:pt x="200358" y="200358"/>
                </a:lnTo>
                <a:close/>
                <a:lnTo>
                  <a:pt x="202263" y="202263"/>
                </a:lnTo>
                <a:close/>
                <a:lnTo>
                  <a:pt x="204167" y="204167"/>
                </a:lnTo>
                <a:close/>
                <a:lnTo>
                  <a:pt x="206072" y="206072"/>
                </a:lnTo>
                <a:close/>
                <a:lnTo>
                  <a:pt x="207978" y="207978"/>
                </a:lnTo>
                <a:close/>
                <a:lnTo>
                  <a:pt x="209884" y="209884"/>
                </a:lnTo>
                <a:close/>
                <a:lnTo>
                  <a:pt x="211792" y="211792"/>
                </a:lnTo>
                <a:close/>
                <a:lnTo>
                  <a:pt x="213700" y="213700"/>
                </a:lnTo>
                <a:close/>
                <a:lnTo>
                  <a:pt x="215608" y="215608"/>
                </a:lnTo>
                <a:close/>
                <a:lnTo>
                  <a:pt x="217518" y="217518"/>
                </a:lnTo>
                <a:close/>
                <a:lnTo>
                  <a:pt x="219428" y="219428"/>
                </a:lnTo>
                <a:close/>
                <a:lnTo>
                  <a:pt x="221338" y="221338"/>
                </a:lnTo>
                <a:close/>
                <a:lnTo>
                  <a:pt x="223249" y="223249"/>
                </a:lnTo>
                <a:close/>
                <a:lnTo>
                  <a:pt x="225160" y="225160"/>
                </a:lnTo>
                <a:close/>
                <a:lnTo>
                  <a:pt x="227071" y="227071"/>
                </a:lnTo>
                <a:close/>
                <a:lnTo>
                  <a:pt x="228982" y="228982"/>
                </a:lnTo>
                <a:close/>
                <a:lnTo>
                  <a:pt x="230893" y="230893"/>
                </a:lnTo>
                <a:close/>
                <a:lnTo>
                  <a:pt x="232805" y="232805"/>
                </a:lnTo>
                <a:close/>
                <a:lnTo>
                  <a:pt x="234715" y="234715"/>
                </a:lnTo>
                <a:close/>
                <a:lnTo>
                  <a:pt x="236626" y="236626"/>
                </a:lnTo>
                <a:close/>
                <a:lnTo>
                  <a:pt x="238536" y="238536"/>
                </a:lnTo>
                <a:close/>
                <a:lnTo>
                  <a:pt x="240446" y="240446"/>
                </a:lnTo>
                <a:close/>
                <a:lnTo>
                  <a:pt x="242355" y="242355"/>
                </a:lnTo>
                <a:close/>
                <a:lnTo>
                  <a:pt x="244264" y="244264"/>
                </a:lnTo>
                <a:close/>
                <a:lnTo>
                  <a:pt x="246171" y="246171"/>
                </a:lnTo>
                <a:close/>
                <a:lnTo>
                  <a:pt x="248078" y="248078"/>
                </a:lnTo>
                <a:close/>
                <a:lnTo>
                  <a:pt x="249984" y="249984"/>
                </a:lnTo>
                <a:close/>
                <a:lnTo>
                  <a:pt x="251890" y="251890"/>
                </a:lnTo>
                <a:close/>
                <a:lnTo>
                  <a:pt x="253795" y="253795"/>
                </a:lnTo>
                <a:close/>
                <a:lnTo>
                  <a:pt x="255699" y="255699"/>
                </a:lnTo>
                <a:close/>
                <a:lnTo>
                  <a:pt x="257603" y="257603"/>
                </a:lnTo>
                <a:close/>
                <a:lnTo>
                  <a:pt x="259508" y="259508"/>
                </a:lnTo>
                <a:close/>
                <a:lnTo>
                  <a:pt x="261413" y="261413"/>
                </a:lnTo>
                <a:close/>
                <a:lnTo>
                  <a:pt x="263318" y="263318"/>
                </a:lnTo>
                <a:close/>
                <a:lnTo>
                  <a:pt x="265223" y="265223"/>
                </a:lnTo>
                <a:close/>
                <a:lnTo>
                  <a:pt x="267130" y="267130"/>
                </a:lnTo>
                <a:close/>
                <a:lnTo>
                  <a:pt x="269037" y="269037"/>
                </a:lnTo>
                <a:close/>
                <a:lnTo>
                  <a:pt x="270945" y="270945"/>
                </a:lnTo>
                <a:close/>
                <a:lnTo>
                  <a:pt x="272854" y="272854"/>
                </a:lnTo>
                <a:close/>
                <a:lnTo>
                  <a:pt x="274763" y="274763"/>
                </a:lnTo>
                <a:close/>
                <a:lnTo>
                  <a:pt x="276673" y="276673"/>
                </a:lnTo>
                <a:close/>
                <a:lnTo>
                  <a:pt x="278584" y="278584"/>
                </a:lnTo>
                <a:close/>
                <a:lnTo>
                  <a:pt x="280494" y="280494"/>
                </a:lnTo>
                <a:close/>
                <a:lnTo>
                  <a:pt x="282405" y="282405"/>
                </a:lnTo>
                <a:close/>
                <a:lnTo>
                  <a:pt x="284317" y="284317"/>
                </a:lnTo>
                <a:close/>
                <a:lnTo>
                  <a:pt x="286228" y="286228"/>
                </a:lnTo>
                <a:close/>
                <a:lnTo>
                  <a:pt x="288139" y="288139"/>
                </a:lnTo>
                <a:close/>
                <a:lnTo>
                  <a:pt x="290050" y="290050"/>
                </a:lnTo>
                <a:close/>
                <a:lnTo>
                  <a:pt x="291961" y="291961"/>
                </a:lnTo>
                <a:close/>
                <a:lnTo>
                  <a:pt x="293872" y="293872"/>
                </a:lnTo>
                <a:close/>
                <a:lnTo>
                  <a:pt x="295782" y="295782"/>
                </a:lnTo>
                <a:close/>
                <a:lnTo>
                  <a:pt x="297691" y="297691"/>
                </a:lnTo>
                <a:close/>
                <a:lnTo>
                  <a:pt x="299601" y="299601"/>
                </a:lnTo>
                <a:close/>
                <a:lnTo>
                  <a:pt x="301509" y="301509"/>
                </a:lnTo>
                <a:close/>
                <a:lnTo>
                  <a:pt x="303417" y="303417"/>
                </a:lnTo>
                <a:close/>
                <a:lnTo>
                  <a:pt x="305324" y="305324"/>
                </a:lnTo>
                <a:close/>
                <a:lnTo>
                  <a:pt x="307230" y="307230"/>
                </a:lnTo>
                <a:close/>
                <a:lnTo>
                  <a:pt x="309135" y="309135"/>
                </a:lnTo>
                <a:close/>
                <a:lnTo>
                  <a:pt x="311040" y="311040"/>
                </a:lnTo>
                <a:close/>
                <a:lnTo>
                  <a:pt x="312944" y="312944"/>
                </a:lnTo>
                <a:close/>
                <a:lnTo>
                  <a:pt x="314849" y="314849"/>
                </a:lnTo>
                <a:close/>
                <a:lnTo>
                  <a:pt x="316753" y="316753"/>
                </a:lnTo>
                <a:close/>
                <a:lnTo>
                  <a:pt x="318658" y="318658"/>
                </a:lnTo>
                <a:close/>
                <a:lnTo>
                  <a:pt x="320563" y="320563"/>
                </a:lnTo>
                <a:close/>
                <a:lnTo>
                  <a:pt x="322469" y="322469"/>
                </a:lnTo>
                <a:close/>
                <a:lnTo>
                  <a:pt x="324375" y="324375"/>
                </a:lnTo>
                <a:close/>
                <a:lnTo>
                  <a:pt x="326282" y="326282"/>
                </a:lnTo>
                <a:close/>
                <a:lnTo>
                  <a:pt x="328190" y="328190"/>
                </a:lnTo>
                <a:close/>
                <a:lnTo>
                  <a:pt x="330099" y="330099"/>
                </a:lnTo>
                <a:close/>
                <a:lnTo>
                  <a:pt x="332009" y="332009"/>
                </a:lnTo>
                <a:close/>
                <a:lnTo>
                  <a:pt x="333919" y="333919"/>
                </a:lnTo>
                <a:close/>
                <a:lnTo>
                  <a:pt x="335829" y="335829"/>
                </a:lnTo>
                <a:close/>
                <a:lnTo>
                  <a:pt x="337740" y="337740"/>
                </a:lnTo>
                <a:close/>
                <a:lnTo>
                  <a:pt x="339651" y="339651"/>
                </a:lnTo>
                <a:close/>
                <a:lnTo>
                  <a:pt x="341562" y="341562"/>
                </a:lnTo>
                <a:close/>
                <a:lnTo>
                  <a:pt x="343473" y="343473"/>
                </a:lnTo>
                <a:close/>
                <a:lnTo>
                  <a:pt x="345385" y="345385"/>
                </a:lnTo>
                <a:close/>
                <a:lnTo>
                  <a:pt x="347296" y="347296"/>
                </a:lnTo>
                <a:close/>
                <a:lnTo>
                  <a:pt x="349207" y="349207"/>
                </a:lnTo>
                <a:close/>
                <a:lnTo>
                  <a:pt x="351117" y="351117"/>
                </a:lnTo>
                <a:close/>
                <a:lnTo>
                  <a:pt x="353027" y="353027"/>
                </a:lnTo>
                <a:close/>
                <a:lnTo>
                  <a:pt x="354937" y="354937"/>
                </a:lnTo>
                <a:close/>
                <a:lnTo>
                  <a:pt x="356846" y="356846"/>
                </a:lnTo>
                <a:close/>
                <a:lnTo>
                  <a:pt x="358754" y="358754"/>
                </a:lnTo>
                <a:close/>
                <a:lnTo>
                  <a:pt x="360662" y="360662"/>
                </a:lnTo>
                <a:close/>
                <a:lnTo>
                  <a:pt x="362569" y="362569"/>
                </a:lnTo>
                <a:close/>
                <a:lnTo>
                  <a:pt x="364475" y="364475"/>
                </a:lnTo>
                <a:close/>
                <a:lnTo>
                  <a:pt x="366380" y="366380"/>
                </a:lnTo>
                <a:close/>
                <a:lnTo>
                  <a:pt x="368285" y="368285"/>
                </a:lnTo>
                <a:close/>
                <a:lnTo>
                  <a:pt x="370190" y="370190"/>
                </a:lnTo>
                <a:close/>
                <a:lnTo>
                  <a:pt x="372094" y="372094"/>
                </a:lnTo>
                <a:close/>
                <a:lnTo>
                  <a:pt x="373998" y="373998"/>
                </a:lnTo>
                <a:close/>
                <a:lnTo>
                  <a:pt x="375903" y="375903"/>
                </a:lnTo>
                <a:close/>
                <a:lnTo>
                  <a:pt x="377808" y="377808"/>
                </a:lnTo>
                <a:close/>
                <a:lnTo>
                  <a:pt x="379714" y="379714"/>
                </a:lnTo>
                <a:close/>
                <a:lnTo>
                  <a:pt x="381620" y="381620"/>
                </a:lnTo>
                <a:close/>
                <a:lnTo>
                  <a:pt x="383528" y="383528"/>
                </a:lnTo>
                <a:close/>
                <a:lnTo>
                  <a:pt x="385436" y="385436"/>
                </a:lnTo>
                <a:close/>
                <a:lnTo>
                  <a:pt x="387345" y="387345"/>
                </a:lnTo>
                <a:close/>
                <a:lnTo>
                  <a:pt x="389254" y="389254"/>
                </a:lnTo>
                <a:close/>
                <a:lnTo>
                  <a:pt x="391164" y="391164"/>
                </a:lnTo>
                <a:close/>
                <a:lnTo>
                  <a:pt x="393075" y="393075"/>
                </a:lnTo>
                <a:close/>
                <a:lnTo>
                  <a:pt x="394986" y="394986"/>
                </a:lnTo>
                <a:close/>
                <a:lnTo>
                  <a:pt x="396897" y="396897"/>
                </a:lnTo>
                <a:close/>
                <a:lnTo>
                  <a:pt x="398808" y="398808"/>
                </a:lnTo>
                <a:close/>
                <a:lnTo>
                  <a:pt x="400719" y="400719"/>
                </a:lnTo>
                <a:close/>
                <a:lnTo>
                  <a:pt x="402630" y="402630"/>
                </a:lnTo>
                <a:close/>
                <a:lnTo>
                  <a:pt x="404541" y="404541"/>
                </a:lnTo>
                <a:close/>
                <a:lnTo>
                  <a:pt x="406452" y="406452"/>
                </a:lnTo>
                <a:close/>
                <a:lnTo>
                  <a:pt x="408363" y="408363"/>
                </a:lnTo>
                <a:close/>
                <a:lnTo>
                  <a:pt x="410273" y="410273"/>
                </a:lnTo>
                <a:close/>
                <a:lnTo>
                  <a:pt x="412182" y="412182"/>
                </a:lnTo>
                <a:close/>
                <a:lnTo>
                  <a:pt x="414091" y="414091"/>
                </a:lnTo>
                <a:close/>
                <a:lnTo>
                  <a:pt x="416000" y="416000"/>
                </a:lnTo>
                <a:close/>
                <a:lnTo>
                  <a:pt x="417908" y="417908"/>
                </a:lnTo>
                <a:close/>
                <a:lnTo>
                  <a:pt x="419814" y="419814"/>
                </a:lnTo>
                <a:close/>
                <a:lnTo>
                  <a:pt x="421720" y="421720"/>
                </a:lnTo>
                <a:close/>
                <a:lnTo>
                  <a:pt x="423625" y="423625"/>
                </a:lnTo>
                <a:close/>
                <a:lnTo>
                  <a:pt x="425530" y="425530"/>
                </a:lnTo>
                <a:close/>
                <a:lnTo>
                  <a:pt x="427435" y="427435"/>
                </a:lnTo>
                <a:close/>
                <a:lnTo>
                  <a:pt x="429339" y="429339"/>
                </a:lnTo>
                <a:close/>
                <a:lnTo>
                  <a:pt x="431244" y="431244"/>
                </a:lnTo>
                <a:close/>
                <a:lnTo>
                  <a:pt x="433148" y="433148"/>
                </a:lnTo>
                <a:close/>
                <a:lnTo>
                  <a:pt x="435053" y="435053"/>
                </a:lnTo>
                <a:close/>
                <a:lnTo>
                  <a:pt x="436959" y="436959"/>
                </a:lnTo>
                <a:close/>
                <a:lnTo>
                  <a:pt x="438866" y="438866"/>
                </a:lnTo>
                <a:close/>
                <a:lnTo>
                  <a:pt x="440773" y="440773"/>
                </a:lnTo>
                <a:close/>
                <a:lnTo>
                  <a:pt x="442681" y="442681"/>
                </a:lnTo>
                <a:close/>
                <a:lnTo>
                  <a:pt x="444590" y="444590"/>
                </a:lnTo>
                <a:close/>
                <a:lnTo>
                  <a:pt x="446500" y="446500"/>
                </a:lnTo>
                <a:close/>
                <a:lnTo>
                  <a:pt x="448410" y="448410"/>
                </a:lnTo>
                <a:close/>
                <a:lnTo>
                  <a:pt x="450320" y="450320"/>
                </a:lnTo>
                <a:close/>
                <a:lnTo>
                  <a:pt x="452231" y="452231"/>
                </a:lnTo>
                <a:close/>
                <a:lnTo>
                  <a:pt x="454142" y="454142"/>
                </a:lnTo>
                <a:close/>
                <a:lnTo>
                  <a:pt x="456053" y="456053"/>
                </a:lnTo>
                <a:close/>
                <a:lnTo>
                  <a:pt x="457964" y="457964"/>
                </a:lnTo>
                <a:close/>
                <a:lnTo>
                  <a:pt x="459876" y="459876"/>
                </a:lnTo>
                <a:close/>
                <a:lnTo>
                  <a:pt x="461787" y="461787"/>
                </a:lnTo>
                <a:close/>
                <a:lnTo>
                  <a:pt x="463698" y="463698"/>
                </a:lnTo>
                <a:close/>
                <a:lnTo>
                  <a:pt x="465608" y="465608"/>
                </a:lnTo>
                <a:close/>
                <a:lnTo>
                  <a:pt x="467518" y="467518"/>
                </a:lnTo>
                <a:close/>
                <a:lnTo>
                  <a:pt x="469428" y="469428"/>
                </a:lnTo>
                <a:close/>
                <a:lnTo>
                  <a:pt x="471337" y="471337"/>
                </a:lnTo>
                <a:close/>
                <a:lnTo>
                  <a:pt x="473245" y="473245"/>
                </a:lnTo>
                <a:close/>
                <a:lnTo>
                  <a:pt x="475153" y="475153"/>
                </a:lnTo>
                <a:close/>
                <a:lnTo>
                  <a:pt x="477060" y="477060"/>
                </a:lnTo>
                <a:close/>
                <a:lnTo>
                  <a:pt x="478965" y="478965"/>
                </a:lnTo>
                <a:close/>
                <a:lnTo>
                  <a:pt x="480871" y="480871"/>
                </a:lnTo>
                <a:close/>
                <a:lnTo>
                  <a:pt x="482776" y="482776"/>
                </a:lnTo>
                <a:close/>
                <a:lnTo>
                  <a:pt x="484680" y="484680"/>
                </a:lnTo>
                <a:close/>
                <a:lnTo>
                  <a:pt x="486584" y="486584"/>
                </a:lnTo>
                <a:close/>
                <a:lnTo>
                  <a:pt x="488489" y="488489"/>
                </a:lnTo>
                <a:close/>
                <a:lnTo>
                  <a:pt x="490394" y="490394"/>
                </a:lnTo>
                <a:close/>
                <a:lnTo>
                  <a:pt x="492299" y="492299"/>
                </a:lnTo>
                <a:close/>
                <a:lnTo>
                  <a:pt x="494204" y="494204"/>
                </a:lnTo>
                <a:close/>
                <a:lnTo>
                  <a:pt x="496111" y="496111"/>
                </a:lnTo>
                <a:close/>
                <a:lnTo>
                  <a:pt x="498019" y="498019"/>
                </a:lnTo>
                <a:close/>
                <a:lnTo>
                  <a:pt x="499927" y="499927"/>
                </a:lnTo>
                <a:close/>
                <a:lnTo>
                  <a:pt x="501836" y="501836"/>
                </a:lnTo>
                <a:close/>
                <a:lnTo>
                  <a:pt x="503745" y="503745"/>
                </a:lnTo>
                <a:close/>
                <a:lnTo>
                  <a:pt x="505655" y="505655"/>
                </a:lnTo>
                <a:close/>
                <a:lnTo>
                  <a:pt x="507566" y="507566"/>
                </a:lnTo>
                <a:close/>
                <a:lnTo>
                  <a:pt x="509477" y="509477"/>
                </a:lnTo>
                <a:close/>
                <a:lnTo>
                  <a:pt x="511388" y="511388"/>
                </a:lnTo>
                <a:close/>
                <a:lnTo>
                  <a:pt x="513299" y="513299"/>
                </a:lnTo>
                <a:close/>
                <a:lnTo>
                  <a:pt x="515210" y="515210"/>
                </a:lnTo>
                <a:close/>
                <a:lnTo>
                  <a:pt x="517121" y="517121"/>
                </a:lnTo>
                <a:close/>
                <a:lnTo>
                  <a:pt x="519032" y="519032"/>
                </a:lnTo>
                <a:close/>
                <a:lnTo>
                  <a:pt x="520943" y="520943"/>
                </a:lnTo>
                <a:close/>
                <a:lnTo>
                  <a:pt x="522854" y="522854"/>
                </a:lnTo>
                <a:close/>
                <a:lnTo>
                  <a:pt x="524764" y="524764"/>
                </a:lnTo>
                <a:close/>
                <a:lnTo>
                  <a:pt x="526673" y="526673"/>
                </a:lnTo>
                <a:close/>
                <a:lnTo>
                  <a:pt x="528582" y="528582"/>
                </a:lnTo>
                <a:close/>
                <a:lnTo>
                  <a:pt x="530491" y="530491"/>
                </a:lnTo>
                <a:close/>
                <a:lnTo>
                  <a:pt x="532398" y="532398"/>
                </a:lnTo>
                <a:close/>
                <a:lnTo>
                  <a:pt x="534305" y="534305"/>
                </a:lnTo>
                <a:close/>
                <a:lnTo>
                  <a:pt x="536211" y="536211"/>
                </a:lnTo>
                <a:close/>
                <a:lnTo>
                  <a:pt x="538116" y="538116"/>
                </a:lnTo>
                <a:close/>
                <a:lnTo>
                  <a:pt x="540021" y="540021"/>
                </a:lnTo>
                <a:close/>
                <a:lnTo>
                  <a:pt x="541925" y="541925"/>
                </a:lnTo>
                <a:close/>
                <a:lnTo>
                  <a:pt x="543830" y="543830"/>
                </a:lnTo>
                <a:close/>
                <a:lnTo>
                  <a:pt x="545734" y="545734"/>
                </a:lnTo>
                <a:close/>
                <a:lnTo>
                  <a:pt x="547639" y="547639"/>
                </a:lnTo>
                <a:close/>
                <a:lnTo>
                  <a:pt x="549544" y="549544"/>
                </a:lnTo>
                <a:close/>
                <a:lnTo>
                  <a:pt x="551450" y="551450"/>
                </a:lnTo>
                <a:close/>
                <a:lnTo>
                  <a:pt x="553356" y="553356"/>
                </a:lnTo>
                <a:close/>
                <a:lnTo>
                  <a:pt x="555264" y="555264"/>
                </a:lnTo>
                <a:close/>
                <a:lnTo>
                  <a:pt x="557172" y="557172"/>
                </a:lnTo>
                <a:close/>
                <a:lnTo>
                  <a:pt x="559081" y="559081"/>
                </a:lnTo>
                <a:close/>
                <a:lnTo>
                  <a:pt x="560991" y="560991"/>
                </a:lnTo>
                <a:close/>
                <a:lnTo>
                  <a:pt x="562901" y="562901"/>
                </a:lnTo>
                <a:close/>
                <a:lnTo>
                  <a:pt x="564811" y="564811"/>
                </a:lnTo>
                <a:close/>
                <a:lnTo>
                  <a:pt x="566722" y="566722"/>
                </a:lnTo>
                <a:close/>
                <a:lnTo>
                  <a:pt x="568633" y="568633"/>
                </a:lnTo>
                <a:close/>
                <a:lnTo>
                  <a:pt x="570544" y="570544"/>
                </a:lnTo>
                <a:close/>
                <a:lnTo>
                  <a:pt x="572456" y="572456"/>
                </a:lnTo>
                <a:close/>
                <a:lnTo>
                  <a:pt x="574367" y="574367"/>
                </a:lnTo>
                <a:close/>
                <a:lnTo>
                  <a:pt x="576278" y="576278"/>
                </a:lnTo>
                <a:close/>
                <a:lnTo>
                  <a:pt x="578189" y="578189"/>
                </a:lnTo>
                <a:close/>
                <a:lnTo>
                  <a:pt x="580099" y="580099"/>
                </a:lnTo>
                <a:close/>
                <a:lnTo>
                  <a:pt x="582009" y="582009"/>
                </a:lnTo>
                <a:close/>
                <a:lnTo>
                  <a:pt x="583919" y="583919"/>
                </a:lnTo>
                <a:close/>
                <a:lnTo>
                  <a:pt x="585828" y="585828"/>
                </a:lnTo>
                <a:close/>
                <a:lnTo>
                  <a:pt x="587736" y="587736"/>
                </a:lnTo>
                <a:close/>
                <a:lnTo>
                  <a:pt x="589644" y="589644"/>
                </a:lnTo>
                <a:close/>
                <a:lnTo>
                  <a:pt x="591550" y="591550"/>
                </a:lnTo>
                <a:close/>
                <a:lnTo>
                  <a:pt x="593456" y="593456"/>
                </a:lnTo>
                <a:close/>
                <a:lnTo>
                  <a:pt x="595361" y="595361"/>
                </a:lnTo>
                <a:close/>
                <a:lnTo>
                  <a:pt x="597266" y="597266"/>
                </a:lnTo>
                <a:close/>
                <a:lnTo>
                  <a:pt x="599170" y="599170"/>
                </a:lnTo>
                <a:close/>
                <a:lnTo>
                  <a:pt x="601075" y="601075"/>
                </a:lnTo>
                <a:close/>
                <a:lnTo>
                  <a:pt x="602979" y="602979"/>
                </a:lnTo>
                <a:close/>
                <a:lnTo>
                  <a:pt x="604884" y="604884"/>
                </a:lnTo>
                <a:close/>
                <a:lnTo>
                  <a:pt x="606789" y="606789"/>
                </a:lnTo>
                <a:close/>
                <a:lnTo>
                  <a:pt x="608695" y="608695"/>
                </a:lnTo>
                <a:close/>
                <a:lnTo>
                  <a:pt x="610602" y="610602"/>
                </a:lnTo>
                <a:close/>
                <a:lnTo>
                  <a:pt x="612509" y="612509"/>
                </a:lnTo>
                <a:close/>
                <a:lnTo>
                  <a:pt x="614418" y="614418"/>
                </a:lnTo>
                <a:close/>
                <a:lnTo>
                  <a:pt x="616327" y="616327"/>
                </a:lnTo>
                <a:close/>
                <a:lnTo>
                  <a:pt x="618236" y="618236"/>
                </a:lnTo>
                <a:close/>
                <a:lnTo>
                  <a:pt x="620146" y="620146"/>
                </a:lnTo>
                <a:close/>
                <a:lnTo>
                  <a:pt x="622057" y="622057"/>
                </a:lnTo>
                <a:close/>
                <a:lnTo>
                  <a:pt x="623968" y="623968"/>
                </a:lnTo>
                <a:close/>
                <a:lnTo>
                  <a:pt x="625879" y="625879"/>
                </a:lnTo>
                <a:close/>
                <a:lnTo>
                  <a:pt x="627790" y="627790"/>
                </a:lnTo>
                <a:close/>
                <a:lnTo>
                  <a:pt x="629701" y="629701"/>
                </a:lnTo>
                <a:close/>
                <a:lnTo>
                  <a:pt x="631612" y="631612"/>
                </a:lnTo>
                <a:close/>
                <a:lnTo>
                  <a:pt x="633523" y="633523"/>
                </a:lnTo>
                <a:close/>
                <a:lnTo>
                  <a:pt x="635434" y="635434"/>
                </a:lnTo>
                <a:close/>
                <a:lnTo>
                  <a:pt x="637345" y="637345"/>
                </a:lnTo>
                <a:close/>
                <a:lnTo>
                  <a:pt x="639255" y="639255"/>
                </a:lnTo>
                <a:close/>
                <a:lnTo>
                  <a:pt x="641164" y="641164"/>
                </a:lnTo>
                <a:close/>
                <a:lnTo>
                  <a:pt x="643073" y="643073"/>
                </a:lnTo>
                <a:close/>
                <a:lnTo>
                  <a:pt x="644981" y="644981"/>
                </a:lnTo>
                <a:close/>
                <a:lnTo>
                  <a:pt x="646889" y="646889"/>
                </a:lnTo>
                <a:close/>
                <a:lnTo>
                  <a:pt x="648796" y="648796"/>
                </a:lnTo>
                <a:close/>
                <a:lnTo>
                  <a:pt x="650701" y="650701"/>
                </a:lnTo>
                <a:close/>
                <a:lnTo>
                  <a:pt x="652606" y="652606"/>
                </a:lnTo>
                <a:close/>
                <a:lnTo>
                  <a:pt x="654511" y="654511"/>
                </a:lnTo>
                <a:close/>
                <a:lnTo>
                  <a:pt x="656416" y="656416"/>
                </a:lnTo>
                <a:close/>
                <a:lnTo>
                  <a:pt x="658320" y="658320"/>
                </a:lnTo>
                <a:close/>
                <a:lnTo>
                  <a:pt x="660224" y="660224"/>
                </a:lnTo>
                <a:close/>
                <a:lnTo>
                  <a:pt x="662129" y="662129"/>
                </a:lnTo>
                <a:close/>
                <a:lnTo>
                  <a:pt x="664035" y="664035"/>
                </a:lnTo>
                <a:close/>
                <a:lnTo>
                  <a:pt x="665940" y="665940"/>
                </a:lnTo>
                <a:close/>
                <a:lnTo>
                  <a:pt x="667847" y="667847"/>
                </a:lnTo>
                <a:close/>
                <a:lnTo>
                  <a:pt x="669755" y="669755"/>
                </a:lnTo>
                <a:close/>
                <a:lnTo>
                  <a:pt x="671663" y="671663"/>
                </a:lnTo>
                <a:close/>
                <a:lnTo>
                  <a:pt x="673572" y="673572"/>
                </a:lnTo>
                <a:close/>
                <a:lnTo>
                  <a:pt x="675482" y="675482"/>
                </a:lnTo>
                <a:close/>
                <a:lnTo>
                  <a:pt x="677392" y="677392"/>
                </a:lnTo>
                <a:close/>
                <a:lnTo>
                  <a:pt x="679302" y="679302"/>
                </a:lnTo>
                <a:close/>
                <a:lnTo>
                  <a:pt x="681213" y="681213"/>
                </a:lnTo>
                <a:close/>
                <a:lnTo>
                  <a:pt x="683124" y="683124"/>
                </a:lnTo>
                <a:close/>
                <a:lnTo>
                  <a:pt x="685036" y="685036"/>
                </a:lnTo>
                <a:close/>
                <a:lnTo>
                  <a:pt x="686947" y="686947"/>
                </a:lnTo>
                <a:close/>
                <a:lnTo>
                  <a:pt x="688858" y="688858"/>
                </a:lnTo>
                <a:close/>
                <a:lnTo>
                  <a:pt x="690769" y="690769"/>
                </a:lnTo>
                <a:close/>
                <a:lnTo>
                  <a:pt x="692680" y="692680"/>
                </a:lnTo>
                <a:close/>
                <a:lnTo>
                  <a:pt x="694590" y="694590"/>
                </a:lnTo>
                <a:close/>
                <a:lnTo>
                  <a:pt x="696500" y="696500"/>
                </a:lnTo>
                <a:close/>
                <a:lnTo>
                  <a:pt x="698410" y="698410"/>
                </a:lnTo>
                <a:close/>
                <a:lnTo>
                  <a:pt x="700319" y="700319"/>
                </a:lnTo>
                <a:close/>
                <a:lnTo>
                  <a:pt x="702227" y="702227"/>
                </a:lnTo>
                <a:close/>
                <a:lnTo>
                  <a:pt x="704134" y="704134"/>
                </a:lnTo>
                <a:close/>
                <a:lnTo>
                  <a:pt x="706041" y="706041"/>
                </a:lnTo>
                <a:close/>
                <a:lnTo>
                  <a:pt x="707947" y="707947"/>
                </a:lnTo>
                <a:close/>
                <a:lnTo>
                  <a:pt x="709852" y="709852"/>
                </a:lnTo>
                <a:close/>
                <a:lnTo>
                  <a:pt x="711756" y="711756"/>
                </a:lnTo>
                <a:close/>
                <a:lnTo>
                  <a:pt x="713661" y="713661"/>
                </a:lnTo>
                <a:close/>
                <a:lnTo>
                  <a:pt x="715565" y="715565"/>
                </a:lnTo>
                <a:close/>
                <a:lnTo>
                  <a:pt x="717470" y="717470"/>
                </a:lnTo>
                <a:close/>
                <a:lnTo>
                  <a:pt x="719375" y="719375"/>
                </a:lnTo>
                <a:close/>
                <a:lnTo>
                  <a:pt x="721280" y="721280"/>
                </a:lnTo>
                <a:close/>
                <a:lnTo>
                  <a:pt x="723186" y="723186"/>
                </a:lnTo>
                <a:close/>
                <a:lnTo>
                  <a:pt x="725092" y="725092"/>
                </a:lnTo>
                <a:close/>
                <a:lnTo>
                  <a:pt x="727000" y="727000"/>
                </a:lnTo>
                <a:close/>
                <a:lnTo>
                  <a:pt x="728909" y="728909"/>
                </a:lnTo>
                <a:close/>
                <a:lnTo>
                  <a:pt x="730818" y="730818"/>
                </a:lnTo>
                <a:close/>
                <a:lnTo>
                  <a:pt x="732727" y="732727"/>
                </a:lnTo>
                <a:close/>
                <a:lnTo>
                  <a:pt x="734637" y="734637"/>
                </a:lnTo>
                <a:close/>
                <a:lnTo>
                  <a:pt x="736548" y="736548"/>
                </a:lnTo>
                <a:close/>
                <a:lnTo>
                  <a:pt x="738459" y="738459"/>
                </a:lnTo>
                <a:close/>
                <a:lnTo>
                  <a:pt x="740370" y="740370"/>
                </a:lnTo>
                <a:close/>
                <a:lnTo>
                  <a:pt x="742281" y="742281"/>
                </a:lnTo>
                <a:close/>
                <a:lnTo>
                  <a:pt x="744192" y="744192"/>
                </a:lnTo>
                <a:close/>
                <a:lnTo>
                  <a:pt x="746103" y="746103"/>
                </a:lnTo>
                <a:close/>
                <a:lnTo>
                  <a:pt x="748014" y="748014"/>
                </a:lnTo>
                <a:close/>
                <a:lnTo>
                  <a:pt x="749925" y="749925"/>
                </a:lnTo>
                <a:close/>
                <a:lnTo>
                  <a:pt x="751836" y="751836"/>
                </a:lnTo>
                <a:close/>
                <a:lnTo>
                  <a:pt x="753746" y="753746"/>
                </a:lnTo>
                <a:close/>
                <a:lnTo>
                  <a:pt x="755655" y="755655"/>
                </a:lnTo>
                <a:close/>
                <a:lnTo>
                  <a:pt x="757564" y="757564"/>
                </a:lnTo>
                <a:close/>
                <a:lnTo>
                  <a:pt x="759472" y="759472"/>
                </a:lnTo>
                <a:close/>
                <a:lnTo>
                  <a:pt x="761380" y="761380"/>
                </a:lnTo>
                <a:close/>
                <a:lnTo>
                  <a:pt x="763286" y="763286"/>
                </a:lnTo>
                <a:close/>
                <a:lnTo>
                  <a:pt x="765192" y="765192"/>
                </a:lnTo>
                <a:close/>
                <a:lnTo>
                  <a:pt x="767097" y="767097"/>
                </a:lnTo>
                <a:close/>
                <a:lnTo>
                  <a:pt x="769002" y="769002"/>
                </a:lnTo>
                <a:close/>
                <a:lnTo>
                  <a:pt x="770906" y="770906"/>
                </a:lnTo>
                <a:close/>
                <a:lnTo>
                  <a:pt x="772810" y="772810"/>
                </a:lnTo>
                <a:close/>
                <a:lnTo>
                  <a:pt x="774715" y="774715"/>
                </a:lnTo>
                <a:close/>
                <a:lnTo>
                  <a:pt x="776620" y="776620"/>
                </a:lnTo>
                <a:close/>
                <a:lnTo>
                  <a:pt x="778525" y="778525"/>
                </a:lnTo>
                <a:close/>
                <a:lnTo>
                  <a:pt x="780431" y="780431"/>
                </a:lnTo>
                <a:close/>
                <a:lnTo>
                  <a:pt x="782338" y="782338"/>
                </a:lnTo>
                <a:close/>
                <a:lnTo>
                  <a:pt x="784246" y="784246"/>
                </a:lnTo>
                <a:close/>
                <a:lnTo>
                  <a:pt x="786154" y="786154"/>
                </a:lnTo>
                <a:close/>
                <a:lnTo>
                  <a:pt x="788063" y="788063"/>
                </a:lnTo>
                <a:close/>
                <a:lnTo>
                  <a:pt x="789973" y="789973"/>
                </a:lnTo>
                <a:close/>
                <a:lnTo>
                  <a:pt x="791883" y="791883"/>
                </a:lnTo>
                <a:close/>
                <a:lnTo>
                  <a:pt x="793793" y="793793"/>
                </a:lnTo>
                <a:close/>
                <a:lnTo>
                  <a:pt x="795704" y="795704"/>
                </a:lnTo>
                <a:close/>
                <a:lnTo>
                  <a:pt x="797615" y="797615"/>
                </a:lnTo>
                <a:close/>
                <a:lnTo>
                  <a:pt x="799527" y="799527"/>
                </a:lnTo>
                <a:close/>
                <a:lnTo>
                  <a:pt x="801438" y="801438"/>
                </a:lnTo>
                <a:close/>
                <a:lnTo>
                  <a:pt x="803349" y="803349"/>
                </a:lnTo>
                <a:close/>
                <a:lnTo>
                  <a:pt x="805260" y="805260"/>
                </a:lnTo>
                <a:close/>
                <a:lnTo>
                  <a:pt x="807171" y="807171"/>
                </a:lnTo>
                <a:close/>
                <a:lnTo>
                  <a:pt x="809081" y="809081"/>
                </a:lnTo>
                <a:close/>
                <a:lnTo>
                  <a:pt x="810991" y="810991"/>
                </a:lnTo>
                <a:close/>
                <a:lnTo>
                  <a:pt x="812901" y="812901"/>
                </a:lnTo>
                <a:close/>
                <a:lnTo>
                  <a:pt x="814810" y="814810"/>
                </a:lnTo>
                <a:close/>
                <a:lnTo>
                  <a:pt x="816718" y="816718"/>
                </a:lnTo>
                <a:close/>
                <a:lnTo>
                  <a:pt x="818625" y="818625"/>
                </a:lnTo>
                <a:close/>
                <a:lnTo>
                  <a:pt x="820531" y="820531"/>
                </a:lnTo>
                <a:close/>
                <a:lnTo>
                  <a:pt x="822437" y="822437"/>
                </a:lnTo>
                <a:close/>
                <a:lnTo>
                  <a:pt x="824342" y="824342"/>
                </a:lnTo>
                <a:close/>
                <a:lnTo>
                  <a:pt x="826247" y="826247"/>
                </a:lnTo>
                <a:close/>
                <a:lnTo>
                  <a:pt x="828151" y="828151"/>
                </a:lnTo>
                <a:close/>
                <a:lnTo>
                  <a:pt x="830056" y="830056"/>
                </a:lnTo>
                <a:close/>
                <a:lnTo>
                  <a:pt x="831960" y="831960"/>
                </a:lnTo>
                <a:close/>
                <a:lnTo>
                  <a:pt x="833865" y="833865"/>
                </a:lnTo>
                <a:close/>
                <a:lnTo>
                  <a:pt x="835770" y="835770"/>
                </a:lnTo>
                <a:close/>
                <a:lnTo>
                  <a:pt x="837676" y="837676"/>
                </a:lnTo>
                <a:close/>
                <a:lnTo>
                  <a:pt x="839583" y="839583"/>
                </a:lnTo>
                <a:close/>
                <a:lnTo>
                  <a:pt x="841491" y="841491"/>
                </a:lnTo>
                <a:close/>
                <a:lnTo>
                  <a:pt x="843399" y="843399"/>
                </a:lnTo>
                <a:close/>
                <a:lnTo>
                  <a:pt x="845309" y="845309"/>
                </a:lnTo>
                <a:close/>
                <a:lnTo>
                  <a:pt x="847218" y="847218"/>
                </a:lnTo>
                <a:close/>
                <a:lnTo>
                  <a:pt x="849128" y="849128"/>
                </a:lnTo>
                <a:close/>
                <a:lnTo>
                  <a:pt x="851039" y="851039"/>
                </a:lnTo>
                <a:close/>
                <a:lnTo>
                  <a:pt x="852950" y="852950"/>
                </a:lnTo>
                <a:close/>
                <a:lnTo>
                  <a:pt x="854861" y="854861"/>
                </a:lnTo>
                <a:close/>
                <a:lnTo>
                  <a:pt x="856772" y="856772"/>
                </a:lnTo>
                <a:close/>
                <a:lnTo>
                  <a:pt x="858683" y="858683"/>
                </a:lnTo>
                <a:close/>
                <a:lnTo>
                  <a:pt x="860595" y="860595"/>
                </a:lnTo>
                <a:close/>
                <a:lnTo>
                  <a:pt x="862506" y="862506"/>
                </a:lnTo>
                <a:close/>
                <a:lnTo>
                  <a:pt x="864416" y="864416"/>
                </a:lnTo>
                <a:close/>
                <a:lnTo>
                  <a:pt x="866327" y="866327"/>
                </a:lnTo>
                <a:close/>
                <a:lnTo>
                  <a:pt x="868237" y="868237"/>
                </a:lnTo>
                <a:close/>
                <a:lnTo>
                  <a:pt x="870146" y="870146"/>
                </a:lnTo>
                <a:close/>
                <a:lnTo>
                  <a:pt x="872055" y="872055"/>
                </a:lnTo>
                <a:close/>
                <a:lnTo>
                  <a:pt x="873963" y="873963"/>
                </a:lnTo>
                <a:close/>
                <a:lnTo>
                  <a:pt x="875870" y="875870"/>
                </a:lnTo>
                <a:close/>
                <a:lnTo>
                  <a:pt x="877777" y="877777"/>
                </a:lnTo>
                <a:close/>
                <a:lnTo>
                  <a:pt x="879682" y="879682"/>
                </a:lnTo>
                <a:close/>
                <a:lnTo>
                  <a:pt x="881587" y="881587"/>
                </a:lnTo>
                <a:close/>
                <a:lnTo>
                  <a:pt x="883492" y="883492"/>
                </a:lnTo>
                <a:close/>
                <a:lnTo>
                  <a:pt x="885397" y="885397"/>
                </a:lnTo>
                <a:close/>
                <a:lnTo>
                  <a:pt x="887301" y="887301"/>
                </a:lnTo>
                <a:close/>
                <a:lnTo>
                  <a:pt x="889205" y="889205"/>
                </a:lnTo>
                <a:close/>
                <a:lnTo>
                  <a:pt x="891110" y="891110"/>
                </a:lnTo>
                <a:close/>
                <a:lnTo>
                  <a:pt x="893016" y="893016"/>
                </a:lnTo>
                <a:close/>
                <a:lnTo>
                  <a:pt x="894922" y="894922"/>
                </a:lnTo>
                <a:close/>
                <a:lnTo>
                  <a:pt x="896829" y="896829"/>
                </a:lnTo>
                <a:close/>
                <a:lnTo>
                  <a:pt x="898736" y="898736"/>
                </a:lnTo>
                <a:close/>
                <a:lnTo>
                  <a:pt x="900645" y="900645"/>
                </a:lnTo>
                <a:close/>
                <a:lnTo>
                  <a:pt x="902554" y="902554"/>
                </a:lnTo>
                <a:close/>
                <a:lnTo>
                  <a:pt x="904464" y="904464"/>
                </a:lnTo>
                <a:close/>
                <a:lnTo>
                  <a:pt x="906374" y="906374"/>
                </a:lnTo>
                <a:close/>
                <a:lnTo>
                  <a:pt x="908285" y="908285"/>
                </a:lnTo>
                <a:close/>
                <a:lnTo>
                  <a:pt x="910195" y="910195"/>
                </a:lnTo>
                <a:close/>
                <a:lnTo>
                  <a:pt x="912107" y="912107"/>
                </a:lnTo>
                <a:close/>
                <a:lnTo>
                  <a:pt x="914018" y="914018"/>
                </a:lnTo>
                <a:close/>
                <a:lnTo>
                  <a:pt x="915929" y="915929"/>
                </a:lnTo>
                <a:close/>
                <a:lnTo>
                  <a:pt x="917840" y="917840"/>
                </a:lnTo>
                <a:close/>
                <a:lnTo>
                  <a:pt x="919751" y="919751"/>
                </a:lnTo>
                <a:close/>
                <a:lnTo>
                  <a:pt x="921662" y="921662"/>
                </a:lnTo>
                <a:close/>
                <a:lnTo>
                  <a:pt x="923572" y="923572"/>
                </a:lnTo>
                <a:close/>
                <a:lnTo>
                  <a:pt x="925482" y="925482"/>
                </a:lnTo>
                <a:close/>
                <a:lnTo>
                  <a:pt x="927392" y="927392"/>
                </a:lnTo>
                <a:close/>
                <a:lnTo>
                  <a:pt x="929300" y="929300"/>
                </a:lnTo>
                <a:close/>
                <a:lnTo>
                  <a:pt x="931208" y="931208"/>
                </a:lnTo>
                <a:close/>
                <a:lnTo>
                  <a:pt x="933116" y="933116"/>
                </a:lnTo>
                <a:close/>
                <a:lnTo>
                  <a:pt x="935022" y="935022"/>
                </a:lnTo>
                <a:close/>
                <a:lnTo>
                  <a:pt x="936928" y="936928"/>
                </a:lnTo>
                <a:close/>
                <a:lnTo>
                  <a:pt x="938833" y="938833"/>
                </a:lnTo>
                <a:close/>
                <a:lnTo>
                  <a:pt x="940737" y="940737"/>
                </a:lnTo>
                <a:close/>
                <a:lnTo>
                  <a:pt x="942642" y="942642"/>
                </a:lnTo>
                <a:close/>
                <a:lnTo>
                  <a:pt x="944546" y="944546"/>
                </a:lnTo>
                <a:close/>
                <a:lnTo>
                  <a:pt x="946451" y="946451"/>
                </a:lnTo>
                <a:close/>
                <a:lnTo>
                  <a:pt x="948356" y="948356"/>
                </a:lnTo>
                <a:close/>
                <a:lnTo>
                  <a:pt x="950261" y="950261"/>
                </a:lnTo>
                <a:close/>
                <a:lnTo>
                  <a:pt x="952167" y="952167"/>
                </a:lnTo>
                <a:close/>
                <a:lnTo>
                  <a:pt x="954074" y="954074"/>
                </a:lnTo>
                <a:close/>
                <a:lnTo>
                  <a:pt x="955982" y="955982"/>
                </a:lnTo>
                <a:close/>
                <a:lnTo>
                  <a:pt x="957890" y="957890"/>
                </a:lnTo>
                <a:close/>
                <a:lnTo>
                  <a:pt x="959799" y="959799"/>
                </a:lnTo>
                <a:close/>
                <a:lnTo>
                  <a:pt x="961709" y="961709"/>
                </a:lnTo>
                <a:close/>
                <a:lnTo>
                  <a:pt x="963619" y="963619"/>
                </a:lnTo>
                <a:close/>
                <a:lnTo>
                  <a:pt x="965530" y="965530"/>
                </a:lnTo>
                <a:close/>
                <a:lnTo>
                  <a:pt x="967441" y="967441"/>
                </a:lnTo>
                <a:close/>
                <a:lnTo>
                  <a:pt x="969352" y="969352"/>
                </a:lnTo>
                <a:close/>
                <a:lnTo>
                  <a:pt x="971263" y="971263"/>
                </a:lnTo>
                <a:close/>
                <a:lnTo>
                  <a:pt x="973175" y="973175"/>
                </a:lnTo>
                <a:close/>
                <a:lnTo>
                  <a:pt x="975086" y="975086"/>
                </a:lnTo>
                <a:close/>
                <a:lnTo>
                  <a:pt x="976997" y="976997"/>
                </a:lnTo>
                <a:close/>
                <a:lnTo>
                  <a:pt x="978907" y="978907"/>
                </a:lnTo>
                <a:close/>
                <a:lnTo>
                  <a:pt x="980818" y="980818"/>
                </a:lnTo>
                <a:close/>
                <a:lnTo>
                  <a:pt x="982728" y="982728"/>
                </a:lnTo>
                <a:close/>
                <a:lnTo>
                  <a:pt x="984637" y="984637"/>
                </a:lnTo>
                <a:close/>
                <a:lnTo>
                  <a:pt x="986546" y="986546"/>
                </a:lnTo>
                <a:close/>
                <a:lnTo>
                  <a:pt x="988454" y="988454"/>
                </a:lnTo>
                <a:close/>
                <a:lnTo>
                  <a:pt x="990361" y="990361"/>
                </a:lnTo>
                <a:close/>
                <a:lnTo>
                  <a:pt x="992267" y="992267"/>
                </a:lnTo>
                <a:close/>
                <a:lnTo>
                  <a:pt x="994173" y="994173"/>
                </a:lnTo>
                <a:close/>
                <a:lnTo>
                  <a:pt x="996078" y="996078"/>
                </a:lnTo>
                <a:close/>
                <a:lnTo>
                  <a:pt x="997983" y="997983"/>
                </a:lnTo>
                <a:close/>
                <a:lnTo>
                  <a:pt x="999887" y="999887"/>
                </a:lnTo>
                <a:close/>
                <a:lnTo>
                  <a:pt x="1001791" y="1001791"/>
                </a:lnTo>
                <a:close/>
                <a:lnTo>
                  <a:pt x="1003696" y="1003696"/>
                </a:lnTo>
                <a:close/>
                <a:lnTo>
                  <a:pt x="1005601" y="1005601"/>
                </a:lnTo>
                <a:close/>
                <a:lnTo>
                  <a:pt x="1007506" y="1007506"/>
                </a:lnTo>
                <a:close/>
                <a:lnTo>
                  <a:pt x="1009412" y="1009412"/>
                </a:lnTo>
                <a:close/>
                <a:lnTo>
                  <a:pt x="1011319" y="1011319"/>
                </a:lnTo>
                <a:close/>
                <a:lnTo>
                  <a:pt x="1013227" y="1013227"/>
                </a:lnTo>
                <a:close/>
                <a:lnTo>
                  <a:pt x="1015136" y="1015136"/>
                </a:lnTo>
                <a:close/>
                <a:lnTo>
                  <a:pt x="1017045" y="1017045"/>
                </a:lnTo>
                <a:close/>
                <a:lnTo>
                  <a:pt x="1018955" y="1018955"/>
                </a:lnTo>
                <a:close/>
                <a:lnTo>
                  <a:pt x="1020865" y="1020865"/>
                </a:lnTo>
                <a:close/>
                <a:lnTo>
                  <a:pt x="1022776" y="1022776"/>
                </a:lnTo>
                <a:close/>
                <a:lnTo>
                  <a:pt x="1024687" y="1024687"/>
                </a:lnTo>
                <a:close/>
                <a:lnTo>
                  <a:pt x="1026598" y="1026598"/>
                </a:lnTo>
                <a:close/>
                <a:lnTo>
                  <a:pt x="1028509" y="1028509"/>
                </a:lnTo>
                <a:close/>
                <a:lnTo>
                  <a:pt x="1030420" y="1030420"/>
                </a:lnTo>
                <a:close/>
                <a:lnTo>
                  <a:pt x="1032331" y="1032331"/>
                </a:lnTo>
                <a:close/>
                <a:lnTo>
                  <a:pt x="1034242" y="1034242"/>
                </a:lnTo>
                <a:close/>
                <a:lnTo>
                  <a:pt x="1036153" y="1036153"/>
                </a:lnTo>
                <a:close/>
                <a:lnTo>
                  <a:pt x="1038063" y="1038063"/>
                </a:lnTo>
                <a:close/>
                <a:lnTo>
                  <a:pt x="1039973" y="1039973"/>
                </a:lnTo>
                <a:close/>
                <a:lnTo>
                  <a:pt x="1041882" y="1041882"/>
                </a:lnTo>
                <a:close/>
                <a:lnTo>
                  <a:pt x="1043791" y="1043791"/>
                </a:lnTo>
                <a:close/>
                <a:lnTo>
                  <a:pt x="1045699" y="1045699"/>
                </a:lnTo>
                <a:close/>
                <a:lnTo>
                  <a:pt x="1047606" y="1047606"/>
                </a:lnTo>
                <a:close/>
                <a:lnTo>
                  <a:pt x="1049513" y="1049513"/>
                </a:lnTo>
                <a:close/>
                <a:lnTo>
                  <a:pt x="1051418" y="1051418"/>
                </a:lnTo>
                <a:close/>
                <a:lnTo>
                  <a:pt x="1053323" y="1053323"/>
                </a:lnTo>
                <a:close/>
                <a:lnTo>
                  <a:pt x="1055228" y="1055228"/>
                </a:lnTo>
                <a:close/>
                <a:lnTo>
                  <a:pt x="1057132" y="1057132"/>
                </a:lnTo>
                <a:close/>
                <a:lnTo>
                  <a:pt x="1059037" y="1059037"/>
                </a:lnTo>
                <a:close/>
                <a:lnTo>
                  <a:pt x="1060941" y="1060941"/>
                </a:lnTo>
                <a:close/>
                <a:lnTo>
                  <a:pt x="1062846" y="1062846"/>
                </a:lnTo>
                <a:close/>
                <a:lnTo>
                  <a:pt x="1064751" y="1064751"/>
                </a:lnTo>
                <a:close/>
                <a:lnTo>
                  <a:pt x="1066658" y="1066658"/>
                </a:lnTo>
                <a:close/>
                <a:lnTo>
                  <a:pt x="1068565" y="1068565"/>
                </a:lnTo>
                <a:close/>
                <a:lnTo>
                  <a:pt x="1070473" y="1070473"/>
                </a:lnTo>
                <a:close/>
                <a:lnTo>
                  <a:pt x="1072381" y="1072381"/>
                </a:lnTo>
                <a:close/>
                <a:lnTo>
                  <a:pt x="1074291" y="1074291"/>
                </a:lnTo>
                <a:close/>
                <a:lnTo>
                  <a:pt x="1076200" y="1076200"/>
                </a:lnTo>
                <a:close/>
                <a:lnTo>
                  <a:pt x="1078111" y="1078111"/>
                </a:lnTo>
                <a:close/>
                <a:lnTo>
                  <a:pt x="1080021" y="1080021"/>
                </a:lnTo>
                <a:close/>
                <a:lnTo>
                  <a:pt x="1081932" y="1081932"/>
                </a:lnTo>
                <a:close/>
                <a:lnTo>
                  <a:pt x="1083843" y="1083843"/>
                </a:lnTo>
                <a:close/>
                <a:lnTo>
                  <a:pt x="1085754" y="1085754"/>
                </a:lnTo>
                <a:close/>
                <a:lnTo>
                  <a:pt x="1087666" y="1087666"/>
                </a:lnTo>
                <a:close/>
                <a:lnTo>
                  <a:pt x="1089577" y="1089577"/>
                </a:lnTo>
                <a:close/>
                <a:lnTo>
                  <a:pt x="1091487" y="1091487"/>
                </a:lnTo>
                <a:close/>
                <a:lnTo>
                  <a:pt x="1093398" y="1093398"/>
                </a:lnTo>
                <a:close/>
                <a:lnTo>
                  <a:pt x="1095308" y="1095308"/>
                </a:lnTo>
                <a:close/>
                <a:lnTo>
                  <a:pt x="1097218" y="1097218"/>
                </a:lnTo>
                <a:close/>
                <a:lnTo>
                  <a:pt x="1099127" y="1099127"/>
                </a:lnTo>
                <a:close/>
                <a:lnTo>
                  <a:pt x="1101036" y="1101036"/>
                </a:lnTo>
                <a:close/>
                <a:lnTo>
                  <a:pt x="1102944" y="1102944"/>
                </a:lnTo>
                <a:close/>
                <a:lnTo>
                  <a:pt x="1104852" y="1104852"/>
                </a:lnTo>
                <a:close/>
                <a:lnTo>
                  <a:pt x="1106758" y="1106758"/>
                </a:lnTo>
                <a:close/>
                <a:lnTo>
                  <a:pt x="1108664" y="1108664"/>
                </a:lnTo>
                <a:close/>
                <a:lnTo>
                  <a:pt x="1110570" y="1110570"/>
                </a:lnTo>
                <a:close/>
                <a:lnTo>
                  <a:pt x="1112475" y="1112475"/>
                </a:lnTo>
                <a:close/>
                <a:lnTo>
                  <a:pt x="1114379" y="1114379"/>
                </a:lnTo>
                <a:close/>
                <a:lnTo>
                  <a:pt x="1116284" y="1116284"/>
                </a:lnTo>
                <a:close/>
                <a:lnTo>
                  <a:pt x="1118189" y="1118189"/>
                </a:lnTo>
                <a:close/>
                <a:lnTo>
                  <a:pt x="1120093" y="1120093"/>
                </a:lnTo>
                <a:close/>
                <a:lnTo>
                  <a:pt x="1121998" y="1121998"/>
                </a:lnTo>
                <a:close/>
                <a:lnTo>
                  <a:pt x="1123903" y="1123903"/>
                </a:lnTo>
                <a:close/>
                <a:lnTo>
                  <a:pt x="1125809" y="1125809"/>
                </a:lnTo>
                <a:close/>
                <a:lnTo>
                  <a:pt x="1127715" y="1127715"/>
                </a:lnTo>
                <a:close/>
                <a:lnTo>
                  <a:pt x="1129622" y="1129622"/>
                </a:lnTo>
                <a:close/>
                <a:lnTo>
                  <a:pt x="1131529" y="1131529"/>
                </a:lnTo>
                <a:close/>
                <a:lnTo>
                  <a:pt x="1133438" y="1133438"/>
                </a:lnTo>
                <a:close/>
                <a:lnTo>
                  <a:pt x="1135348" y="1135348"/>
                </a:lnTo>
                <a:close/>
                <a:lnTo>
                  <a:pt x="1137259" y="1137259"/>
                </a:lnTo>
                <a:close/>
                <a:lnTo>
                  <a:pt x="1139171" y="1139171"/>
                </a:lnTo>
                <a:close/>
                <a:lnTo>
                  <a:pt x="1141085" y="1141085"/>
                </a:lnTo>
                <a:close/>
                <a:lnTo>
                  <a:pt x="1143000" y="114300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29200" y="97155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1145" y="684655"/>
                </a:lnTo>
                <a:close/>
                <a:lnTo>
                  <a:pt x="2290" y="683510"/>
                </a:lnTo>
                <a:close/>
                <a:lnTo>
                  <a:pt x="3435" y="682365"/>
                </a:lnTo>
                <a:close/>
                <a:lnTo>
                  <a:pt x="4580" y="681220"/>
                </a:lnTo>
                <a:close/>
                <a:lnTo>
                  <a:pt x="5725" y="680075"/>
                </a:lnTo>
                <a:close/>
                <a:lnTo>
                  <a:pt x="6869" y="678931"/>
                </a:lnTo>
                <a:close/>
                <a:lnTo>
                  <a:pt x="8014" y="677786"/>
                </a:lnTo>
                <a:close/>
                <a:lnTo>
                  <a:pt x="9159" y="676641"/>
                </a:lnTo>
                <a:close/>
                <a:lnTo>
                  <a:pt x="10304" y="675496"/>
                </a:lnTo>
                <a:close/>
                <a:lnTo>
                  <a:pt x="11449" y="674351"/>
                </a:lnTo>
                <a:close/>
                <a:lnTo>
                  <a:pt x="12594" y="673206"/>
                </a:lnTo>
                <a:close/>
                <a:lnTo>
                  <a:pt x="13739" y="672061"/>
                </a:lnTo>
                <a:close/>
                <a:lnTo>
                  <a:pt x="14884" y="670916"/>
                </a:lnTo>
                <a:close/>
                <a:lnTo>
                  <a:pt x="16029" y="669771"/>
                </a:lnTo>
                <a:close/>
                <a:lnTo>
                  <a:pt x="17174" y="668626"/>
                </a:lnTo>
                <a:close/>
                <a:lnTo>
                  <a:pt x="18319" y="667481"/>
                </a:lnTo>
                <a:close/>
                <a:lnTo>
                  <a:pt x="19463" y="666337"/>
                </a:lnTo>
                <a:close/>
                <a:lnTo>
                  <a:pt x="20608" y="665192"/>
                </a:lnTo>
                <a:close/>
                <a:lnTo>
                  <a:pt x="21753" y="664047"/>
                </a:lnTo>
                <a:close/>
                <a:lnTo>
                  <a:pt x="22898" y="662902"/>
                </a:lnTo>
                <a:close/>
                <a:lnTo>
                  <a:pt x="24043" y="661757"/>
                </a:lnTo>
                <a:close/>
                <a:lnTo>
                  <a:pt x="25188" y="660612"/>
                </a:lnTo>
                <a:close/>
                <a:lnTo>
                  <a:pt x="26333" y="659467"/>
                </a:lnTo>
                <a:close/>
                <a:lnTo>
                  <a:pt x="27478" y="658322"/>
                </a:lnTo>
                <a:close/>
                <a:lnTo>
                  <a:pt x="28623" y="657177"/>
                </a:lnTo>
                <a:close/>
                <a:lnTo>
                  <a:pt x="29768" y="656032"/>
                </a:lnTo>
                <a:close/>
                <a:lnTo>
                  <a:pt x="30913" y="654887"/>
                </a:lnTo>
                <a:close/>
                <a:lnTo>
                  <a:pt x="32057" y="653743"/>
                </a:lnTo>
                <a:close/>
                <a:lnTo>
                  <a:pt x="33202" y="652598"/>
                </a:lnTo>
                <a:close/>
                <a:lnTo>
                  <a:pt x="34347" y="651453"/>
                </a:lnTo>
                <a:close/>
                <a:lnTo>
                  <a:pt x="35492" y="650308"/>
                </a:lnTo>
                <a:close/>
                <a:lnTo>
                  <a:pt x="36637" y="649163"/>
                </a:lnTo>
                <a:close/>
                <a:lnTo>
                  <a:pt x="37782" y="648018"/>
                </a:lnTo>
                <a:close/>
                <a:lnTo>
                  <a:pt x="38927" y="646873"/>
                </a:lnTo>
                <a:close/>
                <a:lnTo>
                  <a:pt x="40072" y="645728"/>
                </a:lnTo>
                <a:close/>
                <a:lnTo>
                  <a:pt x="41217" y="644583"/>
                </a:lnTo>
                <a:close/>
                <a:lnTo>
                  <a:pt x="42362" y="643438"/>
                </a:lnTo>
                <a:close/>
                <a:lnTo>
                  <a:pt x="43507" y="642293"/>
                </a:lnTo>
                <a:close/>
                <a:lnTo>
                  <a:pt x="44651" y="641149"/>
                </a:lnTo>
                <a:close/>
                <a:lnTo>
                  <a:pt x="45796" y="640004"/>
                </a:lnTo>
                <a:close/>
                <a:lnTo>
                  <a:pt x="46941" y="638859"/>
                </a:lnTo>
                <a:close/>
                <a:lnTo>
                  <a:pt x="48086" y="637714"/>
                </a:lnTo>
                <a:close/>
                <a:lnTo>
                  <a:pt x="49231" y="636569"/>
                </a:lnTo>
                <a:close/>
                <a:lnTo>
                  <a:pt x="50376" y="635424"/>
                </a:lnTo>
                <a:close/>
                <a:lnTo>
                  <a:pt x="51521" y="634279"/>
                </a:lnTo>
                <a:close/>
                <a:lnTo>
                  <a:pt x="52666" y="633134"/>
                </a:lnTo>
                <a:close/>
                <a:lnTo>
                  <a:pt x="53811" y="631989"/>
                </a:lnTo>
                <a:close/>
                <a:lnTo>
                  <a:pt x="54956" y="630844"/>
                </a:lnTo>
                <a:close/>
                <a:lnTo>
                  <a:pt x="56101" y="629699"/>
                </a:lnTo>
                <a:close/>
                <a:lnTo>
                  <a:pt x="57245" y="628555"/>
                </a:lnTo>
                <a:close/>
                <a:lnTo>
                  <a:pt x="58390" y="627410"/>
                </a:lnTo>
                <a:close/>
                <a:lnTo>
                  <a:pt x="59535" y="626265"/>
                </a:lnTo>
                <a:close/>
                <a:lnTo>
                  <a:pt x="60680" y="625120"/>
                </a:lnTo>
                <a:close/>
                <a:lnTo>
                  <a:pt x="61825" y="623975"/>
                </a:lnTo>
                <a:close/>
                <a:lnTo>
                  <a:pt x="62970" y="622830"/>
                </a:lnTo>
                <a:close/>
                <a:lnTo>
                  <a:pt x="64115" y="621685"/>
                </a:lnTo>
                <a:close/>
                <a:lnTo>
                  <a:pt x="65260" y="620540"/>
                </a:lnTo>
                <a:close/>
                <a:lnTo>
                  <a:pt x="66405" y="619395"/>
                </a:lnTo>
                <a:close/>
                <a:lnTo>
                  <a:pt x="67550" y="618250"/>
                </a:lnTo>
                <a:close/>
                <a:lnTo>
                  <a:pt x="68694" y="617106"/>
                </a:lnTo>
                <a:close/>
                <a:lnTo>
                  <a:pt x="69839" y="615961"/>
                </a:lnTo>
                <a:close/>
                <a:lnTo>
                  <a:pt x="70984" y="614816"/>
                </a:lnTo>
                <a:close/>
                <a:lnTo>
                  <a:pt x="72129" y="613671"/>
                </a:lnTo>
                <a:close/>
                <a:lnTo>
                  <a:pt x="73274" y="612526"/>
                </a:lnTo>
                <a:close/>
                <a:lnTo>
                  <a:pt x="74419" y="611381"/>
                </a:lnTo>
                <a:close/>
                <a:lnTo>
                  <a:pt x="75564" y="610236"/>
                </a:lnTo>
                <a:close/>
                <a:lnTo>
                  <a:pt x="76709" y="609091"/>
                </a:lnTo>
                <a:close/>
                <a:lnTo>
                  <a:pt x="77854" y="607946"/>
                </a:lnTo>
                <a:close/>
                <a:lnTo>
                  <a:pt x="78999" y="606801"/>
                </a:lnTo>
                <a:close/>
                <a:lnTo>
                  <a:pt x="80144" y="605656"/>
                </a:lnTo>
                <a:close/>
                <a:lnTo>
                  <a:pt x="81288" y="604512"/>
                </a:lnTo>
                <a:close/>
                <a:lnTo>
                  <a:pt x="82433" y="603367"/>
                </a:lnTo>
                <a:close/>
                <a:lnTo>
                  <a:pt x="83578" y="602222"/>
                </a:lnTo>
                <a:close/>
                <a:lnTo>
                  <a:pt x="84723" y="601077"/>
                </a:lnTo>
                <a:close/>
                <a:lnTo>
                  <a:pt x="85868" y="599932"/>
                </a:lnTo>
                <a:close/>
                <a:lnTo>
                  <a:pt x="87013" y="598787"/>
                </a:lnTo>
                <a:close/>
                <a:lnTo>
                  <a:pt x="88158" y="597642"/>
                </a:lnTo>
                <a:close/>
                <a:lnTo>
                  <a:pt x="89303" y="596497"/>
                </a:lnTo>
                <a:close/>
                <a:lnTo>
                  <a:pt x="90448" y="595352"/>
                </a:lnTo>
                <a:close/>
                <a:lnTo>
                  <a:pt x="91593" y="594207"/>
                </a:lnTo>
                <a:close/>
                <a:lnTo>
                  <a:pt x="92738" y="593062"/>
                </a:lnTo>
                <a:close/>
                <a:lnTo>
                  <a:pt x="93882" y="591918"/>
                </a:lnTo>
                <a:close/>
                <a:lnTo>
                  <a:pt x="95027" y="590773"/>
                </a:lnTo>
                <a:close/>
                <a:lnTo>
                  <a:pt x="96172" y="589628"/>
                </a:lnTo>
                <a:close/>
                <a:lnTo>
                  <a:pt x="97317" y="588483"/>
                </a:lnTo>
                <a:close/>
                <a:lnTo>
                  <a:pt x="98462" y="587338"/>
                </a:lnTo>
                <a:close/>
                <a:lnTo>
                  <a:pt x="99607" y="586193"/>
                </a:lnTo>
                <a:close/>
                <a:lnTo>
                  <a:pt x="100752" y="585048"/>
                </a:lnTo>
                <a:close/>
                <a:lnTo>
                  <a:pt x="101897" y="583903"/>
                </a:lnTo>
                <a:close/>
                <a:lnTo>
                  <a:pt x="103042" y="582758"/>
                </a:lnTo>
                <a:close/>
                <a:lnTo>
                  <a:pt x="104187" y="581613"/>
                </a:lnTo>
                <a:close/>
                <a:lnTo>
                  <a:pt x="105332" y="580468"/>
                </a:lnTo>
                <a:close/>
                <a:lnTo>
                  <a:pt x="106476" y="579324"/>
                </a:lnTo>
                <a:close/>
                <a:lnTo>
                  <a:pt x="107621" y="578179"/>
                </a:lnTo>
                <a:close/>
                <a:lnTo>
                  <a:pt x="108766" y="577034"/>
                </a:lnTo>
                <a:close/>
                <a:lnTo>
                  <a:pt x="109911" y="575889"/>
                </a:lnTo>
                <a:close/>
                <a:lnTo>
                  <a:pt x="111056" y="574744"/>
                </a:lnTo>
                <a:close/>
                <a:lnTo>
                  <a:pt x="112201" y="573599"/>
                </a:lnTo>
                <a:close/>
                <a:lnTo>
                  <a:pt x="113346" y="572454"/>
                </a:lnTo>
                <a:close/>
                <a:lnTo>
                  <a:pt x="114491" y="571309"/>
                </a:lnTo>
                <a:close/>
                <a:lnTo>
                  <a:pt x="115636" y="570164"/>
                </a:lnTo>
                <a:close/>
                <a:lnTo>
                  <a:pt x="116781" y="569019"/>
                </a:lnTo>
                <a:close/>
                <a:lnTo>
                  <a:pt x="117926" y="567874"/>
                </a:lnTo>
                <a:close/>
                <a:lnTo>
                  <a:pt x="119070" y="566730"/>
                </a:lnTo>
                <a:close/>
                <a:lnTo>
                  <a:pt x="120215" y="565585"/>
                </a:lnTo>
                <a:close/>
                <a:lnTo>
                  <a:pt x="121360" y="564440"/>
                </a:lnTo>
                <a:close/>
                <a:lnTo>
                  <a:pt x="122505" y="563295"/>
                </a:lnTo>
                <a:close/>
                <a:lnTo>
                  <a:pt x="123650" y="562150"/>
                </a:lnTo>
                <a:close/>
                <a:lnTo>
                  <a:pt x="124795" y="561005"/>
                </a:lnTo>
                <a:close/>
                <a:lnTo>
                  <a:pt x="125940" y="559860"/>
                </a:lnTo>
                <a:close/>
                <a:lnTo>
                  <a:pt x="127085" y="558715"/>
                </a:lnTo>
                <a:close/>
                <a:lnTo>
                  <a:pt x="128230" y="557570"/>
                </a:lnTo>
                <a:close/>
                <a:lnTo>
                  <a:pt x="129375" y="556425"/>
                </a:lnTo>
                <a:close/>
                <a:lnTo>
                  <a:pt x="130520" y="555280"/>
                </a:lnTo>
                <a:close/>
                <a:lnTo>
                  <a:pt x="131664" y="554136"/>
                </a:lnTo>
                <a:close/>
                <a:lnTo>
                  <a:pt x="132809" y="552991"/>
                </a:lnTo>
                <a:close/>
                <a:lnTo>
                  <a:pt x="133954" y="551846"/>
                </a:lnTo>
                <a:close/>
                <a:lnTo>
                  <a:pt x="135099" y="550701"/>
                </a:lnTo>
                <a:close/>
                <a:lnTo>
                  <a:pt x="136244" y="549556"/>
                </a:lnTo>
                <a:close/>
                <a:lnTo>
                  <a:pt x="137389" y="548411"/>
                </a:lnTo>
                <a:close/>
                <a:lnTo>
                  <a:pt x="138534" y="547266"/>
                </a:lnTo>
                <a:close/>
                <a:lnTo>
                  <a:pt x="139679" y="546121"/>
                </a:lnTo>
                <a:close/>
                <a:lnTo>
                  <a:pt x="140824" y="544976"/>
                </a:lnTo>
                <a:close/>
                <a:lnTo>
                  <a:pt x="141969" y="543831"/>
                </a:lnTo>
                <a:close/>
                <a:lnTo>
                  <a:pt x="143114" y="542686"/>
                </a:lnTo>
                <a:close/>
                <a:lnTo>
                  <a:pt x="144258" y="541542"/>
                </a:lnTo>
                <a:close/>
                <a:lnTo>
                  <a:pt x="145403" y="540397"/>
                </a:lnTo>
                <a:close/>
                <a:lnTo>
                  <a:pt x="146548" y="539252"/>
                </a:lnTo>
                <a:close/>
                <a:lnTo>
                  <a:pt x="147693" y="538107"/>
                </a:lnTo>
                <a:close/>
                <a:lnTo>
                  <a:pt x="148838" y="536962"/>
                </a:lnTo>
                <a:close/>
                <a:lnTo>
                  <a:pt x="149983" y="535817"/>
                </a:lnTo>
                <a:close/>
                <a:lnTo>
                  <a:pt x="151128" y="534672"/>
                </a:lnTo>
                <a:close/>
                <a:lnTo>
                  <a:pt x="152273" y="533527"/>
                </a:lnTo>
                <a:close/>
                <a:lnTo>
                  <a:pt x="153418" y="532382"/>
                </a:lnTo>
                <a:close/>
                <a:lnTo>
                  <a:pt x="154563" y="531237"/>
                </a:lnTo>
                <a:close/>
                <a:lnTo>
                  <a:pt x="155708" y="530092"/>
                </a:lnTo>
                <a:close/>
                <a:lnTo>
                  <a:pt x="156852" y="528948"/>
                </a:lnTo>
                <a:close/>
                <a:lnTo>
                  <a:pt x="157997" y="527803"/>
                </a:lnTo>
                <a:close/>
                <a:lnTo>
                  <a:pt x="159142" y="526658"/>
                </a:lnTo>
                <a:close/>
                <a:lnTo>
                  <a:pt x="160287" y="525513"/>
                </a:lnTo>
                <a:close/>
                <a:lnTo>
                  <a:pt x="161432" y="524368"/>
                </a:lnTo>
                <a:close/>
                <a:lnTo>
                  <a:pt x="162577" y="523223"/>
                </a:lnTo>
                <a:close/>
                <a:lnTo>
                  <a:pt x="163722" y="522078"/>
                </a:lnTo>
                <a:close/>
                <a:lnTo>
                  <a:pt x="164867" y="520933"/>
                </a:lnTo>
                <a:close/>
                <a:lnTo>
                  <a:pt x="166012" y="519788"/>
                </a:lnTo>
                <a:close/>
                <a:lnTo>
                  <a:pt x="167157" y="518643"/>
                </a:lnTo>
                <a:close/>
                <a:lnTo>
                  <a:pt x="168302" y="517498"/>
                </a:lnTo>
                <a:close/>
                <a:lnTo>
                  <a:pt x="169446" y="516354"/>
                </a:lnTo>
                <a:close/>
                <a:lnTo>
                  <a:pt x="170591" y="515209"/>
                </a:lnTo>
                <a:close/>
                <a:lnTo>
                  <a:pt x="171736" y="514064"/>
                </a:lnTo>
                <a:close/>
                <a:lnTo>
                  <a:pt x="172881" y="512919"/>
                </a:lnTo>
                <a:close/>
                <a:lnTo>
                  <a:pt x="174026" y="511774"/>
                </a:lnTo>
                <a:close/>
                <a:lnTo>
                  <a:pt x="175171" y="510629"/>
                </a:lnTo>
                <a:close/>
                <a:lnTo>
                  <a:pt x="176316" y="509484"/>
                </a:lnTo>
                <a:close/>
                <a:lnTo>
                  <a:pt x="177461" y="508339"/>
                </a:lnTo>
                <a:close/>
                <a:lnTo>
                  <a:pt x="178606" y="507194"/>
                </a:lnTo>
                <a:close/>
                <a:lnTo>
                  <a:pt x="179751" y="506049"/>
                </a:lnTo>
                <a:close/>
                <a:lnTo>
                  <a:pt x="180895" y="504905"/>
                </a:lnTo>
                <a:close/>
                <a:lnTo>
                  <a:pt x="182040" y="503760"/>
                </a:lnTo>
                <a:close/>
                <a:lnTo>
                  <a:pt x="183185" y="502615"/>
                </a:lnTo>
                <a:close/>
                <a:lnTo>
                  <a:pt x="184330" y="501470"/>
                </a:lnTo>
                <a:close/>
                <a:lnTo>
                  <a:pt x="185475" y="500325"/>
                </a:lnTo>
                <a:close/>
                <a:lnTo>
                  <a:pt x="186620" y="499180"/>
                </a:lnTo>
                <a:close/>
                <a:lnTo>
                  <a:pt x="187765" y="498035"/>
                </a:lnTo>
                <a:close/>
                <a:lnTo>
                  <a:pt x="188910" y="496890"/>
                </a:lnTo>
                <a:close/>
                <a:lnTo>
                  <a:pt x="190055" y="495745"/>
                </a:lnTo>
                <a:close/>
                <a:lnTo>
                  <a:pt x="191200" y="494600"/>
                </a:lnTo>
                <a:close/>
                <a:lnTo>
                  <a:pt x="192345" y="493455"/>
                </a:lnTo>
                <a:close/>
                <a:lnTo>
                  <a:pt x="193489" y="492311"/>
                </a:lnTo>
                <a:close/>
                <a:lnTo>
                  <a:pt x="194634" y="491166"/>
                </a:lnTo>
                <a:close/>
                <a:lnTo>
                  <a:pt x="195779" y="490021"/>
                </a:lnTo>
                <a:close/>
                <a:lnTo>
                  <a:pt x="196924" y="488876"/>
                </a:lnTo>
                <a:close/>
                <a:lnTo>
                  <a:pt x="198069" y="487731"/>
                </a:lnTo>
                <a:close/>
                <a:lnTo>
                  <a:pt x="199214" y="486586"/>
                </a:lnTo>
                <a:close/>
                <a:lnTo>
                  <a:pt x="200359" y="485441"/>
                </a:lnTo>
                <a:close/>
                <a:lnTo>
                  <a:pt x="201504" y="484296"/>
                </a:lnTo>
                <a:close/>
                <a:lnTo>
                  <a:pt x="202649" y="483151"/>
                </a:lnTo>
                <a:close/>
                <a:lnTo>
                  <a:pt x="203794" y="482006"/>
                </a:lnTo>
                <a:close/>
                <a:lnTo>
                  <a:pt x="204939" y="480861"/>
                </a:lnTo>
                <a:close/>
                <a:lnTo>
                  <a:pt x="206083" y="479717"/>
                </a:lnTo>
                <a:close/>
                <a:lnTo>
                  <a:pt x="207228" y="478572"/>
                </a:lnTo>
                <a:close/>
                <a:lnTo>
                  <a:pt x="208373" y="477427"/>
                </a:lnTo>
                <a:close/>
                <a:lnTo>
                  <a:pt x="209518" y="476282"/>
                </a:lnTo>
                <a:close/>
                <a:lnTo>
                  <a:pt x="210663" y="475137"/>
                </a:lnTo>
                <a:close/>
                <a:lnTo>
                  <a:pt x="211808" y="473992"/>
                </a:lnTo>
                <a:close/>
                <a:lnTo>
                  <a:pt x="212953" y="472847"/>
                </a:lnTo>
                <a:close/>
                <a:lnTo>
                  <a:pt x="214098" y="471702"/>
                </a:lnTo>
                <a:close/>
                <a:lnTo>
                  <a:pt x="215243" y="470557"/>
                </a:lnTo>
                <a:close/>
                <a:lnTo>
                  <a:pt x="216388" y="469412"/>
                </a:lnTo>
                <a:close/>
                <a:lnTo>
                  <a:pt x="217533" y="468267"/>
                </a:lnTo>
                <a:close/>
                <a:lnTo>
                  <a:pt x="218677" y="467123"/>
                </a:lnTo>
                <a:close/>
                <a:lnTo>
                  <a:pt x="219822" y="465978"/>
                </a:lnTo>
                <a:close/>
                <a:lnTo>
                  <a:pt x="220967" y="464833"/>
                </a:lnTo>
                <a:close/>
                <a:lnTo>
                  <a:pt x="222112" y="463688"/>
                </a:lnTo>
                <a:close/>
                <a:lnTo>
                  <a:pt x="223257" y="462543"/>
                </a:lnTo>
                <a:close/>
                <a:lnTo>
                  <a:pt x="224402" y="461398"/>
                </a:lnTo>
                <a:close/>
                <a:lnTo>
                  <a:pt x="225547" y="460253"/>
                </a:lnTo>
                <a:close/>
                <a:lnTo>
                  <a:pt x="226692" y="459108"/>
                </a:lnTo>
                <a:close/>
                <a:lnTo>
                  <a:pt x="227837" y="457963"/>
                </a:lnTo>
                <a:close/>
                <a:lnTo>
                  <a:pt x="228982" y="456818"/>
                </a:lnTo>
                <a:close/>
                <a:lnTo>
                  <a:pt x="230127" y="455673"/>
                </a:lnTo>
                <a:close/>
                <a:lnTo>
                  <a:pt x="231271" y="454529"/>
                </a:lnTo>
                <a:close/>
                <a:lnTo>
                  <a:pt x="232416" y="453384"/>
                </a:lnTo>
                <a:close/>
                <a:lnTo>
                  <a:pt x="233561" y="452239"/>
                </a:lnTo>
                <a:close/>
                <a:lnTo>
                  <a:pt x="234706" y="451094"/>
                </a:lnTo>
                <a:close/>
                <a:lnTo>
                  <a:pt x="235851" y="449949"/>
                </a:lnTo>
                <a:close/>
                <a:lnTo>
                  <a:pt x="236996" y="448804"/>
                </a:lnTo>
                <a:close/>
                <a:lnTo>
                  <a:pt x="238141" y="447659"/>
                </a:lnTo>
                <a:close/>
                <a:lnTo>
                  <a:pt x="239286" y="446514"/>
                </a:lnTo>
                <a:close/>
                <a:lnTo>
                  <a:pt x="240431" y="445369"/>
                </a:lnTo>
                <a:close/>
                <a:lnTo>
                  <a:pt x="241576" y="444224"/>
                </a:lnTo>
                <a:close/>
                <a:lnTo>
                  <a:pt x="242721" y="443079"/>
                </a:lnTo>
                <a:close/>
                <a:lnTo>
                  <a:pt x="243865" y="441935"/>
                </a:lnTo>
                <a:close/>
                <a:lnTo>
                  <a:pt x="245010" y="440790"/>
                </a:lnTo>
                <a:close/>
                <a:lnTo>
                  <a:pt x="246155" y="439645"/>
                </a:lnTo>
                <a:close/>
                <a:lnTo>
                  <a:pt x="247300" y="438500"/>
                </a:lnTo>
                <a:close/>
                <a:lnTo>
                  <a:pt x="248445" y="437355"/>
                </a:lnTo>
                <a:close/>
                <a:lnTo>
                  <a:pt x="249590" y="436210"/>
                </a:lnTo>
                <a:close/>
                <a:lnTo>
                  <a:pt x="250735" y="435065"/>
                </a:lnTo>
                <a:close/>
                <a:lnTo>
                  <a:pt x="251880" y="433920"/>
                </a:lnTo>
                <a:close/>
                <a:lnTo>
                  <a:pt x="253025" y="432775"/>
                </a:lnTo>
                <a:close/>
                <a:lnTo>
                  <a:pt x="254170" y="431630"/>
                </a:lnTo>
                <a:close/>
                <a:lnTo>
                  <a:pt x="255315" y="430485"/>
                </a:lnTo>
                <a:close/>
                <a:lnTo>
                  <a:pt x="256459" y="429341"/>
                </a:lnTo>
                <a:close/>
                <a:lnTo>
                  <a:pt x="257604" y="428196"/>
                </a:lnTo>
                <a:close/>
                <a:lnTo>
                  <a:pt x="258749" y="427051"/>
                </a:lnTo>
                <a:close/>
                <a:lnTo>
                  <a:pt x="259894" y="425906"/>
                </a:lnTo>
                <a:close/>
                <a:lnTo>
                  <a:pt x="261039" y="424761"/>
                </a:lnTo>
                <a:close/>
                <a:lnTo>
                  <a:pt x="262184" y="423616"/>
                </a:lnTo>
                <a:close/>
                <a:lnTo>
                  <a:pt x="263329" y="422471"/>
                </a:lnTo>
                <a:close/>
                <a:lnTo>
                  <a:pt x="264474" y="421326"/>
                </a:lnTo>
                <a:close/>
                <a:lnTo>
                  <a:pt x="265619" y="420181"/>
                </a:lnTo>
                <a:close/>
                <a:lnTo>
                  <a:pt x="266764" y="419036"/>
                </a:lnTo>
                <a:close/>
                <a:lnTo>
                  <a:pt x="267909" y="417891"/>
                </a:lnTo>
                <a:close/>
                <a:lnTo>
                  <a:pt x="269053" y="416747"/>
                </a:lnTo>
                <a:close/>
                <a:lnTo>
                  <a:pt x="270198" y="415602"/>
                </a:lnTo>
                <a:close/>
                <a:lnTo>
                  <a:pt x="271343" y="414457"/>
                </a:lnTo>
                <a:close/>
                <a:lnTo>
                  <a:pt x="272488" y="413312"/>
                </a:lnTo>
                <a:close/>
                <a:lnTo>
                  <a:pt x="273633" y="412167"/>
                </a:lnTo>
                <a:close/>
                <a:lnTo>
                  <a:pt x="274778" y="411022"/>
                </a:lnTo>
                <a:close/>
                <a:lnTo>
                  <a:pt x="275923" y="409877"/>
                </a:lnTo>
                <a:close/>
                <a:lnTo>
                  <a:pt x="277068" y="408732"/>
                </a:lnTo>
                <a:close/>
                <a:lnTo>
                  <a:pt x="278213" y="407587"/>
                </a:lnTo>
                <a:close/>
                <a:lnTo>
                  <a:pt x="279358" y="406442"/>
                </a:lnTo>
                <a:close/>
                <a:lnTo>
                  <a:pt x="280503" y="405297"/>
                </a:lnTo>
                <a:close/>
                <a:lnTo>
                  <a:pt x="281647" y="404153"/>
                </a:lnTo>
                <a:close/>
                <a:lnTo>
                  <a:pt x="282792" y="403008"/>
                </a:lnTo>
                <a:close/>
                <a:lnTo>
                  <a:pt x="283937" y="401863"/>
                </a:lnTo>
                <a:close/>
                <a:lnTo>
                  <a:pt x="285082" y="400718"/>
                </a:lnTo>
                <a:close/>
                <a:lnTo>
                  <a:pt x="286227" y="399573"/>
                </a:lnTo>
                <a:close/>
                <a:lnTo>
                  <a:pt x="287372" y="398428"/>
                </a:lnTo>
                <a:close/>
                <a:lnTo>
                  <a:pt x="288517" y="397283"/>
                </a:lnTo>
                <a:close/>
                <a:lnTo>
                  <a:pt x="289662" y="396138"/>
                </a:lnTo>
                <a:close/>
                <a:lnTo>
                  <a:pt x="290807" y="394993"/>
                </a:lnTo>
                <a:close/>
                <a:lnTo>
                  <a:pt x="291952" y="393848"/>
                </a:lnTo>
                <a:close/>
                <a:lnTo>
                  <a:pt x="293096" y="392704"/>
                </a:lnTo>
                <a:close/>
                <a:lnTo>
                  <a:pt x="294241" y="391559"/>
                </a:lnTo>
                <a:close/>
                <a:lnTo>
                  <a:pt x="295386" y="390414"/>
                </a:lnTo>
                <a:close/>
                <a:lnTo>
                  <a:pt x="296531" y="389269"/>
                </a:lnTo>
                <a:close/>
                <a:lnTo>
                  <a:pt x="297676" y="388124"/>
                </a:lnTo>
                <a:close/>
                <a:lnTo>
                  <a:pt x="298821" y="386979"/>
                </a:lnTo>
                <a:close/>
                <a:lnTo>
                  <a:pt x="299966" y="385834"/>
                </a:lnTo>
                <a:close/>
                <a:lnTo>
                  <a:pt x="301111" y="384689"/>
                </a:lnTo>
                <a:close/>
                <a:lnTo>
                  <a:pt x="302256" y="383544"/>
                </a:lnTo>
                <a:close/>
                <a:lnTo>
                  <a:pt x="303401" y="382399"/>
                </a:lnTo>
                <a:close/>
                <a:lnTo>
                  <a:pt x="304546" y="381254"/>
                </a:lnTo>
                <a:close/>
                <a:lnTo>
                  <a:pt x="305690" y="380110"/>
                </a:lnTo>
                <a:close/>
                <a:lnTo>
                  <a:pt x="306835" y="378965"/>
                </a:lnTo>
                <a:close/>
                <a:lnTo>
                  <a:pt x="307980" y="377820"/>
                </a:lnTo>
                <a:close/>
                <a:lnTo>
                  <a:pt x="309125" y="376675"/>
                </a:lnTo>
                <a:close/>
                <a:lnTo>
                  <a:pt x="310270" y="375530"/>
                </a:lnTo>
                <a:close/>
                <a:lnTo>
                  <a:pt x="311415" y="374385"/>
                </a:lnTo>
                <a:close/>
                <a:lnTo>
                  <a:pt x="312560" y="373240"/>
                </a:lnTo>
                <a:close/>
                <a:lnTo>
                  <a:pt x="313705" y="372095"/>
                </a:lnTo>
                <a:close/>
                <a:lnTo>
                  <a:pt x="314850" y="370950"/>
                </a:lnTo>
                <a:close/>
                <a:lnTo>
                  <a:pt x="315995" y="369805"/>
                </a:lnTo>
                <a:close/>
                <a:lnTo>
                  <a:pt x="317140" y="368660"/>
                </a:lnTo>
                <a:close/>
                <a:lnTo>
                  <a:pt x="318284" y="367516"/>
                </a:lnTo>
                <a:close/>
                <a:lnTo>
                  <a:pt x="319429" y="366371"/>
                </a:lnTo>
                <a:close/>
                <a:lnTo>
                  <a:pt x="320574" y="365226"/>
                </a:lnTo>
                <a:close/>
                <a:lnTo>
                  <a:pt x="321719" y="364081"/>
                </a:lnTo>
                <a:close/>
                <a:lnTo>
                  <a:pt x="322864" y="362936"/>
                </a:lnTo>
                <a:close/>
                <a:lnTo>
                  <a:pt x="324009" y="361791"/>
                </a:lnTo>
                <a:close/>
                <a:lnTo>
                  <a:pt x="325154" y="360646"/>
                </a:lnTo>
                <a:close/>
                <a:lnTo>
                  <a:pt x="326299" y="359501"/>
                </a:lnTo>
                <a:close/>
                <a:lnTo>
                  <a:pt x="327444" y="358356"/>
                </a:lnTo>
                <a:close/>
                <a:lnTo>
                  <a:pt x="328589" y="357211"/>
                </a:lnTo>
                <a:close/>
                <a:lnTo>
                  <a:pt x="329734" y="356066"/>
                </a:lnTo>
                <a:close/>
                <a:lnTo>
                  <a:pt x="330878" y="354922"/>
                </a:lnTo>
                <a:close/>
                <a:lnTo>
                  <a:pt x="332023" y="353777"/>
                </a:lnTo>
                <a:close/>
                <a:lnTo>
                  <a:pt x="333168" y="352632"/>
                </a:lnTo>
                <a:close/>
                <a:lnTo>
                  <a:pt x="334313" y="351487"/>
                </a:lnTo>
                <a:close/>
                <a:lnTo>
                  <a:pt x="335458" y="350342"/>
                </a:lnTo>
                <a:close/>
                <a:lnTo>
                  <a:pt x="336603" y="349197"/>
                </a:lnTo>
                <a:close/>
                <a:lnTo>
                  <a:pt x="337748" y="348052"/>
                </a:lnTo>
                <a:close/>
                <a:lnTo>
                  <a:pt x="338893" y="346907"/>
                </a:lnTo>
                <a:close/>
                <a:lnTo>
                  <a:pt x="340038" y="345762"/>
                </a:lnTo>
                <a:close/>
                <a:lnTo>
                  <a:pt x="341183" y="344617"/>
                </a:lnTo>
                <a:close/>
                <a:lnTo>
                  <a:pt x="342328" y="343472"/>
                </a:lnTo>
                <a:close/>
                <a:lnTo>
                  <a:pt x="343472" y="342328"/>
                </a:lnTo>
                <a:close/>
                <a:lnTo>
                  <a:pt x="344617" y="341183"/>
                </a:lnTo>
                <a:close/>
                <a:lnTo>
                  <a:pt x="345762" y="340038"/>
                </a:lnTo>
                <a:close/>
                <a:lnTo>
                  <a:pt x="346907" y="338893"/>
                </a:lnTo>
                <a:close/>
                <a:lnTo>
                  <a:pt x="348052" y="337748"/>
                </a:lnTo>
                <a:close/>
                <a:lnTo>
                  <a:pt x="349197" y="336603"/>
                </a:lnTo>
                <a:close/>
                <a:lnTo>
                  <a:pt x="350342" y="335458"/>
                </a:lnTo>
                <a:close/>
                <a:lnTo>
                  <a:pt x="351487" y="334313"/>
                </a:lnTo>
                <a:close/>
                <a:lnTo>
                  <a:pt x="352632" y="333168"/>
                </a:lnTo>
                <a:close/>
                <a:lnTo>
                  <a:pt x="353777" y="332023"/>
                </a:lnTo>
                <a:close/>
                <a:lnTo>
                  <a:pt x="354922" y="330878"/>
                </a:lnTo>
                <a:close/>
                <a:lnTo>
                  <a:pt x="356066" y="329734"/>
                </a:lnTo>
                <a:close/>
                <a:lnTo>
                  <a:pt x="357211" y="328589"/>
                </a:lnTo>
                <a:close/>
                <a:lnTo>
                  <a:pt x="358356" y="327444"/>
                </a:lnTo>
                <a:close/>
                <a:lnTo>
                  <a:pt x="359501" y="326299"/>
                </a:lnTo>
                <a:close/>
                <a:lnTo>
                  <a:pt x="360646" y="325154"/>
                </a:lnTo>
                <a:close/>
                <a:lnTo>
                  <a:pt x="361791" y="324009"/>
                </a:lnTo>
                <a:close/>
                <a:lnTo>
                  <a:pt x="362936" y="322864"/>
                </a:lnTo>
                <a:close/>
                <a:lnTo>
                  <a:pt x="364081" y="321719"/>
                </a:lnTo>
                <a:close/>
                <a:lnTo>
                  <a:pt x="365226" y="320574"/>
                </a:lnTo>
                <a:close/>
                <a:lnTo>
                  <a:pt x="366371" y="319429"/>
                </a:lnTo>
                <a:close/>
                <a:lnTo>
                  <a:pt x="367516" y="318284"/>
                </a:lnTo>
                <a:close/>
                <a:lnTo>
                  <a:pt x="368660" y="317140"/>
                </a:lnTo>
                <a:close/>
                <a:lnTo>
                  <a:pt x="369805" y="315995"/>
                </a:lnTo>
                <a:close/>
                <a:lnTo>
                  <a:pt x="370950" y="314850"/>
                </a:lnTo>
                <a:close/>
                <a:lnTo>
                  <a:pt x="372095" y="313705"/>
                </a:lnTo>
                <a:close/>
                <a:lnTo>
                  <a:pt x="373240" y="312560"/>
                </a:lnTo>
                <a:close/>
                <a:lnTo>
                  <a:pt x="374385" y="311415"/>
                </a:lnTo>
                <a:close/>
                <a:lnTo>
                  <a:pt x="375530" y="310270"/>
                </a:lnTo>
                <a:close/>
                <a:lnTo>
                  <a:pt x="376675" y="309125"/>
                </a:lnTo>
                <a:close/>
                <a:lnTo>
                  <a:pt x="377820" y="307980"/>
                </a:lnTo>
                <a:close/>
                <a:lnTo>
                  <a:pt x="378965" y="306835"/>
                </a:lnTo>
                <a:close/>
                <a:lnTo>
                  <a:pt x="380110" y="305690"/>
                </a:lnTo>
                <a:close/>
                <a:lnTo>
                  <a:pt x="381254" y="304546"/>
                </a:lnTo>
                <a:close/>
                <a:lnTo>
                  <a:pt x="382399" y="303401"/>
                </a:lnTo>
                <a:close/>
                <a:lnTo>
                  <a:pt x="383544" y="302256"/>
                </a:lnTo>
                <a:close/>
                <a:lnTo>
                  <a:pt x="384689" y="301111"/>
                </a:lnTo>
                <a:close/>
                <a:lnTo>
                  <a:pt x="385834" y="299966"/>
                </a:lnTo>
                <a:close/>
                <a:lnTo>
                  <a:pt x="386979" y="298821"/>
                </a:lnTo>
                <a:close/>
                <a:lnTo>
                  <a:pt x="388124" y="297676"/>
                </a:lnTo>
                <a:close/>
                <a:lnTo>
                  <a:pt x="389269" y="296531"/>
                </a:lnTo>
                <a:close/>
                <a:lnTo>
                  <a:pt x="390414" y="295386"/>
                </a:lnTo>
                <a:close/>
                <a:lnTo>
                  <a:pt x="391559" y="294241"/>
                </a:lnTo>
                <a:close/>
                <a:lnTo>
                  <a:pt x="392704" y="293096"/>
                </a:lnTo>
                <a:close/>
                <a:lnTo>
                  <a:pt x="393848" y="291952"/>
                </a:lnTo>
                <a:close/>
                <a:lnTo>
                  <a:pt x="394993" y="290807"/>
                </a:lnTo>
                <a:close/>
                <a:lnTo>
                  <a:pt x="396138" y="289662"/>
                </a:lnTo>
                <a:close/>
                <a:lnTo>
                  <a:pt x="397283" y="288517"/>
                </a:lnTo>
                <a:close/>
                <a:lnTo>
                  <a:pt x="398428" y="287372"/>
                </a:lnTo>
                <a:close/>
                <a:lnTo>
                  <a:pt x="399573" y="286227"/>
                </a:lnTo>
                <a:close/>
                <a:lnTo>
                  <a:pt x="400718" y="285082"/>
                </a:lnTo>
                <a:close/>
                <a:lnTo>
                  <a:pt x="401863" y="283937"/>
                </a:lnTo>
                <a:close/>
                <a:lnTo>
                  <a:pt x="403008" y="282792"/>
                </a:lnTo>
                <a:close/>
                <a:lnTo>
                  <a:pt x="404153" y="281647"/>
                </a:lnTo>
                <a:close/>
                <a:lnTo>
                  <a:pt x="405297" y="280503"/>
                </a:lnTo>
                <a:close/>
                <a:lnTo>
                  <a:pt x="406442" y="279358"/>
                </a:lnTo>
                <a:close/>
                <a:lnTo>
                  <a:pt x="407587" y="278213"/>
                </a:lnTo>
                <a:close/>
                <a:lnTo>
                  <a:pt x="408732" y="277068"/>
                </a:lnTo>
                <a:close/>
                <a:lnTo>
                  <a:pt x="409877" y="275923"/>
                </a:lnTo>
                <a:close/>
                <a:lnTo>
                  <a:pt x="411022" y="274778"/>
                </a:lnTo>
                <a:close/>
                <a:lnTo>
                  <a:pt x="412167" y="273633"/>
                </a:lnTo>
                <a:close/>
                <a:lnTo>
                  <a:pt x="413312" y="272488"/>
                </a:lnTo>
                <a:close/>
                <a:lnTo>
                  <a:pt x="414457" y="271343"/>
                </a:lnTo>
                <a:close/>
                <a:lnTo>
                  <a:pt x="415602" y="270198"/>
                </a:lnTo>
                <a:close/>
                <a:lnTo>
                  <a:pt x="416747" y="269053"/>
                </a:lnTo>
                <a:close/>
                <a:lnTo>
                  <a:pt x="417891" y="267909"/>
                </a:lnTo>
                <a:close/>
                <a:lnTo>
                  <a:pt x="419036" y="266764"/>
                </a:lnTo>
                <a:close/>
                <a:lnTo>
                  <a:pt x="420181" y="265619"/>
                </a:lnTo>
                <a:close/>
                <a:lnTo>
                  <a:pt x="421326" y="264474"/>
                </a:lnTo>
                <a:close/>
                <a:lnTo>
                  <a:pt x="422471" y="263329"/>
                </a:lnTo>
                <a:close/>
                <a:lnTo>
                  <a:pt x="423616" y="262184"/>
                </a:lnTo>
                <a:close/>
                <a:lnTo>
                  <a:pt x="424761" y="261039"/>
                </a:lnTo>
                <a:close/>
                <a:lnTo>
                  <a:pt x="425906" y="259894"/>
                </a:lnTo>
                <a:close/>
                <a:lnTo>
                  <a:pt x="427051" y="258749"/>
                </a:lnTo>
                <a:close/>
                <a:lnTo>
                  <a:pt x="428196" y="257604"/>
                </a:lnTo>
                <a:close/>
                <a:lnTo>
                  <a:pt x="429341" y="256459"/>
                </a:lnTo>
                <a:close/>
                <a:lnTo>
                  <a:pt x="430485" y="255315"/>
                </a:lnTo>
                <a:close/>
                <a:lnTo>
                  <a:pt x="431630" y="254170"/>
                </a:lnTo>
                <a:close/>
                <a:lnTo>
                  <a:pt x="432775" y="253025"/>
                </a:lnTo>
                <a:close/>
                <a:lnTo>
                  <a:pt x="433920" y="251880"/>
                </a:lnTo>
                <a:close/>
                <a:lnTo>
                  <a:pt x="435065" y="250735"/>
                </a:lnTo>
                <a:close/>
                <a:lnTo>
                  <a:pt x="436210" y="249590"/>
                </a:lnTo>
                <a:close/>
                <a:lnTo>
                  <a:pt x="437355" y="248445"/>
                </a:lnTo>
                <a:close/>
                <a:lnTo>
                  <a:pt x="438500" y="247300"/>
                </a:lnTo>
                <a:close/>
                <a:lnTo>
                  <a:pt x="439645" y="246155"/>
                </a:lnTo>
                <a:close/>
                <a:lnTo>
                  <a:pt x="440790" y="245010"/>
                </a:lnTo>
                <a:close/>
                <a:lnTo>
                  <a:pt x="441935" y="243865"/>
                </a:lnTo>
                <a:close/>
                <a:lnTo>
                  <a:pt x="443079" y="242721"/>
                </a:lnTo>
                <a:close/>
                <a:lnTo>
                  <a:pt x="444224" y="241576"/>
                </a:lnTo>
                <a:close/>
                <a:lnTo>
                  <a:pt x="445369" y="240431"/>
                </a:lnTo>
                <a:close/>
                <a:lnTo>
                  <a:pt x="446514" y="239286"/>
                </a:lnTo>
                <a:close/>
                <a:lnTo>
                  <a:pt x="447659" y="238141"/>
                </a:lnTo>
                <a:close/>
                <a:lnTo>
                  <a:pt x="448804" y="236996"/>
                </a:lnTo>
                <a:close/>
                <a:lnTo>
                  <a:pt x="449949" y="235851"/>
                </a:lnTo>
                <a:close/>
                <a:lnTo>
                  <a:pt x="451094" y="234706"/>
                </a:lnTo>
                <a:close/>
                <a:lnTo>
                  <a:pt x="452239" y="233561"/>
                </a:lnTo>
                <a:close/>
                <a:lnTo>
                  <a:pt x="453384" y="232416"/>
                </a:lnTo>
                <a:close/>
                <a:lnTo>
                  <a:pt x="454529" y="231271"/>
                </a:lnTo>
                <a:close/>
                <a:lnTo>
                  <a:pt x="455673" y="230127"/>
                </a:lnTo>
                <a:close/>
                <a:lnTo>
                  <a:pt x="456818" y="228982"/>
                </a:lnTo>
                <a:close/>
                <a:lnTo>
                  <a:pt x="457963" y="227837"/>
                </a:lnTo>
                <a:close/>
                <a:lnTo>
                  <a:pt x="459108" y="226692"/>
                </a:lnTo>
                <a:close/>
                <a:lnTo>
                  <a:pt x="460253" y="225547"/>
                </a:lnTo>
                <a:close/>
                <a:lnTo>
                  <a:pt x="461398" y="224402"/>
                </a:lnTo>
                <a:close/>
                <a:lnTo>
                  <a:pt x="462543" y="223257"/>
                </a:lnTo>
                <a:close/>
                <a:lnTo>
                  <a:pt x="463688" y="222112"/>
                </a:lnTo>
                <a:close/>
                <a:lnTo>
                  <a:pt x="464833" y="220967"/>
                </a:lnTo>
                <a:close/>
                <a:lnTo>
                  <a:pt x="465978" y="219822"/>
                </a:lnTo>
                <a:close/>
                <a:lnTo>
                  <a:pt x="467123" y="218677"/>
                </a:lnTo>
                <a:close/>
                <a:lnTo>
                  <a:pt x="468267" y="217533"/>
                </a:lnTo>
                <a:close/>
                <a:lnTo>
                  <a:pt x="469412" y="216388"/>
                </a:lnTo>
                <a:close/>
                <a:lnTo>
                  <a:pt x="470557" y="215243"/>
                </a:lnTo>
                <a:close/>
                <a:lnTo>
                  <a:pt x="471702" y="214098"/>
                </a:lnTo>
                <a:close/>
                <a:lnTo>
                  <a:pt x="472847" y="212953"/>
                </a:lnTo>
                <a:close/>
                <a:lnTo>
                  <a:pt x="473992" y="211808"/>
                </a:lnTo>
                <a:close/>
                <a:lnTo>
                  <a:pt x="475137" y="210663"/>
                </a:lnTo>
                <a:close/>
                <a:lnTo>
                  <a:pt x="476282" y="209518"/>
                </a:lnTo>
                <a:close/>
                <a:lnTo>
                  <a:pt x="477427" y="208373"/>
                </a:lnTo>
                <a:close/>
                <a:lnTo>
                  <a:pt x="478572" y="207228"/>
                </a:lnTo>
                <a:close/>
                <a:lnTo>
                  <a:pt x="479717" y="206083"/>
                </a:lnTo>
                <a:close/>
                <a:lnTo>
                  <a:pt x="480861" y="204939"/>
                </a:lnTo>
                <a:close/>
                <a:lnTo>
                  <a:pt x="482006" y="203794"/>
                </a:lnTo>
                <a:close/>
                <a:lnTo>
                  <a:pt x="483151" y="202649"/>
                </a:lnTo>
                <a:close/>
                <a:lnTo>
                  <a:pt x="484296" y="201504"/>
                </a:lnTo>
                <a:close/>
                <a:lnTo>
                  <a:pt x="485441" y="200359"/>
                </a:lnTo>
                <a:close/>
                <a:lnTo>
                  <a:pt x="486586" y="199214"/>
                </a:lnTo>
                <a:close/>
                <a:lnTo>
                  <a:pt x="487731" y="198069"/>
                </a:lnTo>
                <a:close/>
                <a:lnTo>
                  <a:pt x="488876" y="196924"/>
                </a:lnTo>
                <a:close/>
                <a:lnTo>
                  <a:pt x="490021" y="195779"/>
                </a:lnTo>
                <a:close/>
                <a:lnTo>
                  <a:pt x="491166" y="194634"/>
                </a:lnTo>
                <a:close/>
                <a:lnTo>
                  <a:pt x="492311" y="193489"/>
                </a:lnTo>
                <a:close/>
                <a:lnTo>
                  <a:pt x="493455" y="192345"/>
                </a:lnTo>
                <a:close/>
                <a:lnTo>
                  <a:pt x="494600" y="191200"/>
                </a:lnTo>
                <a:close/>
                <a:lnTo>
                  <a:pt x="495745" y="190055"/>
                </a:lnTo>
                <a:close/>
                <a:lnTo>
                  <a:pt x="496890" y="188910"/>
                </a:lnTo>
                <a:close/>
                <a:lnTo>
                  <a:pt x="498035" y="187765"/>
                </a:lnTo>
                <a:close/>
                <a:lnTo>
                  <a:pt x="499180" y="186620"/>
                </a:lnTo>
                <a:close/>
                <a:lnTo>
                  <a:pt x="500325" y="185475"/>
                </a:lnTo>
                <a:close/>
                <a:lnTo>
                  <a:pt x="501470" y="184330"/>
                </a:lnTo>
                <a:close/>
                <a:lnTo>
                  <a:pt x="502615" y="183185"/>
                </a:lnTo>
                <a:close/>
                <a:lnTo>
                  <a:pt x="503760" y="182040"/>
                </a:lnTo>
                <a:close/>
                <a:lnTo>
                  <a:pt x="504905" y="180895"/>
                </a:lnTo>
                <a:close/>
                <a:lnTo>
                  <a:pt x="506049" y="179751"/>
                </a:lnTo>
                <a:close/>
                <a:lnTo>
                  <a:pt x="507194" y="178606"/>
                </a:lnTo>
                <a:close/>
                <a:lnTo>
                  <a:pt x="508339" y="177461"/>
                </a:lnTo>
                <a:close/>
                <a:lnTo>
                  <a:pt x="509484" y="176316"/>
                </a:lnTo>
                <a:close/>
                <a:lnTo>
                  <a:pt x="510629" y="175171"/>
                </a:lnTo>
                <a:close/>
                <a:lnTo>
                  <a:pt x="511774" y="174026"/>
                </a:lnTo>
                <a:close/>
                <a:lnTo>
                  <a:pt x="512919" y="172881"/>
                </a:lnTo>
                <a:close/>
                <a:lnTo>
                  <a:pt x="514064" y="171736"/>
                </a:lnTo>
                <a:close/>
                <a:lnTo>
                  <a:pt x="515209" y="170591"/>
                </a:lnTo>
                <a:close/>
                <a:lnTo>
                  <a:pt x="516354" y="169446"/>
                </a:lnTo>
                <a:close/>
                <a:lnTo>
                  <a:pt x="517498" y="168302"/>
                </a:lnTo>
                <a:close/>
                <a:lnTo>
                  <a:pt x="518643" y="167157"/>
                </a:lnTo>
                <a:close/>
                <a:lnTo>
                  <a:pt x="519788" y="166012"/>
                </a:lnTo>
                <a:close/>
                <a:lnTo>
                  <a:pt x="520933" y="164867"/>
                </a:lnTo>
                <a:close/>
                <a:lnTo>
                  <a:pt x="522078" y="163722"/>
                </a:lnTo>
                <a:close/>
                <a:lnTo>
                  <a:pt x="523223" y="162577"/>
                </a:lnTo>
                <a:close/>
                <a:lnTo>
                  <a:pt x="524368" y="161432"/>
                </a:lnTo>
                <a:close/>
                <a:lnTo>
                  <a:pt x="525513" y="160287"/>
                </a:lnTo>
                <a:close/>
                <a:lnTo>
                  <a:pt x="526658" y="159142"/>
                </a:lnTo>
                <a:close/>
                <a:lnTo>
                  <a:pt x="527803" y="157997"/>
                </a:lnTo>
                <a:close/>
                <a:lnTo>
                  <a:pt x="528948" y="156852"/>
                </a:lnTo>
                <a:close/>
                <a:lnTo>
                  <a:pt x="530092" y="155708"/>
                </a:lnTo>
                <a:close/>
                <a:lnTo>
                  <a:pt x="531237" y="154563"/>
                </a:lnTo>
                <a:close/>
                <a:lnTo>
                  <a:pt x="532382" y="153418"/>
                </a:lnTo>
                <a:close/>
                <a:lnTo>
                  <a:pt x="533527" y="152273"/>
                </a:lnTo>
                <a:close/>
                <a:lnTo>
                  <a:pt x="534672" y="151128"/>
                </a:lnTo>
                <a:close/>
                <a:lnTo>
                  <a:pt x="535817" y="149983"/>
                </a:lnTo>
                <a:close/>
                <a:lnTo>
                  <a:pt x="536962" y="148838"/>
                </a:lnTo>
                <a:close/>
                <a:lnTo>
                  <a:pt x="538107" y="147693"/>
                </a:lnTo>
                <a:close/>
                <a:lnTo>
                  <a:pt x="539252" y="146548"/>
                </a:lnTo>
                <a:close/>
                <a:lnTo>
                  <a:pt x="540397" y="145403"/>
                </a:lnTo>
                <a:close/>
                <a:lnTo>
                  <a:pt x="541542" y="144258"/>
                </a:lnTo>
                <a:close/>
                <a:lnTo>
                  <a:pt x="542686" y="143114"/>
                </a:lnTo>
                <a:close/>
                <a:lnTo>
                  <a:pt x="543831" y="141969"/>
                </a:lnTo>
                <a:close/>
                <a:lnTo>
                  <a:pt x="544976" y="140824"/>
                </a:lnTo>
                <a:close/>
                <a:lnTo>
                  <a:pt x="546121" y="139679"/>
                </a:lnTo>
                <a:close/>
                <a:lnTo>
                  <a:pt x="547266" y="138534"/>
                </a:lnTo>
                <a:close/>
                <a:lnTo>
                  <a:pt x="548411" y="137389"/>
                </a:lnTo>
                <a:close/>
                <a:lnTo>
                  <a:pt x="549556" y="136244"/>
                </a:lnTo>
                <a:close/>
                <a:lnTo>
                  <a:pt x="550701" y="135099"/>
                </a:lnTo>
                <a:close/>
                <a:lnTo>
                  <a:pt x="551846" y="133954"/>
                </a:lnTo>
                <a:close/>
                <a:lnTo>
                  <a:pt x="552991" y="132809"/>
                </a:lnTo>
                <a:close/>
                <a:lnTo>
                  <a:pt x="554136" y="131664"/>
                </a:lnTo>
                <a:close/>
                <a:lnTo>
                  <a:pt x="555280" y="130520"/>
                </a:lnTo>
                <a:close/>
                <a:lnTo>
                  <a:pt x="556425" y="129375"/>
                </a:lnTo>
                <a:close/>
                <a:lnTo>
                  <a:pt x="557570" y="128230"/>
                </a:lnTo>
                <a:close/>
                <a:lnTo>
                  <a:pt x="558715" y="127085"/>
                </a:lnTo>
                <a:close/>
                <a:lnTo>
                  <a:pt x="559860" y="125940"/>
                </a:lnTo>
                <a:close/>
                <a:lnTo>
                  <a:pt x="561005" y="124795"/>
                </a:lnTo>
                <a:close/>
                <a:lnTo>
                  <a:pt x="562150" y="123650"/>
                </a:lnTo>
                <a:close/>
                <a:lnTo>
                  <a:pt x="563295" y="122505"/>
                </a:lnTo>
                <a:close/>
                <a:lnTo>
                  <a:pt x="564440" y="121360"/>
                </a:lnTo>
                <a:close/>
                <a:lnTo>
                  <a:pt x="565585" y="120215"/>
                </a:lnTo>
                <a:close/>
                <a:lnTo>
                  <a:pt x="566730" y="119070"/>
                </a:lnTo>
                <a:close/>
                <a:lnTo>
                  <a:pt x="567874" y="117926"/>
                </a:lnTo>
                <a:close/>
                <a:lnTo>
                  <a:pt x="569019" y="116781"/>
                </a:lnTo>
                <a:close/>
                <a:lnTo>
                  <a:pt x="570164" y="115636"/>
                </a:lnTo>
                <a:close/>
                <a:lnTo>
                  <a:pt x="571309" y="114491"/>
                </a:lnTo>
                <a:close/>
                <a:lnTo>
                  <a:pt x="572454" y="113346"/>
                </a:lnTo>
                <a:close/>
                <a:lnTo>
                  <a:pt x="573599" y="112201"/>
                </a:lnTo>
                <a:close/>
                <a:lnTo>
                  <a:pt x="574744" y="111056"/>
                </a:lnTo>
                <a:close/>
                <a:lnTo>
                  <a:pt x="575889" y="109911"/>
                </a:lnTo>
                <a:close/>
                <a:lnTo>
                  <a:pt x="577034" y="108766"/>
                </a:lnTo>
                <a:close/>
                <a:lnTo>
                  <a:pt x="578179" y="107621"/>
                </a:lnTo>
                <a:close/>
                <a:lnTo>
                  <a:pt x="579324" y="106476"/>
                </a:lnTo>
                <a:close/>
                <a:lnTo>
                  <a:pt x="580468" y="105332"/>
                </a:lnTo>
                <a:close/>
                <a:lnTo>
                  <a:pt x="581613" y="104187"/>
                </a:lnTo>
                <a:close/>
                <a:lnTo>
                  <a:pt x="582758" y="103042"/>
                </a:lnTo>
                <a:close/>
                <a:lnTo>
                  <a:pt x="583903" y="101897"/>
                </a:lnTo>
                <a:close/>
                <a:lnTo>
                  <a:pt x="585048" y="100752"/>
                </a:lnTo>
                <a:close/>
                <a:lnTo>
                  <a:pt x="586193" y="99607"/>
                </a:lnTo>
                <a:close/>
                <a:lnTo>
                  <a:pt x="587338" y="98462"/>
                </a:lnTo>
                <a:close/>
                <a:lnTo>
                  <a:pt x="588483" y="97317"/>
                </a:lnTo>
                <a:close/>
                <a:lnTo>
                  <a:pt x="589628" y="96172"/>
                </a:lnTo>
                <a:close/>
                <a:lnTo>
                  <a:pt x="590773" y="95027"/>
                </a:lnTo>
                <a:close/>
                <a:lnTo>
                  <a:pt x="591918" y="93882"/>
                </a:lnTo>
                <a:close/>
                <a:lnTo>
                  <a:pt x="593062" y="92738"/>
                </a:lnTo>
                <a:close/>
                <a:lnTo>
                  <a:pt x="594207" y="91593"/>
                </a:lnTo>
                <a:close/>
                <a:lnTo>
                  <a:pt x="595352" y="90448"/>
                </a:lnTo>
                <a:close/>
                <a:lnTo>
                  <a:pt x="596497" y="89303"/>
                </a:lnTo>
                <a:close/>
                <a:lnTo>
                  <a:pt x="597642" y="88158"/>
                </a:lnTo>
                <a:close/>
                <a:lnTo>
                  <a:pt x="598787" y="87013"/>
                </a:lnTo>
                <a:close/>
                <a:lnTo>
                  <a:pt x="599932" y="85868"/>
                </a:lnTo>
                <a:close/>
                <a:lnTo>
                  <a:pt x="601077" y="84723"/>
                </a:lnTo>
                <a:close/>
                <a:lnTo>
                  <a:pt x="602222" y="83578"/>
                </a:lnTo>
                <a:close/>
                <a:lnTo>
                  <a:pt x="603367" y="82433"/>
                </a:lnTo>
                <a:close/>
                <a:lnTo>
                  <a:pt x="604512" y="81288"/>
                </a:lnTo>
                <a:close/>
                <a:lnTo>
                  <a:pt x="605656" y="80144"/>
                </a:lnTo>
                <a:close/>
                <a:lnTo>
                  <a:pt x="606801" y="78999"/>
                </a:lnTo>
                <a:close/>
                <a:lnTo>
                  <a:pt x="607946" y="77854"/>
                </a:lnTo>
                <a:close/>
                <a:lnTo>
                  <a:pt x="609091" y="76709"/>
                </a:lnTo>
                <a:close/>
                <a:lnTo>
                  <a:pt x="610236" y="75564"/>
                </a:lnTo>
                <a:close/>
                <a:lnTo>
                  <a:pt x="611381" y="74419"/>
                </a:lnTo>
                <a:close/>
                <a:lnTo>
                  <a:pt x="612526" y="73274"/>
                </a:lnTo>
                <a:close/>
                <a:lnTo>
                  <a:pt x="613671" y="72129"/>
                </a:lnTo>
                <a:close/>
                <a:lnTo>
                  <a:pt x="614816" y="70984"/>
                </a:lnTo>
                <a:close/>
                <a:lnTo>
                  <a:pt x="615961" y="69839"/>
                </a:lnTo>
                <a:close/>
                <a:lnTo>
                  <a:pt x="617106" y="68694"/>
                </a:lnTo>
                <a:close/>
                <a:lnTo>
                  <a:pt x="618250" y="67550"/>
                </a:lnTo>
                <a:close/>
                <a:lnTo>
                  <a:pt x="619395" y="66405"/>
                </a:lnTo>
                <a:close/>
                <a:lnTo>
                  <a:pt x="620540" y="65260"/>
                </a:lnTo>
                <a:close/>
                <a:lnTo>
                  <a:pt x="621685" y="64115"/>
                </a:lnTo>
                <a:close/>
                <a:lnTo>
                  <a:pt x="622830" y="62970"/>
                </a:lnTo>
                <a:close/>
                <a:lnTo>
                  <a:pt x="623975" y="61825"/>
                </a:lnTo>
                <a:close/>
                <a:lnTo>
                  <a:pt x="625120" y="60680"/>
                </a:lnTo>
                <a:close/>
                <a:lnTo>
                  <a:pt x="626265" y="59535"/>
                </a:lnTo>
                <a:close/>
                <a:lnTo>
                  <a:pt x="627410" y="58390"/>
                </a:lnTo>
                <a:close/>
                <a:lnTo>
                  <a:pt x="628555" y="57245"/>
                </a:lnTo>
                <a:close/>
                <a:lnTo>
                  <a:pt x="629699" y="56101"/>
                </a:lnTo>
                <a:close/>
                <a:lnTo>
                  <a:pt x="630844" y="54956"/>
                </a:lnTo>
                <a:close/>
                <a:lnTo>
                  <a:pt x="631989" y="53811"/>
                </a:lnTo>
                <a:close/>
                <a:lnTo>
                  <a:pt x="633134" y="52666"/>
                </a:lnTo>
                <a:close/>
                <a:lnTo>
                  <a:pt x="634279" y="51521"/>
                </a:lnTo>
                <a:close/>
                <a:lnTo>
                  <a:pt x="635424" y="50376"/>
                </a:lnTo>
                <a:close/>
                <a:lnTo>
                  <a:pt x="636569" y="49231"/>
                </a:lnTo>
                <a:close/>
                <a:lnTo>
                  <a:pt x="637714" y="48086"/>
                </a:lnTo>
                <a:close/>
                <a:lnTo>
                  <a:pt x="638859" y="46941"/>
                </a:lnTo>
                <a:close/>
                <a:lnTo>
                  <a:pt x="640004" y="45796"/>
                </a:lnTo>
                <a:close/>
                <a:lnTo>
                  <a:pt x="641149" y="44651"/>
                </a:lnTo>
                <a:close/>
                <a:lnTo>
                  <a:pt x="642293" y="43507"/>
                </a:lnTo>
                <a:close/>
                <a:lnTo>
                  <a:pt x="643438" y="42362"/>
                </a:lnTo>
                <a:close/>
                <a:lnTo>
                  <a:pt x="644583" y="41217"/>
                </a:lnTo>
                <a:close/>
                <a:lnTo>
                  <a:pt x="645728" y="40072"/>
                </a:lnTo>
                <a:close/>
                <a:lnTo>
                  <a:pt x="646873" y="38927"/>
                </a:lnTo>
                <a:close/>
                <a:lnTo>
                  <a:pt x="648018" y="37782"/>
                </a:lnTo>
                <a:close/>
                <a:lnTo>
                  <a:pt x="649163" y="36637"/>
                </a:lnTo>
                <a:close/>
                <a:lnTo>
                  <a:pt x="650308" y="35492"/>
                </a:lnTo>
                <a:close/>
                <a:lnTo>
                  <a:pt x="651453" y="34347"/>
                </a:lnTo>
                <a:close/>
                <a:lnTo>
                  <a:pt x="652598" y="33202"/>
                </a:lnTo>
                <a:close/>
                <a:lnTo>
                  <a:pt x="653743" y="32057"/>
                </a:lnTo>
                <a:close/>
                <a:lnTo>
                  <a:pt x="654887" y="30913"/>
                </a:lnTo>
                <a:close/>
                <a:lnTo>
                  <a:pt x="656032" y="29768"/>
                </a:lnTo>
                <a:close/>
                <a:lnTo>
                  <a:pt x="657177" y="28623"/>
                </a:lnTo>
                <a:close/>
                <a:lnTo>
                  <a:pt x="658322" y="27478"/>
                </a:lnTo>
                <a:close/>
                <a:lnTo>
                  <a:pt x="659467" y="26333"/>
                </a:lnTo>
                <a:close/>
                <a:lnTo>
                  <a:pt x="660612" y="25188"/>
                </a:lnTo>
                <a:close/>
                <a:lnTo>
                  <a:pt x="661757" y="24043"/>
                </a:lnTo>
                <a:close/>
                <a:lnTo>
                  <a:pt x="662902" y="22898"/>
                </a:lnTo>
                <a:close/>
                <a:lnTo>
                  <a:pt x="664047" y="21753"/>
                </a:lnTo>
                <a:close/>
                <a:lnTo>
                  <a:pt x="665192" y="20608"/>
                </a:lnTo>
                <a:close/>
                <a:lnTo>
                  <a:pt x="666337" y="19463"/>
                </a:lnTo>
                <a:close/>
                <a:lnTo>
                  <a:pt x="667481" y="18319"/>
                </a:lnTo>
                <a:close/>
                <a:lnTo>
                  <a:pt x="668626" y="17174"/>
                </a:lnTo>
                <a:close/>
                <a:lnTo>
                  <a:pt x="669771" y="16029"/>
                </a:lnTo>
                <a:close/>
                <a:lnTo>
                  <a:pt x="670916" y="14884"/>
                </a:lnTo>
                <a:close/>
                <a:lnTo>
                  <a:pt x="672061" y="13739"/>
                </a:lnTo>
                <a:close/>
                <a:lnTo>
                  <a:pt x="673206" y="12594"/>
                </a:lnTo>
                <a:close/>
                <a:lnTo>
                  <a:pt x="674351" y="11449"/>
                </a:lnTo>
                <a:close/>
                <a:lnTo>
                  <a:pt x="675496" y="10304"/>
                </a:lnTo>
                <a:close/>
                <a:lnTo>
                  <a:pt x="676641" y="9159"/>
                </a:lnTo>
                <a:close/>
                <a:lnTo>
                  <a:pt x="677786" y="8014"/>
                </a:lnTo>
                <a:close/>
                <a:lnTo>
                  <a:pt x="678931" y="6869"/>
                </a:lnTo>
                <a:close/>
                <a:lnTo>
                  <a:pt x="680075" y="5725"/>
                </a:lnTo>
                <a:close/>
                <a:lnTo>
                  <a:pt x="681220" y="4580"/>
                </a:lnTo>
                <a:close/>
                <a:lnTo>
                  <a:pt x="682365" y="3435"/>
                </a:lnTo>
                <a:close/>
                <a:lnTo>
                  <a:pt x="683510" y="2290"/>
                </a:lnTo>
                <a:close/>
                <a:lnTo>
                  <a:pt x="684655" y="1145"/>
                </a:lnTo>
                <a:close/>
                <a:lnTo>
                  <a:pt x="6858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40300" y="20256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403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617720.0" y="1703070.0"/>
            <a:ext cx="137160.0" cy="13716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257800.0" y="1200150.0"/>
            <a:ext cx="13716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37760.0" y="2571750.0"/>
            <a:ext cx="6858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052060.0" y="2571750.0"/>
            <a:ext cx="6858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40960" y="7912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52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084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084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656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