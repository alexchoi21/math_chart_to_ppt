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206240.0" y="2571750.0"/>
            <a:ext cx="13716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834390.0"/>
            <a:ext cx="0.0" cy="210312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206240" y="1291590"/>
            <a:ext cx="822960" cy="822960"/>
          </a:xfrm>
          <a:custGeom>
            <a:avLst/>
            <a:gdLst/>
            <a:ahLst/>
            <a:cxnLst/>
            <a:rect l="l" t="t" r="r" b="b"/>
            <a:pathLst>
              <a:path w="822960" h="822960">
                <a:moveTo>
                  <a:pt x="0" y="0"/>
                </a:moveTo>
                <a:lnTo>
                  <a:pt x="822960" y="82296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29200" y="110871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403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40300" y="20256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754880.0" y="1840230.0"/>
            <a:ext cx="137160.0" cy="13716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20640.0" y="1200150.0"/>
            <a:ext cx="13716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92040.0" y="2617470.0"/>
            <a:ext cx="11430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052060.0" y="2617470.0"/>
            <a:ext cx="11430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8080" y="83693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942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4942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52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656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