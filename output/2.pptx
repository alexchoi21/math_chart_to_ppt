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286000.0" y="2571750.0"/>
            <a:ext cx="45720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285750.0"/>
            <a:ext cx="0.0" cy="45720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reeform 3"/>
          <p:cNvSpPr/>
          <p:nvPr/>
        </p:nvSpPr>
        <p:spPr>
          <a:xfrm>
            <a:off x="4069080" y="1154430"/>
            <a:ext cx="960120" cy="960120"/>
          </a:xfrm>
          <a:custGeom>
            <a:avLst/>
            <a:gdLst/>
            <a:ahLst/>
            <a:cxnLst/>
            <a:rect l="l" t="t" r="r" b="b"/>
            <a:pathLst>
              <a:path w="960120" h="960120">
                <a:moveTo>
                  <a:pt x="0" y="0"/>
                </a:moveTo>
                <a:lnTo>
                  <a:pt x="1601" y="1601"/>
                </a:lnTo>
                <a:close/>
                <a:lnTo>
                  <a:pt x="3203" y="3203"/>
                </a:lnTo>
                <a:close/>
                <a:lnTo>
                  <a:pt x="4806" y="4806"/>
                </a:lnTo>
                <a:close/>
                <a:lnTo>
                  <a:pt x="6410" y="6410"/>
                </a:lnTo>
                <a:close/>
                <a:lnTo>
                  <a:pt x="8015" y="8015"/>
                </a:lnTo>
                <a:close/>
                <a:lnTo>
                  <a:pt x="9621" y="9621"/>
                </a:lnTo>
                <a:close/>
                <a:lnTo>
                  <a:pt x="11226" y="11226"/>
                </a:lnTo>
                <a:close/>
                <a:lnTo>
                  <a:pt x="12832" y="12832"/>
                </a:lnTo>
                <a:close/>
                <a:lnTo>
                  <a:pt x="14438" y="14438"/>
                </a:lnTo>
                <a:close/>
                <a:lnTo>
                  <a:pt x="16044" y="16044"/>
                </a:lnTo>
                <a:close/>
                <a:lnTo>
                  <a:pt x="17649" y="17649"/>
                </a:lnTo>
                <a:close/>
                <a:lnTo>
                  <a:pt x="19253" y="19253"/>
                </a:lnTo>
                <a:close/>
                <a:lnTo>
                  <a:pt x="20857" y="20857"/>
                </a:lnTo>
                <a:close/>
                <a:lnTo>
                  <a:pt x="22459" y="22459"/>
                </a:lnTo>
                <a:close/>
                <a:lnTo>
                  <a:pt x="24060" y="24060"/>
                </a:lnTo>
                <a:close/>
                <a:lnTo>
                  <a:pt x="25659" y="25659"/>
                </a:lnTo>
                <a:close/>
                <a:lnTo>
                  <a:pt x="27257" y="27257"/>
                </a:lnTo>
                <a:close/>
                <a:lnTo>
                  <a:pt x="28854" y="28854"/>
                </a:lnTo>
                <a:close/>
                <a:lnTo>
                  <a:pt x="30451" y="30451"/>
                </a:lnTo>
                <a:close/>
                <a:lnTo>
                  <a:pt x="32048" y="32048"/>
                </a:lnTo>
                <a:close/>
                <a:lnTo>
                  <a:pt x="33646" y="33646"/>
                </a:lnTo>
                <a:close/>
                <a:lnTo>
                  <a:pt x="35244" y="35244"/>
                </a:lnTo>
                <a:close/>
                <a:lnTo>
                  <a:pt x="36844" y="36844"/>
                </a:lnTo>
                <a:close/>
                <a:lnTo>
                  <a:pt x="38445" y="38445"/>
                </a:lnTo>
                <a:close/>
                <a:lnTo>
                  <a:pt x="40048" y="40048"/>
                </a:lnTo>
                <a:close/>
                <a:lnTo>
                  <a:pt x="41652" y="41652"/>
                </a:lnTo>
                <a:close/>
                <a:lnTo>
                  <a:pt x="43257" y="43257"/>
                </a:lnTo>
                <a:close/>
                <a:lnTo>
                  <a:pt x="44862" y="44862"/>
                </a:lnTo>
                <a:close/>
                <a:lnTo>
                  <a:pt x="46467" y="46467"/>
                </a:lnTo>
                <a:close/>
                <a:lnTo>
                  <a:pt x="48072" y="48072"/>
                </a:lnTo>
                <a:close/>
                <a:lnTo>
                  <a:pt x="49677" y="49677"/>
                </a:lnTo>
                <a:close/>
                <a:lnTo>
                  <a:pt x="51281" y="51281"/>
                </a:lnTo>
                <a:close/>
                <a:lnTo>
                  <a:pt x="52886" y="52886"/>
                </a:lnTo>
                <a:close/>
                <a:lnTo>
                  <a:pt x="54489" y="54489"/>
                </a:lnTo>
                <a:close/>
                <a:lnTo>
                  <a:pt x="56093" y="56093"/>
                </a:lnTo>
                <a:close/>
                <a:lnTo>
                  <a:pt x="57697" y="57697"/>
                </a:lnTo>
                <a:close/>
                <a:lnTo>
                  <a:pt x="59300" y="59300"/>
                </a:lnTo>
                <a:close/>
                <a:lnTo>
                  <a:pt x="60904" y="60904"/>
                </a:lnTo>
                <a:close/>
                <a:lnTo>
                  <a:pt x="62508" y="62508"/>
                </a:lnTo>
                <a:close/>
                <a:lnTo>
                  <a:pt x="64112" y="64112"/>
                </a:lnTo>
                <a:close/>
                <a:lnTo>
                  <a:pt x="65716" y="65716"/>
                </a:lnTo>
                <a:close/>
                <a:lnTo>
                  <a:pt x="67320" y="67320"/>
                </a:lnTo>
                <a:close/>
                <a:lnTo>
                  <a:pt x="68924" y="68924"/>
                </a:lnTo>
                <a:close/>
                <a:lnTo>
                  <a:pt x="70528" y="70528"/>
                </a:lnTo>
                <a:close/>
                <a:lnTo>
                  <a:pt x="72132" y="72132"/>
                </a:lnTo>
                <a:close/>
                <a:lnTo>
                  <a:pt x="73735" y="73735"/>
                </a:lnTo>
                <a:close/>
                <a:lnTo>
                  <a:pt x="75339" y="75339"/>
                </a:lnTo>
                <a:close/>
                <a:lnTo>
                  <a:pt x="76943" y="76943"/>
                </a:lnTo>
                <a:close/>
                <a:lnTo>
                  <a:pt x="78546" y="78546"/>
                </a:lnTo>
                <a:close/>
                <a:lnTo>
                  <a:pt x="80150" y="80150"/>
                </a:lnTo>
                <a:close/>
                <a:lnTo>
                  <a:pt x="81754" y="81754"/>
                </a:lnTo>
                <a:close/>
                <a:lnTo>
                  <a:pt x="83358" y="83358"/>
                </a:lnTo>
                <a:close/>
                <a:lnTo>
                  <a:pt x="84963" y="84963"/>
                </a:lnTo>
                <a:close/>
                <a:lnTo>
                  <a:pt x="86568" y="86568"/>
                </a:lnTo>
                <a:close/>
                <a:lnTo>
                  <a:pt x="88173" y="88173"/>
                </a:lnTo>
                <a:close/>
                <a:lnTo>
                  <a:pt x="89779" y="89779"/>
                </a:lnTo>
                <a:close/>
                <a:lnTo>
                  <a:pt x="91384" y="91384"/>
                </a:lnTo>
                <a:close/>
                <a:lnTo>
                  <a:pt x="92988" y="92988"/>
                </a:lnTo>
                <a:close/>
                <a:lnTo>
                  <a:pt x="94591" y="94591"/>
                </a:lnTo>
                <a:close/>
                <a:lnTo>
                  <a:pt x="96193" y="96193"/>
                </a:lnTo>
                <a:close/>
                <a:lnTo>
                  <a:pt x="97793" y="97793"/>
                </a:lnTo>
                <a:close/>
                <a:lnTo>
                  <a:pt x="99392" y="99392"/>
                </a:lnTo>
                <a:close/>
                <a:lnTo>
                  <a:pt x="100990" y="100990"/>
                </a:lnTo>
                <a:close/>
                <a:lnTo>
                  <a:pt x="102587" y="102587"/>
                </a:lnTo>
                <a:close/>
                <a:lnTo>
                  <a:pt x="104184" y="104184"/>
                </a:lnTo>
                <a:close/>
                <a:lnTo>
                  <a:pt x="105781" y="105781"/>
                </a:lnTo>
                <a:close/>
                <a:lnTo>
                  <a:pt x="107378" y="107378"/>
                </a:lnTo>
                <a:close/>
                <a:lnTo>
                  <a:pt x="108977" y="108977"/>
                </a:lnTo>
                <a:close/>
                <a:lnTo>
                  <a:pt x="110578" y="110578"/>
                </a:lnTo>
                <a:close/>
                <a:lnTo>
                  <a:pt x="112180" y="112180"/>
                </a:lnTo>
                <a:close/>
                <a:lnTo>
                  <a:pt x="113783" y="113783"/>
                </a:lnTo>
                <a:close/>
                <a:lnTo>
                  <a:pt x="115388" y="115388"/>
                </a:lnTo>
                <a:close/>
                <a:lnTo>
                  <a:pt x="116993" y="116993"/>
                </a:lnTo>
                <a:close/>
                <a:lnTo>
                  <a:pt x="118598" y="118598"/>
                </a:lnTo>
                <a:close/>
                <a:lnTo>
                  <a:pt x="120203" y="120203"/>
                </a:lnTo>
                <a:close/>
                <a:lnTo>
                  <a:pt x="121808" y="121808"/>
                </a:lnTo>
                <a:close/>
                <a:lnTo>
                  <a:pt x="123413" y="123413"/>
                </a:lnTo>
                <a:close/>
                <a:lnTo>
                  <a:pt x="125017" y="125017"/>
                </a:lnTo>
                <a:close/>
                <a:lnTo>
                  <a:pt x="126621" y="126621"/>
                </a:lnTo>
                <a:close/>
                <a:lnTo>
                  <a:pt x="128225" y="128225"/>
                </a:lnTo>
                <a:close/>
                <a:lnTo>
                  <a:pt x="129828" y="129828"/>
                </a:lnTo>
                <a:close/>
                <a:lnTo>
                  <a:pt x="131432" y="131432"/>
                </a:lnTo>
                <a:close/>
                <a:lnTo>
                  <a:pt x="133036" y="133036"/>
                </a:lnTo>
                <a:close/>
                <a:lnTo>
                  <a:pt x="134639" y="134639"/>
                </a:lnTo>
                <a:close/>
                <a:lnTo>
                  <a:pt x="136243" y="136243"/>
                </a:lnTo>
                <a:close/>
                <a:lnTo>
                  <a:pt x="137847" y="137847"/>
                </a:lnTo>
                <a:close/>
                <a:lnTo>
                  <a:pt x="139451" y="139451"/>
                </a:lnTo>
                <a:close/>
                <a:lnTo>
                  <a:pt x="141055" y="141055"/>
                </a:lnTo>
                <a:close/>
                <a:lnTo>
                  <a:pt x="142659" y="142659"/>
                </a:lnTo>
                <a:close/>
                <a:lnTo>
                  <a:pt x="144263" y="144263"/>
                </a:lnTo>
                <a:close/>
                <a:lnTo>
                  <a:pt x="145867" y="145867"/>
                </a:lnTo>
                <a:close/>
                <a:lnTo>
                  <a:pt x="147471" y="147471"/>
                </a:lnTo>
                <a:close/>
                <a:lnTo>
                  <a:pt x="149074" y="149074"/>
                </a:lnTo>
                <a:close/>
                <a:lnTo>
                  <a:pt x="150678" y="150678"/>
                </a:lnTo>
                <a:close/>
                <a:lnTo>
                  <a:pt x="152282" y="152282"/>
                </a:lnTo>
                <a:close/>
                <a:lnTo>
                  <a:pt x="153886" y="153886"/>
                </a:lnTo>
                <a:close/>
                <a:lnTo>
                  <a:pt x="155490" y="155490"/>
                </a:lnTo>
                <a:close/>
                <a:lnTo>
                  <a:pt x="157094" y="157094"/>
                </a:lnTo>
                <a:close/>
                <a:lnTo>
                  <a:pt x="158699" y="158699"/>
                </a:lnTo>
                <a:close/>
                <a:lnTo>
                  <a:pt x="160304" y="160304"/>
                </a:lnTo>
                <a:close/>
                <a:lnTo>
                  <a:pt x="161910" y="161910"/>
                </a:lnTo>
                <a:close/>
                <a:lnTo>
                  <a:pt x="163515" y="163515"/>
                </a:lnTo>
                <a:close/>
                <a:lnTo>
                  <a:pt x="165119" y="165119"/>
                </a:lnTo>
                <a:close/>
                <a:lnTo>
                  <a:pt x="166723" y="166723"/>
                </a:lnTo>
                <a:close/>
                <a:lnTo>
                  <a:pt x="168326" y="168326"/>
                </a:lnTo>
                <a:close/>
                <a:lnTo>
                  <a:pt x="169927" y="169927"/>
                </a:lnTo>
                <a:close/>
                <a:lnTo>
                  <a:pt x="171526" y="171526"/>
                </a:lnTo>
                <a:close/>
                <a:lnTo>
                  <a:pt x="173125" y="173125"/>
                </a:lnTo>
                <a:close/>
                <a:lnTo>
                  <a:pt x="174722" y="174722"/>
                </a:lnTo>
                <a:close/>
                <a:lnTo>
                  <a:pt x="176319" y="176319"/>
                </a:lnTo>
                <a:close/>
                <a:lnTo>
                  <a:pt x="177916" y="177916"/>
                </a:lnTo>
                <a:close/>
                <a:lnTo>
                  <a:pt x="179513" y="179513"/>
                </a:lnTo>
                <a:close/>
                <a:lnTo>
                  <a:pt x="181111" y="181111"/>
                </a:lnTo>
                <a:close/>
                <a:lnTo>
                  <a:pt x="182711" y="182711"/>
                </a:lnTo>
                <a:close/>
                <a:lnTo>
                  <a:pt x="184312" y="184312"/>
                </a:lnTo>
                <a:close/>
                <a:lnTo>
                  <a:pt x="185915" y="185915"/>
                </a:lnTo>
                <a:close/>
                <a:lnTo>
                  <a:pt x="187519" y="187519"/>
                </a:lnTo>
                <a:close/>
                <a:lnTo>
                  <a:pt x="189123" y="189123"/>
                </a:lnTo>
                <a:close/>
                <a:lnTo>
                  <a:pt x="190729" y="190729"/>
                </a:lnTo>
                <a:close/>
                <a:lnTo>
                  <a:pt x="192334" y="192334"/>
                </a:lnTo>
                <a:close/>
                <a:lnTo>
                  <a:pt x="193939" y="193939"/>
                </a:lnTo>
                <a:close/>
                <a:lnTo>
                  <a:pt x="195544" y="195544"/>
                </a:lnTo>
                <a:close/>
                <a:lnTo>
                  <a:pt x="197149" y="197149"/>
                </a:lnTo>
                <a:close/>
                <a:lnTo>
                  <a:pt x="198753" y="198753"/>
                </a:lnTo>
                <a:close/>
                <a:lnTo>
                  <a:pt x="200357" y="200357"/>
                </a:lnTo>
                <a:close/>
                <a:lnTo>
                  <a:pt x="201961" y="201961"/>
                </a:lnTo>
                <a:close/>
                <a:lnTo>
                  <a:pt x="203564" y="203564"/>
                </a:lnTo>
                <a:close/>
                <a:lnTo>
                  <a:pt x="205168" y="205168"/>
                </a:lnTo>
                <a:close/>
                <a:lnTo>
                  <a:pt x="206771" y="206771"/>
                </a:lnTo>
                <a:close/>
                <a:lnTo>
                  <a:pt x="208374" y="208374"/>
                </a:lnTo>
                <a:close/>
                <a:lnTo>
                  <a:pt x="209978" y="209978"/>
                </a:lnTo>
                <a:close/>
                <a:lnTo>
                  <a:pt x="211582" y="211582"/>
                </a:lnTo>
                <a:close/>
                <a:lnTo>
                  <a:pt x="213185" y="213185"/>
                </a:lnTo>
                <a:close/>
                <a:lnTo>
                  <a:pt x="214789" y="214789"/>
                </a:lnTo>
                <a:close/>
                <a:lnTo>
                  <a:pt x="216394" y="216394"/>
                </a:lnTo>
                <a:close/>
                <a:lnTo>
                  <a:pt x="217998" y="217998"/>
                </a:lnTo>
                <a:close/>
                <a:lnTo>
                  <a:pt x="219603" y="219603"/>
                </a:lnTo>
                <a:close/>
                <a:lnTo>
                  <a:pt x="221209" y="221209"/>
                </a:lnTo>
                <a:close/>
                <a:lnTo>
                  <a:pt x="222814" y="222814"/>
                </a:lnTo>
                <a:close/>
                <a:lnTo>
                  <a:pt x="224419" y="224419"/>
                </a:lnTo>
                <a:close/>
                <a:lnTo>
                  <a:pt x="226023" y="226023"/>
                </a:lnTo>
                <a:close/>
                <a:lnTo>
                  <a:pt x="227627" y="227627"/>
                </a:lnTo>
                <a:close/>
                <a:lnTo>
                  <a:pt x="229229" y="229229"/>
                </a:lnTo>
                <a:close/>
                <a:lnTo>
                  <a:pt x="230830" y="230830"/>
                </a:lnTo>
                <a:close/>
                <a:lnTo>
                  <a:pt x="232430" y="232430"/>
                </a:lnTo>
                <a:close/>
                <a:lnTo>
                  <a:pt x="234028" y="234028"/>
                </a:lnTo>
                <a:close/>
                <a:lnTo>
                  <a:pt x="235625" y="235625"/>
                </a:lnTo>
                <a:close/>
                <a:lnTo>
                  <a:pt x="237222" y="237222"/>
                </a:lnTo>
                <a:close/>
                <a:lnTo>
                  <a:pt x="238819" y="238819"/>
                </a:lnTo>
                <a:close/>
                <a:lnTo>
                  <a:pt x="240416" y="240416"/>
                </a:lnTo>
                <a:close/>
                <a:lnTo>
                  <a:pt x="242015" y="242015"/>
                </a:lnTo>
                <a:close/>
                <a:lnTo>
                  <a:pt x="243615" y="243615"/>
                </a:lnTo>
                <a:close/>
                <a:lnTo>
                  <a:pt x="245216" y="245216"/>
                </a:lnTo>
                <a:close/>
                <a:lnTo>
                  <a:pt x="246819" y="246819"/>
                </a:lnTo>
                <a:close/>
                <a:lnTo>
                  <a:pt x="248423" y="248423"/>
                </a:lnTo>
                <a:close/>
                <a:lnTo>
                  <a:pt x="250028" y="250028"/>
                </a:lnTo>
                <a:close/>
                <a:lnTo>
                  <a:pt x="251633" y="251633"/>
                </a:lnTo>
                <a:close/>
                <a:lnTo>
                  <a:pt x="253238" y="253238"/>
                </a:lnTo>
                <a:close/>
                <a:lnTo>
                  <a:pt x="254843" y="254843"/>
                </a:lnTo>
                <a:close/>
                <a:lnTo>
                  <a:pt x="256448" y="256448"/>
                </a:lnTo>
                <a:close/>
                <a:lnTo>
                  <a:pt x="258053" y="258053"/>
                </a:lnTo>
                <a:close/>
                <a:lnTo>
                  <a:pt x="259657" y="259657"/>
                </a:lnTo>
                <a:close/>
                <a:lnTo>
                  <a:pt x="261260" y="261260"/>
                </a:lnTo>
                <a:close/>
                <a:lnTo>
                  <a:pt x="262864" y="262864"/>
                </a:lnTo>
                <a:close/>
                <a:lnTo>
                  <a:pt x="264468" y="264468"/>
                </a:lnTo>
                <a:close/>
                <a:lnTo>
                  <a:pt x="266071" y="266071"/>
                </a:lnTo>
                <a:close/>
                <a:lnTo>
                  <a:pt x="267675" y="267675"/>
                </a:lnTo>
                <a:close/>
                <a:lnTo>
                  <a:pt x="269279" y="269279"/>
                </a:lnTo>
                <a:close/>
                <a:lnTo>
                  <a:pt x="270883" y="270883"/>
                </a:lnTo>
                <a:close/>
                <a:lnTo>
                  <a:pt x="272487" y="272487"/>
                </a:lnTo>
                <a:close/>
                <a:lnTo>
                  <a:pt x="274091" y="274091"/>
                </a:lnTo>
                <a:close/>
                <a:lnTo>
                  <a:pt x="275695" y="275695"/>
                </a:lnTo>
                <a:close/>
                <a:lnTo>
                  <a:pt x="277299" y="277299"/>
                </a:lnTo>
                <a:close/>
                <a:lnTo>
                  <a:pt x="278903" y="278903"/>
                </a:lnTo>
                <a:close/>
                <a:lnTo>
                  <a:pt x="280506" y="280506"/>
                </a:lnTo>
                <a:close/>
                <a:lnTo>
                  <a:pt x="282110" y="282110"/>
                </a:lnTo>
                <a:close/>
                <a:lnTo>
                  <a:pt x="283714" y="283714"/>
                </a:lnTo>
                <a:close/>
                <a:lnTo>
                  <a:pt x="285317" y="285317"/>
                </a:lnTo>
                <a:close/>
                <a:lnTo>
                  <a:pt x="286921" y="286921"/>
                </a:lnTo>
                <a:close/>
                <a:lnTo>
                  <a:pt x="288525" y="288525"/>
                </a:lnTo>
                <a:close/>
                <a:lnTo>
                  <a:pt x="290130" y="290130"/>
                </a:lnTo>
                <a:close/>
                <a:lnTo>
                  <a:pt x="291734" y="291734"/>
                </a:lnTo>
                <a:close/>
                <a:lnTo>
                  <a:pt x="293339" y="293339"/>
                </a:lnTo>
                <a:close/>
                <a:lnTo>
                  <a:pt x="294945" y="294945"/>
                </a:lnTo>
                <a:close/>
                <a:lnTo>
                  <a:pt x="296550" y="296550"/>
                </a:lnTo>
                <a:close/>
                <a:lnTo>
                  <a:pt x="298155" y="298155"/>
                </a:lnTo>
                <a:close/>
                <a:lnTo>
                  <a:pt x="299759" y="299759"/>
                </a:lnTo>
                <a:close/>
                <a:lnTo>
                  <a:pt x="301362" y="301362"/>
                </a:lnTo>
                <a:close/>
                <a:lnTo>
                  <a:pt x="302964" y="302964"/>
                </a:lnTo>
                <a:close/>
                <a:lnTo>
                  <a:pt x="304564" y="304564"/>
                </a:lnTo>
                <a:close/>
                <a:lnTo>
                  <a:pt x="306163" y="306163"/>
                </a:lnTo>
                <a:close/>
                <a:lnTo>
                  <a:pt x="307760" y="307760"/>
                </a:lnTo>
                <a:close/>
                <a:lnTo>
                  <a:pt x="309357" y="309357"/>
                </a:lnTo>
                <a:close/>
                <a:lnTo>
                  <a:pt x="310954" y="310954"/>
                </a:lnTo>
                <a:close/>
                <a:lnTo>
                  <a:pt x="312551" y="312551"/>
                </a:lnTo>
                <a:close/>
                <a:lnTo>
                  <a:pt x="314149" y="314149"/>
                </a:lnTo>
                <a:close/>
                <a:lnTo>
                  <a:pt x="315748" y="315748"/>
                </a:lnTo>
                <a:close/>
                <a:lnTo>
                  <a:pt x="317349" y="317349"/>
                </a:lnTo>
                <a:close/>
                <a:lnTo>
                  <a:pt x="318951" y="318951"/>
                </a:lnTo>
                <a:close/>
                <a:lnTo>
                  <a:pt x="320554" y="320554"/>
                </a:lnTo>
                <a:close/>
                <a:lnTo>
                  <a:pt x="322159" y="322159"/>
                </a:lnTo>
                <a:close/>
                <a:lnTo>
                  <a:pt x="323764" y="323764"/>
                </a:lnTo>
                <a:close/>
                <a:lnTo>
                  <a:pt x="325369" y="325369"/>
                </a:lnTo>
                <a:close/>
                <a:lnTo>
                  <a:pt x="326974" y="326974"/>
                </a:lnTo>
                <a:close/>
                <a:lnTo>
                  <a:pt x="328579" y="328579"/>
                </a:lnTo>
                <a:close/>
                <a:lnTo>
                  <a:pt x="330184" y="330184"/>
                </a:lnTo>
                <a:close/>
                <a:lnTo>
                  <a:pt x="331788" y="331788"/>
                </a:lnTo>
                <a:close/>
                <a:lnTo>
                  <a:pt x="333392" y="333392"/>
                </a:lnTo>
                <a:close/>
                <a:lnTo>
                  <a:pt x="334996" y="334996"/>
                </a:lnTo>
                <a:close/>
                <a:lnTo>
                  <a:pt x="336600" y="336600"/>
                </a:lnTo>
                <a:close/>
                <a:lnTo>
                  <a:pt x="338203" y="338203"/>
                </a:lnTo>
                <a:close/>
                <a:lnTo>
                  <a:pt x="339807" y="339807"/>
                </a:lnTo>
                <a:close/>
                <a:lnTo>
                  <a:pt x="341411" y="341411"/>
                </a:lnTo>
                <a:close/>
                <a:lnTo>
                  <a:pt x="343014" y="343014"/>
                </a:lnTo>
                <a:close/>
                <a:lnTo>
                  <a:pt x="344618" y="344618"/>
                </a:lnTo>
                <a:close/>
                <a:lnTo>
                  <a:pt x="346222" y="346222"/>
                </a:lnTo>
                <a:close/>
                <a:lnTo>
                  <a:pt x="347826" y="347826"/>
                </a:lnTo>
                <a:close/>
                <a:lnTo>
                  <a:pt x="349430" y="349430"/>
                </a:lnTo>
                <a:close/>
                <a:lnTo>
                  <a:pt x="351034" y="351034"/>
                </a:lnTo>
                <a:close/>
                <a:lnTo>
                  <a:pt x="352638" y="352638"/>
                </a:lnTo>
                <a:close/>
                <a:lnTo>
                  <a:pt x="354242" y="354242"/>
                </a:lnTo>
                <a:close/>
                <a:lnTo>
                  <a:pt x="355845" y="355845"/>
                </a:lnTo>
                <a:close/>
                <a:lnTo>
                  <a:pt x="357449" y="357449"/>
                </a:lnTo>
                <a:close/>
                <a:lnTo>
                  <a:pt x="359053" y="359053"/>
                </a:lnTo>
                <a:close/>
                <a:lnTo>
                  <a:pt x="360657" y="360657"/>
                </a:lnTo>
                <a:close/>
                <a:lnTo>
                  <a:pt x="362261" y="362261"/>
                </a:lnTo>
                <a:close/>
                <a:lnTo>
                  <a:pt x="363865" y="363865"/>
                </a:lnTo>
                <a:close/>
                <a:lnTo>
                  <a:pt x="365470" y="365470"/>
                </a:lnTo>
                <a:close/>
                <a:lnTo>
                  <a:pt x="367076" y="367076"/>
                </a:lnTo>
                <a:close/>
                <a:lnTo>
                  <a:pt x="368681" y="368681"/>
                </a:lnTo>
                <a:close/>
                <a:lnTo>
                  <a:pt x="370286" y="370286"/>
                </a:lnTo>
                <a:close/>
                <a:lnTo>
                  <a:pt x="371890" y="371890"/>
                </a:lnTo>
                <a:close/>
                <a:lnTo>
                  <a:pt x="373494" y="373494"/>
                </a:lnTo>
                <a:close/>
                <a:lnTo>
                  <a:pt x="375096" y="375096"/>
                </a:lnTo>
                <a:close/>
                <a:lnTo>
                  <a:pt x="376697" y="376697"/>
                </a:lnTo>
                <a:close/>
                <a:lnTo>
                  <a:pt x="378297" y="378297"/>
                </a:lnTo>
                <a:close/>
                <a:lnTo>
                  <a:pt x="379895" y="379895"/>
                </a:lnTo>
                <a:close/>
                <a:lnTo>
                  <a:pt x="381492" y="381492"/>
                </a:lnTo>
                <a:close/>
                <a:lnTo>
                  <a:pt x="383089" y="383089"/>
                </a:lnTo>
                <a:close/>
                <a:lnTo>
                  <a:pt x="384686" y="384686"/>
                </a:lnTo>
                <a:close/>
                <a:lnTo>
                  <a:pt x="386283" y="386283"/>
                </a:lnTo>
                <a:close/>
                <a:lnTo>
                  <a:pt x="387882" y="387882"/>
                </a:lnTo>
                <a:close/>
                <a:lnTo>
                  <a:pt x="389482" y="389482"/>
                </a:lnTo>
                <a:close/>
                <a:lnTo>
                  <a:pt x="391083" y="391083"/>
                </a:lnTo>
                <a:close/>
                <a:lnTo>
                  <a:pt x="392686" y="392686"/>
                </a:lnTo>
                <a:close/>
                <a:lnTo>
                  <a:pt x="394290" y="394290"/>
                </a:lnTo>
                <a:close/>
                <a:lnTo>
                  <a:pt x="395895" y="395895"/>
                </a:lnTo>
                <a:close/>
                <a:lnTo>
                  <a:pt x="397500" y="397500"/>
                </a:lnTo>
                <a:close/>
                <a:lnTo>
                  <a:pt x="399105" y="399105"/>
                </a:lnTo>
                <a:close/>
                <a:lnTo>
                  <a:pt x="400710" y="400710"/>
                </a:lnTo>
                <a:close/>
                <a:lnTo>
                  <a:pt x="402315" y="402315"/>
                </a:lnTo>
                <a:close/>
                <a:lnTo>
                  <a:pt x="403920" y="403920"/>
                </a:lnTo>
                <a:close/>
                <a:lnTo>
                  <a:pt x="405524" y="405524"/>
                </a:lnTo>
                <a:close/>
                <a:lnTo>
                  <a:pt x="407128" y="407128"/>
                </a:lnTo>
                <a:close/>
                <a:lnTo>
                  <a:pt x="408732" y="408732"/>
                </a:lnTo>
                <a:close/>
                <a:lnTo>
                  <a:pt x="410335" y="410335"/>
                </a:lnTo>
                <a:close/>
                <a:lnTo>
                  <a:pt x="411939" y="411939"/>
                </a:lnTo>
                <a:close/>
                <a:lnTo>
                  <a:pt x="413542" y="413542"/>
                </a:lnTo>
                <a:close/>
                <a:lnTo>
                  <a:pt x="415146" y="415146"/>
                </a:lnTo>
                <a:close/>
                <a:lnTo>
                  <a:pt x="416749" y="416749"/>
                </a:lnTo>
                <a:close/>
                <a:lnTo>
                  <a:pt x="418353" y="418353"/>
                </a:lnTo>
                <a:close/>
                <a:lnTo>
                  <a:pt x="419956" y="419956"/>
                </a:lnTo>
                <a:close/>
                <a:lnTo>
                  <a:pt x="421560" y="421560"/>
                </a:lnTo>
                <a:close/>
                <a:lnTo>
                  <a:pt x="423165" y="423165"/>
                </a:lnTo>
                <a:close/>
                <a:lnTo>
                  <a:pt x="424769" y="424769"/>
                </a:lnTo>
                <a:close/>
                <a:lnTo>
                  <a:pt x="426374" y="426374"/>
                </a:lnTo>
                <a:close/>
                <a:lnTo>
                  <a:pt x="427980" y="427980"/>
                </a:lnTo>
                <a:close/>
                <a:lnTo>
                  <a:pt x="429585" y="429585"/>
                </a:lnTo>
                <a:close/>
                <a:lnTo>
                  <a:pt x="431190" y="431190"/>
                </a:lnTo>
                <a:close/>
                <a:lnTo>
                  <a:pt x="432794" y="432794"/>
                </a:lnTo>
                <a:close/>
                <a:lnTo>
                  <a:pt x="434398" y="434398"/>
                </a:lnTo>
                <a:close/>
                <a:lnTo>
                  <a:pt x="436000" y="436000"/>
                </a:lnTo>
                <a:close/>
                <a:lnTo>
                  <a:pt x="437601" y="437601"/>
                </a:lnTo>
                <a:close/>
                <a:lnTo>
                  <a:pt x="439200" y="439200"/>
                </a:lnTo>
                <a:close/>
                <a:lnTo>
                  <a:pt x="440798" y="440798"/>
                </a:lnTo>
                <a:close/>
                <a:lnTo>
                  <a:pt x="442396" y="442396"/>
                </a:lnTo>
                <a:close/>
                <a:lnTo>
                  <a:pt x="443992" y="443992"/>
                </a:lnTo>
                <a:close/>
                <a:lnTo>
                  <a:pt x="445589" y="445589"/>
                </a:lnTo>
                <a:close/>
                <a:lnTo>
                  <a:pt x="447187" y="447187"/>
                </a:lnTo>
                <a:close/>
                <a:lnTo>
                  <a:pt x="448785" y="448785"/>
                </a:lnTo>
                <a:close/>
                <a:lnTo>
                  <a:pt x="450386" y="450386"/>
                </a:lnTo>
                <a:close/>
                <a:lnTo>
                  <a:pt x="451987" y="451987"/>
                </a:lnTo>
                <a:close/>
                <a:lnTo>
                  <a:pt x="453590" y="453590"/>
                </a:lnTo>
                <a:close/>
                <a:lnTo>
                  <a:pt x="455194" y="455194"/>
                </a:lnTo>
                <a:close/>
                <a:lnTo>
                  <a:pt x="456799" y="456799"/>
                </a:lnTo>
                <a:close/>
                <a:lnTo>
                  <a:pt x="458404" y="458404"/>
                </a:lnTo>
                <a:close/>
                <a:lnTo>
                  <a:pt x="460009" y="460009"/>
                </a:lnTo>
                <a:close/>
                <a:lnTo>
                  <a:pt x="461615" y="461615"/>
                </a:lnTo>
                <a:close/>
                <a:lnTo>
                  <a:pt x="463219" y="463219"/>
                </a:lnTo>
                <a:close/>
                <a:lnTo>
                  <a:pt x="464824" y="464824"/>
                </a:lnTo>
                <a:close/>
                <a:lnTo>
                  <a:pt x="466428" y="466428"/>
                </a:lnTo>
                <a:close/>
                <a:lnTo>
                  <a:pt x="468032" y="468032"/>
                </a:lnTo>
                <a:close/>
                <a:lnTo>
                  <a:pt x="469635" y="469635"/>
                </a:lnTo>
                <a:close/>
                <a:lnTo>
                  <a:pt x="471239" y="471239"/>
                </a:lnTo>
                <a:close/>
                <a:lnTo>
                  <a:pt x="472842" y="472842"/>
                </a:lnTo>
                <a:close/>
                <a:lnTo>
                  <a:pt x="474446" y="474446"/>
                </a:lnTo>
                <a:close/>
                <a:lnTo>
                  <a:pt x="476050" y="476050"/>
                </a:lnTo>
                <a:close/>
                <a:lnTo>
                  <a:pt x="477654" y="477654"/>
                </a:lnTo>
                <a:close/>
                <a:lnTo>
                  <a:pt x="479258" y="479258"/>
                </a:lnTo>
                <a:close/>
                <a:lnTo>
                  <a:pt x="480862" y="480862"/>
                </a:lnTo>
                <a:close/>
                <a:lnTo>
                  <a:pt x="482466" y="482466"/>
                </a:lnTo>
                <a:close/>
                <a:lnTo>
                  <a:pt x="484070" y="484070"/>
                </a:lnTo>
                <a:close/>
                <a:lnTo>
                  <a:pt x="485674" y="485674"/>
                </a:lnTo>
                <a:close/>
                <a:lnTo>
                  <a:pt x="487278" y="487278"/>
                </a:lnTo>
                <a:close/>
                <a:lnTo>
                  <a:pt x="488881" y="488881"/>
                </a:lnTo>
                <a:close/>
                <a:lnTo>
                  <a:pt x="490485" y="490485"/>
                </a:lnTo>
                <a:close/>
                <a:lnTo>
                  <a:pt x="492088" y="492088"/>
                </a:lnTo>
                <a:close/>
                <a:lnTo>
                  <a:pt x="493692" y="493692"/>
                </a:lnTo>
                <a:close/>
                <a:lnTo>
                  <a:pt x="495296" y="495296"/>
                </a:lnTo>
                <a:close/>
                <a:lnTo>
                  <a:pt x="496901" y="496901"/>
                </a:lnTo>
                <a:close/>
                <a:lnTo>
                  <a:pt x="498505" y="498505"/>
                </a:lnTo>
                <a:close/>
                <a:lnTo>
                  <a:pt x="500111" y="500111"/>
                </a:lnTo>
                <a:close/>
                <a:lnTo>
                  <a:pt x="501716" y="501716"/>
                </a:lnTo>
                <a:close/>
                <a:lnTo>
                  <a:pt x="503321" y="503321"/>
                </a:lnTo>
                <a:close/>
                <a:lnTo>
                  <a:pt x="504926" y="504926"/>
                </a:lnTo>
                <a:close/>
                <a:lnTo>
                  <a:pt x="506530" y="506530"/>
                </a:lnTo>
                <a:close/>
                <a:lnTo>
                  <a:pt x="508133" y="508133"/>
                </a:lnTo>
                <a:close/>
                <a:lnTo>
                  <a:pt x="509734" y="509734"/>
                </a:lnTo>
                <a:close/>
                <a:lnTo>
                  <a:pt x="511335" y="511335"/>
                </a:lnTo>
                <a:close/>
                <a:lnTo>
                  <a:pt x="512933" y="512933"/>
                </a:lnTo>
                <a:close/>
                <a:lnTo>
                  <a:pt x="514531" y="514531"/>
                </a:lnTo>
                <a:close/>
                <a:lnTo>
                  <a:pt x="516128" y="516128"/>
                </a:lnTo>
                <a:close/>
                <a:lnTo>
                  <a:pt x="517724" y="517724"/>
                </a:lnTo>
                <a:close/>
                <a:lnTo>
                  <a:pt x="519322" y="519322"/>
                </a:lnTo>
                <a:close/>
                <a:lnTo>
                  <a:pt x="520920" y="520920"/>
                </a:lnTo>
                <a:close/>
                <a:lnTo>
                  <a:pt x="522519" y="522519"/>
                </a:lnTo>
                <a:close/>
                <a:lnTo>
                  <a:pt x="524120" y="524120"/>
                </a:lnTo>
                <a:close/>
                <a:lnTo>
                  <a:pt x="525722" y="525722"/>
                </a:lnTo>
                <a:close/>
                <a:lnTo>
                  <a:pt x="527326" y="527326"/>
                </a:lnTo>
                <a:close/>
                <a:lnTo>
                  <a:pt x="528930" y="528930"/>
                </a:lnTo>
                <a:close/>
                <a:lnTo>
                  <a:pt x="530535" y="530535"/>
                </a:lnTo>
                <a:close/>
                <a:lnTo>
                  <a:pt x="532140" y="532140"/>
                </a:lnTo>
                <a:close/>
                <a:lnTo>
                  <a:pt x="533746" y="533746"/>
                </a:lnTo>
                <a:close/>
                <a:lnTo>
                  <a:pt x="535351" y="535351"/>
                </a:lnTo>
                <a:close/>
                <a:lnTo>
                  <a:pt x="536955" y="536955"/>
                </a:lnTo>
                <a:close/>
                <a:lnTo>
                  <a:pt x="538560" y="538560"/>
                </a:lnTo>
                <a:close/>
                <a:lnTo>
                  <a:pt x="540164" y="540164"/>
                </a:lnTo>
                <a:close/>
                <a:lnTo>
                  <a:pt x="541767" y="541767"/>
                </a:lnTo>
                <a:close/>
                <a:lnTo>
                  <a:pt x="543371" y="543371"/>
                </a:lnTo>
                <a:close/>
                <a:lnTo>
                  <a:pt x="544974" y="544974"/>
                </a:lnTo>
                <a:close/>
                <a:lnTo>
                  <a:pt x="546578" y="546578"/>
                </a:lnTo>
                <a:close/>
                <a:lnTo>
                  <a:pt x="548181" y="548181"/>
                </a:lnTo>
                <a:close/>
                <a:lnTo>
                  <a:pt x="549785" y="549785"/>
                </a:lnTo>
                <a:close/>
                <a:lnTo>
                  <a:pt x="551388" y="551388"/>
                </a:lnTo>
                <a:close/>
                <a:lnTo>
                  <a:pt x="552992" y="552992"/>
                </a:lnTo>
                <a:close/>
                <a:lnTo>
                  <a:pt x="554596" y="554596"/>
                </a:lnTo>
                <a:close/>
                <a:lnTo>
                  <a:pt x="556200" y="556200"/>
                </a:lnTo>
                <a:close/>
                <a:lnTo>
                  <a:pt x="557805" y="557805"/>
                </a:lnTo>
                <a:close/>
                <a:lnTo>
                  <a:pt x="559410" y="559410"/>
                </a:lnTo>
                <a:close/>
                <a:lnTo>
                  <a:pt x="561015" y="561015"/>
                </a:lnTo>
                <a:close/>
                <a:lnTo>
                  <a:pt x="562620" y="562620"/>
                </a:lnTo>
                <a:close/>
                <a:lnTo>
                  <a:pt x="564225" y="564225"/>
                </a:lnTo>
                <a:close/>
                <a:lnTo>
                  <a:pt x="565830" y="565830"/>
                </a:lnTo>
                <a:close/>
                <a:lnTo>
                  <a:pt x="567434" y="567434"/>
                </a:lnTo>
                <a:close/>
                <a:lnTo>
                  <a:pt x="569037" y="569037"/>
                </a:lnTo>
                <a:close/>
                <a:lnTo>
                  <a:pt x="570638" y="570638"/>
                </a:lnTo>
                <a:close/>
                <a:lnTo>
                  <a:pt x="572238" y="572238"/>
                </a:lnTo>
                <a:close/>
                <a:lnTo>
                  <a:pt x="573837" y="573837"/>
                </a:lnTo>
                <a:close/>
                <a:lnTo>
                  <a:pt x="575434" y="575434"/>
                </a:lnTo>
                <a:close/>
                <a:lnTo>
                  <a:pt x="577031" y="577031"/>
                </a:lnTo>
                <a:close/>
                <a:lnTo>
                  <a:pt x="578628" y="578628"/>
                </a:lnTo>
                <a:close/>
                <a:lnTo>
                  <a:pt x="580225" y="580225"/>
                </a:lnTo>
                <a:close/>
                <a:lnTo>
                  <a:pt x="581823" y="581823"/>
                </a:lnTo>
                <a:close/>
                <a:lnTo>
                  <a:pt x="583423" y="583423"/>
                </a:lnTo>
                <a:close/>
                <a:lnTo>
                  <a:pt x="585024" y="585024"/>
                </a:lnTo>
                <a:close/>
                <a:lnTo>
                  <a:pt x="586626" y="586626"/>
                </a:lnTo>
                <a:close/>
                <a:lnTo>
                  <a:pt x="588230" y="588230"/>
                </a:lnTo>
                <a:close/>
                <a:lnTo>
                  <a:pt x="589834" y="589834"/>
                </a:lnTo>
                <a:close/>
                <a:lnTo>
                  <a:pt x="591439" y="591439"/>
                </a:lnTo>
                <a:close/>
                <a:lnTo>
                  <a:pt x="593044" y="593044"/>
                </a:lnTo>
                <a:close/>
                <a:lnTo>
                  <a:pt x="594650" y="594650"/>
                </a:lnTo>
                <a:close/>
                <a:lnTo>
                  <a:pt x="596255" y="596255"/>
                </a:lnTo>
                <a:close/>
                <a:lnTo>
                  <a:pt x="597859" y="597859"/>
                </a:lnTo>
                <a:close/>
                <a:lnTo>
                  <a:pt x="599463" y="599463"/>
                </a:lnTo>
                <a:close/>
                <a:lnTo>
                  <a:pt x="601067" y="601067"/>
                </a:lnTo>
                <a:close/>
                <a:lnTo>
                  <a:pt x="602671" y="602671"/>
                </a:lnTo>
                <a:close/>
                <a:lnTo>
                  <a:pt x="604275" y="604275"/>
                </a:lnTo>
                <a:close/>
                <a:lnTo>
                  <a:pt x="605878" y="605878"/>
                </a:lnTo>
                <a:close/>
                <a:lnTo>
                  <a:pt x="607482" y="607482"/>
                </a:lnTo>
                <a:close/>
                <a:lnTo>
                  <a:pt x="609086" y="609086"/>
                </a:lnTo>
                <a:close/>
                <a:lnTo>
                  <a:pt x="610690" y="610690"/>
                </a:lnTo>
                <a:close/>
                <a:lnTo>
                  <a:pt x="612294" y="612294"/>
                </a:lnTo>
                <a:close/>
                <a:lnTo>
                  <a:pt x="613898" y="613898"/>
                </a:lnTo>
                <a:close/>
                <a:lnTo>
                  <a:pt x="615502" y="615502"/>
                </a:lnTo>
                <a:close/>
                <a:lnTo>
                  <a:pt x="617106" y="617106"/>
                </a:lnTo>
                <a:close/>
                <a:lnTo>
                  <a:pt x="618709" y="618709"/>
                </a:lnTo>
                <a:close/>
                <a:lnTo>
                  <a:pt x="620313" y="620313"/>
                </a:lnTo>
                <a:close/>
                <a:lnTo>
                  <a:pt x="621917" y="621917"/>
                </a:lnTo>
                <a:close/>
                <a:lnTo>
                  <a:pt x="623520" y="623520"/>
                </a:lnTo>
                <a:close/>
                <a:lnTo>
                  <a:pt x="625124" y="625124"/>
                </a:lnTo>
                <a:close/>
                <a:lnTo>
                  <a:pt x="626728" y="626728"/>
                </a:lnTo>
                <a:close/>
                <a:lnTo>
                  <a:pt x="628332" y="628332"/>
                </a:lnTo>
                <a:close/>
                <a:lnTo>
                  <a:pt x="629936" y="629936"/>
                </a:lnTo>
                <a:close/>
                <a:lnTo>
                  <a:pt x="631541" y="631541"/>
                </a:lnTo>
                <a:close/>
                <a:lnTo>
                  <a:pt x="633146" y="633146"/>
                </a:lnTo>
                <a:close/>
                <a:lnTo>
                  <a:pt x="634751" y="634751"/>
                </a:lnTo>
                <a:close/>
                <a:lnTo>
                  <a:pt x="636356" y="636356"/>
                </a:lnTo>
                <a:close/>
                <a:lnTo>
                  <a:pt x="637961" y="637961"/>
                </a:lnTo>
                <a:close/>
                <a:lnTo>
                  <a:pt x="639566" y="639566"/>
                </a:lnTo>
                <a:close/>
                <a:lnTo>
                  <a:pt x="641169" y="641169"/>
                </a:lnTo>
                <a:close/>
                <a:lnTo>
                  <a:pt x="642771" y="642771"/>
                </a:lnTo>
                <a:close/>
                <a:lnTo>
                  <a:pt x="644372" y="644372"/>
                </a:lnTo>
                <a:close/>
                <a:lnTo>
                  <a:pt x="645971" y="645971"/>
                </a:lnTo>
                <a:close/>
                <a:lnTo>
                  <a:pt x="647569" y="647569"/>
                </a:lnTo>
                <a:close/>
                <a:lnTo>
                  <a:pt x="649166" y="649166"/>
                </a:lnTo>
                <a:close/>
                <a:lnTo>
                  <a:pt x="650763" y="650763"/>
                </a:lnTo>
                <a:close/>
                <a:lnTo>
                  <a:pt x="652360" y="652360"/>
                </a:lnTo>
                <a:close/>
                <a:lnTo>
                  <a:pt x="653957" y="653957"/>
                </a:lnTo>
                <a:close/>
                <a:lnTo>
                  <a:pt x="655556" y="655556"/>
                </a:lnTo>
                <a:close/>
                <a:lnTo>
                  <a:pt x="657156" y="657156"/>
                </a:lnTo>
                <a:close/>
                <a:lnTo>
                  <a:pt x="658758" y="658758"/>
                </a:lnTo>
                <a:close/>
                <a:lnTo>
                  <a:pt x="660361" y="660361"/>
                </a:lnTo>
                <a:close/>
                <a:lnTo>
                  <a:pt x="661965" y="661965"/>
                </a:lnTo>
                <a:close/>
                <a:lnTo>
                  <a:pt x="663570" y="663570"/>
                </a:lnTo>
                <a:close/>
                <a:lnTo>
                  <a:pt x="665175" y="665175"/>
                </a:lnTo>
                <a:close/>
                <a:lnTo>
                  <a:pt x="666781" y="666781"/>
                </a:lnTo>
                <a:close/>
                <a:lnTo>
                  <a:pt x="668386" y="668386"/>
                </a:lnTo>
                <a:close/>
                <a:lnTo>
                  <a:pt x="669990" y="669990"/>
                </a:lnTo>
                <a:close/>
                <a:lnTo>
                  <a:pt x="671595" y="671595"/>
                </a:lnTo>
                <a:close/>
                <a:lnTo>
                  <a:pt x="673199" y="673199"/>
                </a:lnTo>
                <a:close/>
                <a:lnTo>
                  <a:pt x="674803" y="674803"/>
                </a:lnTo>
                <a:close/>
                <a:lnTo>
                  <a:pt x="676406" y="676406"/>
                </a:lnTo>
                <a:close/>
                <a:lnTo>
                  <a:pt x="678010" y="678010"/>
                </a:lnTo>
                <a:close/>
                <a:lnTo>
                  <a:pt x="679614" y="679614"/>
                </a:lnTo>
                <a:close/>
                <a:lnTo>
                  <a:pt x="681217" y="681217"/>
                </a:lnTo>
                <a:close/>
                <a:lnTo>
                  <a:pt x="682821" y="682821"/>
                </a:lnTo>
                <a:close/>
                <a:lnTo>
                  <a:pt x="684425" y="684425"/>
                </a:lnTo>
                <a:close/>
                <a:lnTo>
                  <a:pt x="686029" y="686029"/>
                </a:lnTo>
                <a:close/>
                <a:lnTo>
                  <a:pt x="687633" y="687633"/>
                </a:lnTo>
                <a:close/>
                <a:lnTo>
                  <a:pt x="689237" y="689237"/>
                </a:lnTo>
                <a:close/>
                <a:lnTo>
                  <a:pt x="690841" y="690841"/>
                </a:lnTo>
                <a:close/>
                <a:lnTo>
                  <a:pt x="692445" y="692445"/>
                </a:lnTo>
                <a:close/>
                <a:lnTo>
                  <a:pt x="694049" y="694049"/>
                </a:lnTo>
                <a:close/>
                <a:lnTo>
                  <a:pt x="695652" y="695652"/>
                </a:lnTo>
                <a:close/>
                <a:lnTo>
                  <a:pt x="697256" y="697256"/>
                </a:lnTo>
                <a:close/>
                <a:lnTo>
                  <a:pt x="698860" y="698860"/>
                </a:lnTo>
                <a:close/>
                <a:lnTo>
                  <a:pt x="700463" y="700463"/>
                </a:lnTo>
                <a:close/>
                <a:lnTo>
                  <a:pt x="702067" y="702067"/>
                </a:lnTo>
                <a:close/>
                <a:lnTo>
                  <a:pt x="703672" y="703672"/>
                </a:lnTo>
                <a:close/>
                <a:lnTo>
                  <a:pt x="705277" y="705277"/>
                </a:lnTo>
                <a:close/>
                <a:lnTo>
                  <a:pt x="706882" y="706882"/>
                </a:lnTo>
                <a:close/>
                <a:lnTo>
                  <a:pt x="708487" y="708487"/>
                </a:lnTo>
                <a:close/>
                <a:lnTo>
                  <a:pt x="710092" y="710092"/>
                </a:lnTo>
                <a:close/>
                <a:lnTo>
                  <a:pt x="711697" y="711697"/>
                </a:lnTo>
                <a:close/>
                <a:lnTo>
                  <a:pt x="713301" y="713301"/>
                </a:lnTo>
                <a:close/>
                <a:lnTo>
                  <a:pt x="714904" y="714904"/>
                </a:lnTo>
                <a:close/>
                <a:lnTo>
                  <a:pt x="716505" y="716505"/>
                </a:lnTo>
                <a:close/>
                <a:lnTo>
                  <a:pt x="718105" y="718105"/>
                </a:lnTo>
                <a:close/>
                <a:lnTo>
                  <a:pt x="719704" y="719704"/>
                </a:lnTo>
                <a:close/>
                <a:lnTo>
                  <a:pt x="721301" y="721301"/>
                </a:lnTo>
                <a:close/>
                <a:lnTo>
                  <a:pt x="722898" y="722898"/>
                </a:lnTo>
                <a:close/>
                <a:lnTo>
                  <a:pt x="724495" y="724495"/>
                </a:lnTo>
                <a:close/>
                <a:lnTo>
                  <a:pt x="726092" y="726092"/>
                </a:lnTo>
                <a:close/>
                <a:lnTo>
                  <a:pt x="727690" y="727690"/>
                </a:lnTo>
                <a:close/>
                <a:lnTo>
                  <a:pt x="729290" y="729290"/>
                </a:lnTo>
                <a:close/>
                <a:lnTo>
                  <a:pt x="730891" y="730891"/>
                </a:lnTo>
                <a:close/>
                <a:lnTo>
                  <a:pt x="732493" y="732493"/>
                </a:lnTo>
                <a:close/>
                <a:lnTo>
                  <a:pt x="734097" y="734097"/>
                </a:lnTo>
                <a:close/>
                <a:lnTo>
                  <a:pt x="735701" y="735701"/>
                </a:lnTo>
                <a:close/>
                <a:lnTo>
                  <a:pt x="737306" y="737306"/>
                </a:lnTo>
                <a:close/>
                <a:lnTo>
                  <a:pt x="738911" y="738911"/>
                </a:lnTo>
                <a:close/>
                <a:lnTo>
                  <a:pt x="740517" y="740517"/>
                </a:lnTo>
                <a:close/>
                <a:lnTo>
                  <a:pt x="742122" y="742122"/>
                </a:lnTo>
                <a:close/>
                <a:lnTo>
                  <a:pt x="743726" y="743726"/>
                </a:lnTo>
                <a:close/>
                <a:lnTo>
                  <a:pt x="745331" y="745331"/>
                </a:lnTo>
                <a:close/>
                <a:lnTo>
                  <a:pt x="746935" y="746935"/>
                </a:lnTo>
                <a:close/>
                <a:lnTo>
                  <a:pt x="748538" y="748538"/>
                </a:lnTo>
                <a:close/>
                <a:lnTo>
                  <a:pt x="750142" y="750142"/>
                </a:lnTo>
                <a:close/>
                <a:lnTo>
                  <a:pt x="751746" y="751746"/>
                </a:lnTo>
                <a:close/>
                <a:lnTo>
                  <a:pt x="753349" y="753349"/>
                </a:lnTo>
                <a:close/>
                <a:lnTo>
                  <a:pt x="754952" y="754952"/>
                </a:lnTo>
                <a:close/>
                <a:lnTo>
                  <a:pt x="756556" y="756556"/>
                </a:lnTo>
                <a:close/>
                <a:lnTo>
                  <a:pt x="758159" y="758159"/>
                </a:lnTo>
                <a:close/>
                <a:lnTo>
                  <a:pt x="759763" y="759763"/>
                </a:lnTo>
                <a:close/>
                <a:lnTo>
                  <a:pt x="761367" y="761367"/>
                </a:lnTo>
                <a:close/>
                <a:lnTo>
                  <a:pt x="762971" y="762971"/>
                </a:lnTo>
                <a:close/>
                <a:lnTo>
                  <a:pt x="764576" y="764576"/>
                </a:lnTo>
                <a:close/>
                <a:lnTo>
                  <a:pt x="766181" y="766181"/>
                </a:lnTo>
                <a:close/>
                <a:lnTo>
                  <a:pt x="767786" y="767786"/>
                </a:lnTo>
                <a:close/>
                <a:lnTo>
                  <a:pt x="769391" y="769391"/>
                </a:lnTo>
                <a:close/>
                <a:lnTo>
                  <a:pt x="770997" y="770997"/>
                </a:lnTo>
                <a:close/>
                <a:lnTo>
                  <a:pt x="772601" y="772601"/>
                </a:lnTo>
                <a:close/>
                <a:lnTo>
                  <a:pt x="774205" y="774205"/>
                </a:lnTo>
                <a:close/>
                <a:lnTo>
                  <a:pt x="775808" y="775808"/>
                </a:lnTo>
                <a:close/>
                <a:lnTo>
                  <a:pt x="777409" y="777409"/>
                </a:lnTo>
                <a:close/>
                <a:lnTo>
                  <a:pt x="779009" y="779009"/>
                </a:lnTo>
                <a:close/>
                <a:lnTo>
                  <a:pt x="780607" y="780607"/>
                </a:lnTo>
                <a:close/>
                <a:lnTo>
                  <a:pt x="782204" y="782204"/>
                </a:lnTo>
                <a:close/>
                <a:lnTo>
                  <a:pt x="783801" y="783801"/>
                </a:lnTo>
                <a:close/>
                <a:lnTo>
                  <a:pt x="785398" y="785398"/>
                </a:lnTo>
                <a:close/>
                <a:lnTo>
                  <a:pt x="786995" y="786995"/>
                </a:lnTo>
                <a:close/>
                <a:lnTo>
                  <a:pt x="788594" y="788594"/>
                </a:lnTo>
                <a:close/>
                <a:lnTo>
                  <a:pt x="790193" y="790193"/>
                </a:lnTo>
                <a:close/>
                <a:lnTo>
                  <a:pt x="791794" y="791794"/>
                </a:lnTo>
                <a:close/>
                <a:lnTo>
                  <a:pt x="793397" y="793397"/>
                </a:lnTo>
                <a:close/>
                <a:lnTo>
                  <a:pt x="795001" y="795001"/>
                </a:lnTo>
                <a:close/>
                <a:lnTo>
                  <a:pt x="796605" y="796605"/>
                </a:lnTo>
                <a:close/>
                <a:lnTo>
                  <a:pt x="798210" y="798210"/>
                </a:lnTo>
                <a:close/>
                <a:lnTo>
                  <a:pt x="799816" y="799816"/>
                </a:lnTo>
                <a:close/>
                <a:lnTo>
                  <a:pt x="801421" y="801421"/>
                </a:lnTo>
                <a:close/>
                <a:lnTo>
                  <a:pt x="803026" y="803026"/>
                </a:lnTo>
                <a:close/>
                <a:lnTo>
                  <a:pt x="804630" y="804630"/>
                </a:lnTo>
                <a:close/>
                <a:lnTo>
                  <a:pt x="806234" y="806234"/>
                </a:lnTo>
                <a:close/>
                <a:lnTo>
                  <a:pt x="807838" y="807838"/>
                </a:lnTo>
                <a:close/>
                <a:lnTo>
                  <a:pt x="809442" y="809442"/>
                </a:lnTo>
                <a:close/>
                <a:lnTo>
                  <a:pt x="811046" y="811046"/>
                </a:lnTo>
                <a:close/>
                <a:lnTo>
                  <a:pt x="812649" y="812649"/>
                </a:lnTo>
                <a:close/>
                <a:lnTo>
                  <a:pt x="814253" y="814253"/>
                </a:lnTo>
                <a:close/>
                <a:lnTo>
                  <a:pt x="815857" y="815857"/>
                </a:lnTo>
                <a:close/>
                <a:lnTo>
                  <a:pt x="817461" y="817461"/>
                </a:lnTo>
                <a:close/>
                <a:lnTo>
                  <a:pt x="819065" y="819065"/>
                </a:lnTo>
                <a:close/>
                <a:lnTo>
                  <a:pt x="820669" y="820669"/>
                </a:lnTo>
                <a:close/>
                <a:lnTo>
                  <a:pt x="822273" y="822273"/>
                </a:lnTo>
                <a:close/>
                <a:lnTo>
                  <a:pt x="823877" y="823877"/>
                </a:lnTo>
                <a:close/>
                <a:lnTo>
                  <a:pt x="825481" y="825481"/>
                </a:lnTo>
                <a:close/>
                <a:lnTo>
                  <a:pt x="827084" y="827084"/>
                </a:lnTo>
                <a:close/>
                <a:lnTo>
                  <a:pt x="828688" y="828688"/>
                </a:lnTo>
                <a:close/>
                <a:lnTo>
                  <a:pt x="830292" y="830292"/>
                </a:lnTo>
                <a:close/>
                <a:lnTo>
                  <a:pt x="831895" y="831895"/>
                </a:lnTo>
                <a:close/>
                <a:lnTo>
                  <a:pt x="833499" y="833499"/>
                </a:lnTo>
                <a:close/>
                <a:lnTo>
                  <a:pt x="835103" y="835103"/>
                </a:lnTo>
                <a:close/>
                <a:lnTo>
                  <a:pt x="836707" y="836707"/>
                </a:lnTo>
                <a:close/>
                <a:lnTo>
                  <a:pt x="838312" y="838312"/>
                </a:lnTo>
                <a:close/>
                <a:lnTo>
                  <a:pt x="839917" y="839917"/>
                </a:lnTo>
                <a:close/>
                <a:lnTo>
                  <a:pt x="841522" y="841522"/>
                </a:lnTo>
                <a:close/>
                <a:lnTo>
                  <a:pt x="843127" y="843127"/>
                </a:lnTo>
                <a:close/>
                <a:lnTo>
                  <a:pt x="844732" y="844732"/>
                </a:lnTo>
                <a:close/>
                <a:lnTo>
                  <a:pt x="846337" y="846337"/>
                </a:lnTo>
                <a:close/>
                <a:lnTo>
                  <a:pt x="847940" y="847940"/>
                </a:lnTo>
                <a:close/>
                <a:lnTo>
                  <a:pt x="849542" y="849542"/>
                </a:lnTo>
                <a:close/>
                <a:lnTo>
                  <a:pt x="851143" y="851143"/>
                </a:lnTo>
                <a:close/>
                <a:lnTo>
                  <a:pt x="852742" y="852742"/>
                </a:lnTo>
                <a:close/>
                <a:lnTo>
                  <a:pt x="854339" y="854339"/>
                </a:lnTo>
                <a:close/>
                <a:lnTo>
                  <a:pt x="855936" y="855936"/>
                </a:lnTo>
                <a:close/>
                <a:lnTo>
                  <a:pt x="857533" y="857533"/>
                </a:lnTo>
                <a:close/>
                <a:lnTo>
                  <a:pt x="859130" y="859130"/>
                </a:lnTo>
                <a:close/>
                <a:lnTo>
                  <a:pt x="860728" y="860728"/>
                </a:lnTo>
                <a:close/>
                <a:lnTo>
                  <a:pt x="862327" y="862327"/>
                </a:lnTo>
                <a:close/>
                <a:lnTo>
                  <a:pt x="863927" y="863927"/>
                </a:lnTo>
                <a:close/>
                <a:lnTo>
                  <a:pt x="865529" y="865529"/>
                </a:lnTo>
                <a:close/>
                <a:lnTo>
                  <a:pt x="867132" y="867132"/>
                </a:lnTo>
                <a:close/>
                <a:lnTo>
                  <a:pt x="868736" y="868736"/>
                </a:lnTo>
                <a:close/>
                <a:lnTo>
                  <a:pt x="870341" y="870341"/>
                </a:lnTo>
                <a:close/>
                <a:lnTo>
                  <a:pt x="871947" y="871947"/>
                </a:lnTo>
                <a:close/>
                <a:lnTo>
                  <a:pt x="873552" y="873552"/>
                </a:lnTo>
                <a:close/>
                <a:lnTo>
                  <a:pt x="875157" y="875157"/>
                </a:lnTo>
                <a:close/>
                <a:lnTo>
                  <a:pt x="876762" y="876762"/>
                </a:lnTo>
                <a:close/>
                <a:lnTo>
                  <a:pt x="878366" y="878366"/>
                </a:lnTo>
                <a:close/>
                <a:lnTo>
                  <a:pt x="879970" y="879970"/>
                </a:lnTo>
                <a:close/>
                <a:lnTo>
                  <a:pt x="881574" y="881574"/>
                </a:lnTo>
                <a:close/>
                <a:lnTo>
                  <a:pt x="883177" y="883177"/>
                </a:lnTo>
                <a:close/>
                <a:lnTo>
                  <a:pt x="884781" y="884781"/>
                </a:lnTo>
                <a:close/>
                <a:lnTo>
                  <a:pt x="886385" y="886385"/>
                </a:lnTo>
                <a:close/>
                <a:lnTo>
                  <a:pt x="887988" y="887988"/>
                </a:lnTo>
                <a:close/>
                <a:lnTo>
                  <a:pt x="889592" y="889592"/>
                </a:lnTo>
                <a:close/>
                <a:lnTo>
                  <a:pt x="891196" y="891196"/>
                </a:lnTo>
                <a:close/>
                <a:lnTo>
                  <a:pt x="892800" y="892800"/>
                </a:lnTo>
                <a:close/>
                <a:lnTo>
                  <a:pt x="894404" y="894404"/>
                </a:lnTo>
                <a:close/>
                <a:lnTo>
                  <a:pt x="896008" y="896008"/>
                </a:lnTo>
                <a:close/>
                <a:lnTo>
                  <a:pt x="897612" y="897612"/>
                </a:lnTo>
                <a:close/>
                <a:lnTo>
                  <a:pt x="899216" y="899216"/>
                </a:lnTo>
                <a:close/>
                <a:lnTo>
                  <a:pt x="900820" y="900820"/>
                </a:lnTo>
                <a:close/>
                <a:lnTo>
                  <a:pt x="902423" y="902423"/>
                </a:lnTo>
                <a:close/>
                <a:lnTo>
                  <a:pt x="904027" y="904027"/>
                </a:lnTo>
                <a:close/>
                <a:lnTo>
                  <a:pt x="905631" y="905631"/>
                </a:lnTo>
                <a:close/>
                <a:lnTo>
                  <a:pt x="907234" y="907234"/>
                </a:lnTo>
                <a:close/>
                <a:lnTo>
                  <a:pt x="908839" y="908839"/>
                </a:lnTo>
                <a:close/>
                <a:lnTo>
                  <a:pt x="910443" y="910443"/>
                </a:lnTo>
                <a:close/>
                <a:lnTo>
                  <a:pt x="912048" y="912048"/>
                </a:lnTo>
                <a:close/>
                <a:lnTo>
                  <a:pt x="913653" y="913653"/>
                </a:lnTo>
                <a:close/>
                <a:lnTo>
                  <a:pt x="915258" y="915258"/>
                </a:lnTo>
                <a:close/>
                <a:lnTo>
                  <a:pt x="916863" y="916863"/>
                </a:lnTo>
                <a:close/>
                <a:lnTo>
                  <a:pt x="918468" y="918468"/>
                </a:lnTo>
                <a:close/>
                <a:lnTo>
                  <a:pt x="920072" y="920072"/>
                </a:lnTo>
                <a:close/>
                <a:lnTo>
                  <a:pt x="921675" y="921675"/>
                </a:lnTo>
                <a:close/>
                <a:lnTo>
                  <a:pt x="923276" y="923276"/>
                </a:lnTo>
                <a:close/>
                <a:lnTo>
                  <a:pt x="924876" y="924876"/>
                </a:lnTo>
                <a:close/>
                <a:lnTo>
                  <a:pt x="926474" y="926474"/>
                </a:lnTo>
                <a:close/>
                <a:lnTo>
                  <a:pt x="928072" y="928072"/>
                </a:lnTo>
                <a:close/>
                <a:lnTo>
                  <a:pt x="929669" y="929669"/>
                </a:lnTo>
                <a:close/>
                <a:lnTo>
                  <a:pt x="931266" y="931266"/>
                </a:lnTo>
                <a:close/>
                <a:lnTo>
                  <a:pt x="932863" y="932863"/>
                </a:lnTo>
                <a:close/>
                <a:lnTo>
                  <a:pt x="934461" y="934461"/>
                </a:lnTo>
                <a:close/>
                <a:lnTo>
                  <a:pt x="936060" y="936060"/>
                </a:lnTo>
                <a:close/>
                <a:lnTo>
                  <a:pt x="937661" y="937661"/>
                </a:lnTo>
                <a:close/>
                <a:lnTo>
                  <a:pt x="939263" y="939263"/>
                </a:lnTo>
                <a:close/>
                <a:lnTo>
                  <a:pt x="940867" y="940867"/>
                </a:lnTo>
                <a:close/>
                <a:lnTo>
                  <a:pt x="942471" y="942471"/>
                </a:lnTo>
                <a:close/>
                <a:lnTo>
                  <a:pt x="944076" y="944076"/>
                </a:lnTo>
                <a:close/>
                <a:lnTo>
                  <a:pt x="945682" y="945682"/>
                </a:lnTo>
                <a:close/>
                <a:lnTo>
                  <a:pt x="947288" y="947288"/>
                </a:lnTo>
                <a:close/>
                <a:lnTo>
                  <a:pt x="948894" y="948894"/>
                </a:lnTo>
                <a:close/>
                <a:lnTo>
                  <a:pt x="950499" y="950499"/>
                </a:lnTo>
                <a:close/>
                <a:lnTo>
                  <a:pt x="952105" y="952105"/>
                </a:lnTo>
                <a:close/>
                <a:lnTo>
                  <a:pt x="953710" y="953710"/>
                </a:lnTo>
                <a:close/>
                <a:lnTo>
                  <a:pt x="955314" y="955314"/>
                </a:lnTo>
                <a:close/>
                <a:lnTo>
                  <a:pt x="956917" y="956917"/>
                </a:lnTo>
                <a:close/>
                <a:lnTo>
                  <a:pt x="958519" y="958519"/>
                </a:lnTo>
                <a:close/>
                <a:lnTo>
                  <a:pt x="960120" y="960120"/>
                </a:lnTo>
                <a:close/>
              </a:path>
            </a:pathLst>
          </a:custGeom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5029200" y="1108710"/>
            <a:ext cx="548640" cy="548640"/>
          </a:xfrm>
          <a:custGeom>
            <a:avLst/>
            <a:gdLst/>
            <a:ahLst/>
            <a:cxnLst/>
            <a:rect l="l" t="t" r="r" b="b"/>
            <a:pathLst>
              <a:path w="548640" h="548640">
                <a:moveTo>
                  <a:pt x="0" y="548640"/>
                </a:moveTo>
                <a:lnTo>
                  <a:pt x="916" y="547724"/>
                </a:lnTo>
                <a:close/>
                <a:lnTo>
                  <a:pt x="1833" y="546807"/>
                </a:lnTo>
                <a:close/>
                <a:lnTo>
                  <a:pt x="2749" y="545891"/>
                </a:lnTo>
                <a:close/>
                <a:lnTo>
                  <a:pt x="3666" y="544974"/>
                </a:lnTo>
                <a:close/>
                <a:lnTo>
                  <a:pt x="4582" y="544058"/>
                </a:lnTo>
                <a:close/>
                <a:lnTo>
                  <a:pt x="5499" y="543141"/>
                </a:lnTo>
                <a:close/>
                <a:lnTo>
                  <a:pt x="6416" y="542224"/>
                </a:lnTo>
                <a:close/>
                <a:lnTo>
                  <a:pt x="7332" y="541308"/>
                </a:lnTo>
                <a:close/>
                <a:lnTo>
                  <a:pt x="8249" y="540391"/>
                </a:lnTo>
                <a:close/>
                <a:lnTo>
                  <a:pt x="9166" y="539474"/>
                </a:lnTo>
                <a:close/>
                <a:lnTo>
                  <a:pt x="10082" y="538558"/>
                </a:lnTo>
                <a:close/>
                <a:lnTo>
                  <a:pt x="10999" y="537641"/>
                </a:lnTo>
                <a:close/>
                <a:lnTo>
                  <a:pt x="11915" y="536725"/>
                </a:lnTo>
                <a:close/>
                <a:lnTo>
                  <a:pt x="12832" y="535808"/>
                </a:lnTo>
                <a:close/>
                <a:lnTo>
                  <a:pt x="13748" y="534892"/>
                </a:lnTo>
                <a:close/>
                <a:lnTo>
                  <a:pt x="14664" y="533976"/>
                </a:lnTo>
                <a:close/>
                <a:lnTo>
                  <a:pt x="15580" y="533060"/>
                </a:lnTo>
                <a:close/>
                <a:lnTo>
                  <a:pt x="16497" y="532143"/>
                </a:lnTo>
                <a:close/>
                <a:lnTo>
                  <a:pt x="17413" y="531227"/>
                </a:lnTo>
                <a:close/>
                <a:lnTo>
                  <a:pt x="18329" y="530311"/>
                </a:lnTo>
                <a:close/>
                <a:lnTo>
                  <a:pt x="19246" y="529394"/>
                </a:lnTo>
                <a:close/>
                <a:lnTo>
                  <a:pt x="20163" y="528477"/>
                </a:lnTo>
                <a:close/>
                <a:lnTo>
                  <a:pt x="21081" y="527559"/>
                </a:lnTo>
                <a:close/>
                <a:lnTo>
                  <a:pt x="21998" y="526642"/>
                </a:lnTo>
                <a:close/>
                <a:lnTo>
                  <a:pt x="22916" y="525724"/>
                </a:lnTo>
                <a:close/>
                <a:lnTo>
                  <a:pt x="23834" y="524806"/>
                </a:lnTo>
                <a:close/>
                <a:lnTo>
                  <a:pt x="24751" y="523889"/>
                </a:lnTo>
                <a:close/>
                <a:lnTo>
                  <a:pt x="25668" y="522972"/>
                </a:lnTo>
                <a:close/>
                <a:lnTo>
                  <a:pt x="26583" y="522057"/>
                </a:lnTo>
                <a:close/>
                <a:lnTo>
                  <a:pt x="27497" y="521143"/>
                </a:lnTo>
                <a:close/>
                <a:lnTo>
                  <a:pt x="28410" y="520230"/>
                </a:lnTo>
                <a:close/>
                <a:lnTo>
                  <a:pt x="29321" y="519319"/>
                </a:lnTo>
                <a:close/>
                <a:lnTo>
                  <a:pt x="30231" y="518409"/>
                </a:lnTo>
                <a:close/>
                <a:lnTo>
                  <a:pt x="31140" y="517500"/>
                </a:lnTo>
                <a:close/>
                <a:lnTo>
                  <a:pt x="32050" y="516590"/>
                </a:lnTo>
                <a:close/>
                <a:lnTo>
                  <a:pt x="32960" y="515680"/>
                </a:lnTo>
                <a:close/>
                <a:lnTo>
                  <a:pt x="33870" y="514770"/>
                </a:lnTo>
                <a:close/>
                <a:lnTo>
                  <a:pt x="34782" y="513858"/>
                </a:lnTo>
                <a:close/>
                <a:lnTo>
                  <a:pt x="35696" y="512944"/>
                </a:lnTo>
                <a:close/>
                <a:lnTo>
                  <a:pt x="36611" y="512029"/>
                </a:lnTo>
                <a:close/>
                <a:lnTo>
                  <a:pt x="37527" y="511113"/>
                </a:lnTo>
                <a:close/>
                <a:lnTo>
                  <a:pt x="38444" y="510196"/>
                </a:lnTo>
                <a:close/>
                <a:lnTo>
                  <a:pt x="39362" y="509278"/>
                </a:lnTo>
                <a:close/>
                <a:lnTo>
                  <a:pt x="40280" y="508360"/>
                </a:lnTo>
                <a:close/>
                <a:lnTo>
                  <a:pt x="41198" y="507442"/>
                </a:lnTo>
                <a:close/>
                <a:lnTo>
                  <a:pt x="42115" y="506525"/>
                </a:lnTo>
                <a:close/>
                <a:lnTo>
                  <a:pt x="43033" y="505607"/>
                </a:lnTo>
                <a:close/>
                <a:lnTo>
                  <a:pt x="43949" y="504691"/>
                </a:lnTo>
                <a:close/>
                <a:lnTo>
                  <a:pt x="44866" y="503774"/>
                </a:lnTo>
                <a:close/>
                <a:lnTo>
                  <a:pt x="45782" y="502858"/>
                </a:lnTo>
                <a:close/>
                <a:lnTo>
                  <a:pt x="46698" y="501942"/>
                </a:lnTo>
                <a:close/>
                <a:lnTo>
                  <a:pt x="47615" y="501025"/>
                </a:lnTo>
                <a:close/>
                <a:lnTo>
                  <a:pt x="48531" y="500109"/>
                </a:lnTo>
                <a:close/>
                <a:lnTo>
                  <a:pt x="49447" y="499193"/>
                </a:lnTo>
                <a:close/>
                <a:lnTo>
                  <a:pt x="50364" y="498276"/>
                </a:lnTo>
                <a:close/>
                <a:lnTo>
                  <a:pt x="51280" y="497360"/>
                </a:lnTo>
                <a:close/>
                <a:lnTo>
                  <a:pt x="52197" y="496443"/>
                </a:lnTo>
                <a:close/>
                <a:lnTo>
                  <a:pt x="53113" y="495527"/>
                </a:lnTo>
                <a:close/>
                <a:lnTo>
                  <a:pt x="54030" y="494610"/>
                </a:lnTo>
                <a:close/>
                <a:lnTo>
                  <a:pt x="54946" y="493694"/>
                </a:lnTo>
                <a:close/>
                <a:lnTo>
                  <a:pt x="55863" y="492777"/>
                </a:lnTo>
                <a:close/>
                <a:lnTo>
                  <a:pt x="56780" y="491860"/>
                </a:lnTo>
                <a:close/>
                <a:lnTo>
                  <a:pt x="57696" y="490944"/>
                </a:lnTo>
                <a:close/>
                <a:lnTo>
                  <a:pt x="58613" y="490027"/>
                </a:lnTo>
                <a:close/>
                <a:lnTo>
                  <a:pt x="59529" y="489111"/>
                </a:lnTo>
                <a:close/>
                <a:lnTo>
                  <a:pt x="60446" y="488194"/>
                </a:lnTo>
                <a:close/>
                <a:lnTo>
                  <a:pt x="61362" y="487278"/>
                </a:lnTo>
                <a:close/>
                <a:lnTo>
                  <a:pt x="62279" y="486361"/>
                </a:lnTo>
                <a:close/>
                <a:lnTo>
                  <a:pt x="63195" y="485445"/>
                </a:lnTo>
                <a:close/>
                <a:lnTo>
                  <a:pt x="64112" y="484528"/>
                </a:lnTo>
                <a:close/>
                <a:lnTo>
                  <a:pt x="65028" y="483612"/>
                </a:lnTo>
                <a:close/>
                <a:lnTo>
                  <a:pt x="65945" y="482695"/>
                </a:lnTo>
                <a:close/>
                <a:lnTo>
                  <a:pt x="66861" y="481779"/>
                </a:lnTo>
                <a:close/>
                <a:lnTo>
                  <a:pt x="67778" y="480862"/>
                </a:lnTo>
                <a:close/>
                <a:lnTo>
                  <a:pt x="68695" y="479945"/>
                </a:lnTo>
                <a:close/>
                <a:lnTo>
                  <a:pt x="69611" y="479029"/>
                </a:lnTo>
                <a:close/>
                <a:lnTo>
                  <a:pt x="70528" y="478112"/>
                </a:lnTo>
                <a:close/>
                <a:lnTo>
                  <a:pt x="71444" y="477196"/>
                </a:lnTo>
                <a:close/>
                <a:lnTo>
                  <a:pt x="72361" y="476279"/>
                </a:lnTo>
                <a:close/>
                <a:lnTo>
                  <a:pt x="73277" y="475363"/>
                </a:lnTo>
                <a:close/>
                <a:lnTo>
                  <a:pt x="74194" y="474446"/>
                </a:lnTo>
                <a:close/>
                <a:lnTo>
                  <a:pt x="75110" y="473530"/>
                </a:lnTo>
                <a:close/>
                <a:lnTo>
                  <a:pt x="76027" y="472613"/>
                </a:lnTo>
                <a:close/>
                <a:lnTo>
                  <a:pt x="76943" y="471697"/>
                </a:lnTo>
                <a:close/>
                <a:lnTo>
                  <a:pt x="77860" y="470780"/>
                </a:lnTo>
                <a:close/>
                <a:lnTo>
                  <a:pt x="78777" y="469863"/>
                </a:lnTo>
                <a:close/>
                <a:lnTo>
                  <a:pt x="79693" y="468947"/>
                </a:lnTo>
                <a:close/>
                <a:lnTo>
                  <a:pt x="80610" y="468030"/>
                </a:lnTo>
                <a:close/>
                <a:lnTo>
                  <a:pt x="81526" y="467114"/>
                </a:lnTo>
                <a:close/>
                <a:lnTo>
                  <a:pt x="82443" y="466197"/>
                </a:lnTo>
                <a:close/>
                <a:lnTo>
                  <a:pt x="83359" y="465281"/>
                </a:lnTo>
                <a:close/>
                <a:lnTo>
                  <a:pt x="84275" y="464365"/>
                </a:lnTo>
                <a:close/>
                <a:lnTo>
                  <a:pt x="85192" y="463448"/>
                </a:lnTo>
                <a:close/>
                <a:lnTo>
                  <a:pt x="86108" y="462532"/>
                </a:lnTo>
                <a:close/>
                <a:lnTo>
                  <a:pt x="87024" y="461616"/>
                </a:lnTo>
                <a:close/>
                <a:lnTo>
                  <a:pt x="87941" y="460699"/>
                </a:lnTo>
                <a:close/>
                <a:lnTo>
                  <a:pt x="88857" y="459783"/>
                </a:lnTo>
                <a:close/>
                <a:lnTo>
                  <a:pt x="89774" y="458866"/>
                </a:lnTo>
                <a:close/>
                <a:lnTo>
                  <a:pt x="90692" y="457948"/>
                </a:lnTo>
                <a:close/>
                <a:lnTo>
                  <a:pt x="91610" y="457030"/>
                </a:lnTo>
                <a:close/>
                <a:lnTo>
                  <a:pt x="92528" y="456112"/>
                </a:lnTo>
                <a:close/>
                <a:lnTo>
                  <a:pt x="93445" y="455195"/>
                </a:lnTo>
                <a:close/>
                <a:lnTo>
                  <a:pt x="94363" y="454277"/>
                </a:lnTo>
                <a:close/>
                <a:lnTo>
                  <a:pt x="95279" y="453361"/>
                </a:lnTo>
                <a:close/>
                <a:lnTo>
                  <a:pt x="96194" y="452446"/>
                </a:lnTo>
                <a:close/>
                <a:lnTo>
                  <a:pt x="97108" y="451532"/>
                </a:lnTo>
                <a:close/>
                <a:lnTo>
                  <a:pt x="98020" y="450620"/>
                </a:lnTo>
                <a:close/>
                <a:lnTo>
                  <a:pt x="98931" y="449709"/>
                </a:lnTo>
                <a:close/>
                <a:lnTo>
                  <a:pt x="99841" y="448799"/>
                </a:lnTo>
                <a:close/>
                <a:lnTo>
                  <a:pt x="100750" y="447890"/>
                </a:lnTo>
                <a:close/>
                <a:lnTo>
                  <a:pt x="101660" y="446980"/>
                </a:lnTo>
                <a:close/>
                <a:lnTo>
                  <a:pt x="102570" y="446070"/>
                </a:lnTo>
                <a:close/>
                <a:lnTo>
                  <a:pt x="103481" y="445159"/>
                </a:lnTo>
                <a:close/>
                <a:lnTo>
                  <a:pt x="104393" y="444247"/>
                </a:lnTo>
                <a:close/>
                <a:lnTo>
                  <a:pt x="105307" y="443333"/>
                </a:lnTo>
                <a:close/>
                <a:lnTo>
                  <a:pt x="106222" y="442418"/>
                </a:lnTo>
                <a:close/>
                <a:lnTo>
                  <a:pt x="107139" y="441501"/>
                </a:lnTo>
                <a:close/>
                <a:lnTo>
                  <a:pt x="108056" y="440584"/>
                </a:lnTo>
                <a:close/>
                <a:lnTo>
                  <a:pt x="108973" y="439667"/>
                </a:lnTo>
                <a:close/>
                <a:lnTo>
                  <a:pt x="109891" y="438749"/>
                </a:lnTo>
                <a:close/>
                <a:lnTo>
                  <a:pt x="110809" y="437831"/>
                </a:lnTo>
                <a:close/>
                <a:lnTo>
                  <a:pt x="111727" y="436913"/>
                </a:lnTo>
                <a:close/>
                <a:lnTo>
                  <a:pt x="112644" y="435996"/>
                </a:lnTo>
                <a:close/>
                <a:lnTo>
                  <a:pt x="113560" y="435080"/>
                </a:lnTo>
                <a:close/>
                <a:lnTo>
                  <a:pt x="114477" y="434163"/>
                </a:lnTo>
                <a:close/>
                <a:lnTo>
                  <a:pt x="115393" y="433247"/>
                </a:lnTo>
                <a:close/>
                <a:lnTo>
                  <a:pt x="116309" y="432331"/>
                </a:lnTo>
                <a:close/>
                <a:lnTo>
                  <a:pt x="117226" y="431414"/>
                </a:lnTo>
                <a:close/>
                <a:lnTo>
                  <a:pt x="118142" y="430498"/>
                </a:lnTo>
                <a:close/>
                <a:lnTo>
                  <a:pt x="119058" y="429582"/>
                </a:lnTo>
                <a:close/>
                <a:lnTo>
                  <a:pt x="119975" y="428665"/>
                </a:lnTo>
                <a:close/>
                <a:lnTo>
                  <a:pt x="120891" y="427749"/>
                </a:lnTo>
                <a:close/>
                <a:lnTo>
                  <a:pt x="121808" y="426832"/>
                </a:lnTo>
                <a:close/>
                <a:lnTo>
                  <a:pt x="122724" y="425916"/>
                </a:lnTo>
                <a:close/>
                <a:lnTo>
                  <a:pt x="123641" y="424999"/>
                </a:lnTo>
                <a:close/>
                <a:lnTo>
                  <a:pt x="124558" y="424082"/>
                </a:lnTo>
                <a:close/>
                <a:lnTo>
                  <a:pt x="125474" y="423166"/>
                </a:lnTo>
                <a:close/>
                <a:lnTo>
                  <a:pt x="126391" y="422249"/>
                </a:lnTo>
                <a:close/>
                <a:lnTo>
                  <a:pt x="127307" y="421333"/>
                </a:lnTo>
                <a:close/>
                <a:lnTo>
                  <a:pt x="128224" y="420416"/>
                </a:lnTo>
                <a:close/>
                <a:lnTo>
                  <a:pt x="129140" y="419500"/>
                </a:lnTo>
                <a:close/>
                <a:lnTo>
                  <a:pt x="130057" y="418583"/>
                </a:lnTo>
                <a:close/>
                <a:lnTo>
                  <a:pt x="130973" y="417667"/>
                </a:lnTo>
                <a:close/>
                <a:lnTo>
                  <a:pt x="131890" y="416750"/>
                </a:lnTo>
                <a:close/>
                <a:lnTo>
                  <a:pt x="132806" y="415834"/>
                </a:lnTo>
                <a:close/>
                <a:lnTo>
                  <a:pt x="133723" y="414917"/>
                </a:lnTo>
                <a:close/>
                <a:lnTo>
                  <a:pt x="134640" y="414000"/>
                </a:lnTo>
                <a:close/>
                <a:lnTo>
                  <a:pt x="135556" y="413084"/>
                </a:lnTo>
                <a:close/>
                <a:lnTo>
                  <a:pt x="136473" y="412167"/>
                </a:lnTo>
                <a:close/>
                <a:lnTo>
                  <a:pt x="137389" y="411251"/>
                </a:lnTo>
                <a:close/>
                <a:lnTo>
                  <a:pt x="138306" y="410334"/>
                </a:lnTo>
                <a:close/>
                <a:lnTo>
                  <a:pt x="139222" y="409418"/>
                </a:lnTo>
                <a:close/>
                <a:lnTo>
                  <a:pt x="140139" y="408501"/>
                </a:lnTo>
                <a:close/>
                <a:lnTo>
                  <a:pt x="141055" y="407585"/>
                </a:lnTo>
                <a:close/>
                <a:lnTo>
                  <a:pt x="141972" y="406668"/>
                </a:lnTo>
                <a:close/>
                <a:lnTo>
                  <a:pt x="142888" y="405752"/>
                </a:lnTo>
                <a:close/>
                <a:lnTo>
                  <a:pt x="143805" y="404835"/>
                </a:lnTo>
                <a:close/>
                <a:lnTo>
                  <a:pt x="144721" y="403919"/>
                </a:lnTo>
                <a:close/>
                <a:lnTo>
                  <a:pt x="145638" y="403002"/>
                </a:lnTo>
                <a:close/>
                <a:lnTo>
                  <a:pt x="146555" y="402085"/>
                </a:lnTo>
                <a:close/>
                <a:lnTo>
                  <a:pt x="147471" y="401169"/>
                </a:lnTo>
                <a:close/>
                <a:lnTo>
                  <a:pt x="148388" y="400252"/>
                </a:lnTo>
                <a:close/>
                <a:lnTo>
                  <a:pt x="149304" y="399336"/>
                </a:lnTo>
                <a:close/>
                <a:lnTo>
                  <a:pt x="150221" y="398419"/>
                </a:lnTo>
                <a:close/>
                <a:lnTo>
                  <a:pt x="151138" y="397502"/>
                </a:lnTo>
                <a:close/>
                <a:lnTo>
                  <a:pt x="152054" y="396586"/>
                </a:lnTo>
                <a:close/>
                <a:lnTo>
                  <a:pt x="152970" y="395670"/>
                </a:lnTo>
                <a:close/>
                <a:lnTo>
                  <a:pt x="153886" y="394754"/>
                </a:lnTo>
                <a:close/>
                <a:lnTo>
                  <a:pt x="154803" y="393837"/>
                </a:lnTo>
                <a:close/>
                <a:lnTo>
                  <a:pt x="155719" y="392921"/>
                </a:lnTo>
                <a:close/>
                <a:lnTo>
                  <a:pt x="156635" y="392005"/>
                </a:lnTo>
                <a:close/>
                <a:lnTo>
                  <a:pt x="157552" y="391088"/>
                </a:lnTo>
                <a:close/>
                <a:lnTo>
                  <a:pt x="158468" y="390172"/>
                </a:lnTo>
                <a:close/>
                <a:lnTo>
                  <a:pt x="159386" y="389254"/>
                </a:lnTo>
                <a:close/>
                <a:lnTo>
                  <a:pt x="160303" y="388337"/>
                </a:lnTo>
                <a:close/>
                <a:lnTo>
                  <a:pt x="161221" y="387419"/>
                </a:lnTo>
                <a:close/>
                <a:lnTo>
                  <a:pt x="162139" y="386501"/>
                </a:lnTo>
                <a:close/>
                <a:lnTo>
                  <a:pt x="163057" y="385583"/>
                </a:lnTo>
                <a:close/>
                <a:lnTo>
                  <a:pt x="163974" y="384666"/>
                </a:lnTo>
                <a:close/>
                <a:lnTo>
                  <a:pt x="164890" y="383750"/>
                </a:lnTo>
                <a:close/>
                <a:lnTo>
                  <a:pt x="165805" y="382835"/>
                </a:lnTo>
                <a:close/>
                <a:lnTo>
                  <a:pt x="166718" y="381922"/>
                </a:lnTo>
                <a:close/>
                <a:lnTo>
                  <a:pt x="167630" y="381010"/>
                </a:lnTo>
                <a:close/>
                <a:lnTo>
                  <a:pt x="168541" y="380099"/>
                </a:lnTo>
                <a:close/>
                <a:lnTo>
                  <a:pt x="169451" y="379189"/>
                </a:lnTo>
                <a:close/>
                <a:lnTo>
                  <a:pt x="170360" y="378280"/>
                </a:lnTo>
                <a:close/>
                <a:lnTo>
                  <a:pt x="171269" y="377371"/>
                </a:lnTo>
                <a:close/>
                <a:lnTo>
                  <a:pt x="172180" y="376460"/>
                </a:lnTo>
                <a:close/>
                <a:lnTo>
                  <a:pt x="173091" y="375549"/>
                </a:lnTo>
                <a:close/>
                <a:lnTo>
                  <a:pt x="174003" y="374637"/>
                </a:lnTo>
                <a:close/>
                <a:lnTo>
                  <a:pt x="174918" y="373722"/>
                </a:lnTo>
                <a:close/>
                <a:lnTo>
                  <a:pt x="175833" y="372807"/>
                </a:lnTo>
                <a:close/>
                <a:lnTo>
                  <a:pt x="176750" y="371890"/>
                </a:lnTo>
                <a:close/>
                <a:lnTo>
                  <a:pt x="177667" y="370973"/>
                </a:lnTo>
                <a:close/>
                <a:lnTo>
                  <a:pt x="178585" y="370055"/>
                </a:lnTo>
                <a:close/>
                <a:lnTo>
                  <a:pt x="179503" y="369137"/>
                </a:lnTo>
                <a:close/>
                <a:lnTo>
                  <a:pt x="180421" y="368219"/>
                </a:lnTo>
                <a:close/>
                <a:lnTo>
                  <a:pt x="181338" y="367302"/>
                </a:lnTo>
                <a:close/>
                <a:lnTo>
                  <a:pt x="182255" y="366385"/>
                </a:lnTo>
                <a:close/>
                <a:lnTo>
                  <a:pt x="183172" y="365468"/>
                </a:lnTo>
                <a:close/>
                <a:lnTo>
                  <a:pt x="184088" y="364552"/>
                </a:lnTo>
                <a:close/>
                <a:lnTo>
                  <a:pt x="185004" y="363636"/>
                </a:lnTo>
                <a:close/>
                <a:lnTo>
                  <a:pt x="185920" y="362720"/>
                </a:lnTo>
                <a:close/>
                <a:lnTo>
                  <a:pt x="186837" y="361803"/>
                </a:lnTo>
                <a:close/>
                <a:lnTo>
                  <a:pt x="187753" y="360887"/>
                </a:lnTo>
                <a:close/>
                <a:lnTo>
                  <a:pt x="188669" y="359971"/>
                </a:lnTo>
                <a:close/>
                <a:lnTo>
                  <a:pt x="189586" y="359054"/>
                </a:lnTo>
                <a:close/>
                <a:lnTo>
                  <a:pt x="190502" y="358138"/>
                </a:lnTo>
                <a:close/>
                <a:lnTo>
                  <a:pt x="191419" y="357221"/>
                </a:lnTo>
                <a:close/>
                <a:lnTo>
                  <a:pt x="192335" y="356305"/>
                </a:lnTo>
                <a:close/>
                <a:lnTo>
                  <a:pt x="193252" y="355388"/>
                </a:lnTo>
                <a:close/>
                <a:lnTo>
                  <a:pt x="194169" y="354471"/>
                </a:lnTo>
                <a:close/>
                <a:lnTo>
                  <a:pt x="195085" y="353555"/>
                </a:lnTo>
                <a:close/>
                <a:lnTo>
                  <a:pt x="196002" y="352638"/>
                </a:lnTo>
                <a:close/>
                <a:lnTo>
                  <a:pt x="196918" y="351722"/>
                </a:lnTo>
                <a:close/>
                <a:lnTo>
                  <a:pt x="197835" y="350805"/>
                </a:lnTo>
                <a:close/>
                <a:lnTo>
                  <a:pt x="198751" y="349889"/>
                </a:lnTo>
                <a:close/>
                <a:lnTo>
                  <a:pt x="199668" y="348972"/>
                </a:lnTo>
                <a:close/>
                <a:lnTo>
                  <a:pt x="200584" y="348056"/>
                </a:lnTo>
                <a:close/>
                <a:lnTo>
                  <a:pt x="201501" y="347139"/>
                </a:lnTo>
                <a:close/>
                <a:lnTo>
                  <a:pt x="202418" y="346222"/>
                </a:lnTo>
                <a:close/>
                <a:lnTo>
                  <a:pt x="203334" y="345306"/>
                </a:lnTo>
                <a:close/>
                <a:lnTo>
                  <a:pt x="204251" y="344389"/>
                </a:lnTo>
                <a:close/>
                <a:lnTo>
                  <a:pt x="205167" y="343473"/>
                </a:lnTo>
                <a:close/>
                <a:lnTo>
                  <a:pt x="206084" y="342556"/>
                </a:lnTo>
                <a:close/>
                <a:lnTo>
                  <a:pt x="207000" y="341640"/>
                </a:lnTo>
                <a:close/>
                <a:lnTo>
                  <a:pt x="207917" y="340723"/>
                </a:lnTo>
                <a:close/>
                <a:lnTo>
                  <a:pt x="208833" y="339807"/>
                </a:lnTo>
                <a:close/>
                <a:lnTo>
                  <a:pt x="209750" y="338890"/>
                </a:lnTo>
                <a:close/>
                <a:lnTo>
                  <a:pt x="210666" y="337974"/>
                </a:lnTo>
                <a:close/>
                <a:lnTo>
                  <a:pt x="211583" y="337057"/>
                </a:lnTo>
                <a:close/>
                <a:lnTo>
                  <a:pt x="212499" y="336141"/>
                </a:lnTo>
                <a:close/>
                <a:lnTo>
                  <a:pt x="213416" y="335224"/>
                </a:lnTo>
                <a:close/>
                <a:lnTo>
                  <a:pt x="214332" y="334308"/>
                </a:lnTo>
                <a:close/>
                <a:lnTo>
                  <a:pt x="215249" y="333391"/>
                </a:lnTo>
                <a:close/>
                <a:lnTo>
                  <a:pt x="216166" y="332474"/>
                </a:lnTo>
                <a:close/>
                <a:lnTo>
                  <a:pt x="217082" y="331558"/>
                </a:lnTo>
                <a:close/>
                <a:lnTo>
                  <a:pt x="217999" y="330641"/>
                </a:lnTo>
                <a:close/>
                <a:lnTo>
                  <a:pt x="218916" y="329724"/>
                </a:lnTo>
                <a:close/>
                <a:lnTo>
                  <a:pt x="219832" y="328808"/>
                </a:lnTo>
                <a:close/>
                <a:lnTo>
                  <a:pt x="220749" y="327891"/>
                </a:lnTo>
                <a:close/>
                <a:lnTo>
                  <a:pt x="221665" y="326975"/>
                </a:lnTo>
                <a:close/>
                <a:lnTo>
                  <a:pt x="222581" y="326059"/>
                </a:lnTo>
                <a:close/>
                <a:lnTo>
                  <a:pt x="223497" y="325143"/>
                </a:lnTo>
                <a:close/>
                <a:lnTo>
                  <a:pt x="224414" y="324226"/>
                </a:lnTo>
                <a:close/>
                <a:lnTo>
                  <a:pt x="225330" y="323310"/>
                </a:lnTo>
                <a:close/>
                <a:lnTo>
                  <a:pt x="226246" y="322394"/>
                </a:lnTo>
                <a:close/>
                <a:lnTo>
                  <a:pt x="227163" y="321477"/>
                </a:lnTo>
                <a:close/>
                <a:lnTo>
                  <a:pt x="228080" y="320560"/>
                </a:lnTo>
                <a:close/>
                <a:lnTo>
                  <a:pt x="228997" y="319643"/>
                </a:lnTo>
                <a:close/>
                <a:lnTo>
                  <a:pt x="229915" y="318725"/>
                </a:lnTo>
                <a:close/>
                <a:lnTo>
                  <a:pt x="230833" y="317807"/>
                </a:lnTo>
                <a:close/>
                <a:lnTo>
                  <a:pt x="231750" y="316890"/>
                </a:lnTo>
                <a:close/>
                <a:lnTo>
                  <a:pt x="232668" y="315972"/>
                </a:lnTo>
                <a:close/>
                <a:lnTo>
                  <a:pt x="233585" y="315055"/>
                </a:lnTo>
                <a:close/>
                <a:lnTo>
                  <a:pt x="234501" y="314139"/>
                </a:lnTo>
                <a:close/>
                <a:lnTo>
                  <a:pt x="235415" y="313225"/>
                </a:lnTo>
                <a:close/>
                <a:lnTo>
                  <a:pt x="236329" y="312311"/>
                </a:lnTo>
                <a:close/>
                <a:lnTo>
                  <a:pt x="237240" y="311400"/>
                </a:lnTo>
                <a:close/>
                <a:lnTo>
                  <a:pt x="238151" y="310489"/>
                </a:lnTo>
                <a:close/>
                <a:lnTo>
                  <a:pt x="239060" y="309580"/>
                </a:lnTo>
                <a:close/>
                <a:lnTo>
                  <a:pt x="239970" y="308670"/>
                </a:lnTo>
                <a:close/>
                <a:lnTo>
                  <a:pt x="240879" y="307761"/>
                </a:lnTo>
                <a:close/>
                <a:lnTo>
                  <a:pt x="241790" y="306850"/>
                </a:lnTo>
                <a:close/>
                <a:lnTo>
                  <a:pt x="242701" y="305939"/>
                </a:lnTo>
                <a:close/>
                <a:lnTo>
                  <a:pt x="243614" y="305026"/>
                </a:lnTo>
                <a:close/>
                <a:lnTo>
                  <a:pt x="244528" y="304112"/>
                </a:lnTo>
                <a:close/>
                <a:lnTo>
                  <a:pt x="245444" y="303196"/>
                </a:lnTo>
                <a:close/>
                <a:lnTo>
                  <a:pt x="246361" y="302279"/>
                </a:lnTo>
                <a:close/>
                <a:lnTo>
                  <a:pt x="247278" y="301362"/>
                </a:lnTo>
                <a:close/>
                <a:lnTo>
                  <a:pt x="248196" y="300444"/>
                </a:lnTo>
                <a:close/>
                <a:lnTo>
                  <a:pt x="249114" y="299526"/>
                </a:lnTo>
                <a:close/>
                <a:lnTo>
                  <a:pt x="250032" y="298608"/>
                </a:lnTo>
                <a:close/>
                <a:lnTo>
                  <a:pt x="250949" y="297691"/>
                </a:lnTo>
                <a:close/>
                <a:lnTo>
                  <a:pt x="251866" y="296774"/>
                </a:lnTo>
                <a:close/>
                <a:lnTo>
                  <a:pt x="252783" y="295857"/>
                </a:lnTo>
                <a:close/>
                <a:lnTo>
                  <a:pt x="253699" y="294941"/>
                </a:lnTo>
                <a:close/>
                <a:lnTo>
                  <a:pt x="254615" y="294025"/>
                </a:lnTo>
                <a:close/>
                <a:lnTo>
                  <a:pt x="255532" y="293108"/>
                </a:lnTo>
                <a:close/>
                <a:lnTo>
                  <a:pt x="256448" y="292192"/>
                </a:lnTo>
                <a:close/>
                <a:lnTo>
                  <a:pt x="257364" y="291276"/>
                </a:lnTo>
                <a:close/>
                <a:lnTo>
                  <a:pt x="258280" y="290360"/>
                </a:lnTo>
                <a:close/>
                <a:lnTo>
                  <a:pt x="259197" y="289443"/>
                </a:lnTo>
                <a:close/>
                <a:lnTo>
                  <a:pt x="260113" y="288527"/>
                </a:lnTo>
                <a:close/>
                <a:lnTo>
                  <a:pt x="261030" y="287610"/>
                </a:lnTo>
                <a:close/>
                <a:lnTo>
                  <a:pt x="261947" y="286693"/>
                </a:lnTo>
                <a:close/>
                <a:lnTo>
                  <a:pt x="262863" y="285777"/>
                </a:lnTo>
                <a:close/>
                <a:lnTo>
                  <a:pt x="263780" y="284860"/>
                </a:lnTo>
                <a:close/>
                <a:lnTo>
                  <a:pt x="264696" y="283944"/>
                </a:lnTo>
                <a:close/>
                <a:lnTo>
                  <a:pt x="265613" y="283027"/>
                </a:lnTo>
                <a:close/>
                <a:lnTo>
                  <a:pt x="266530" y="282110"/>
                </a:lnTo>
                <a:close/>
                <a:lnTo>
                  <a:pt x="267446" y="281194"/>
                </a:lnTo>
                <a:close/>
                <a:lnTo>
                  <a:pt x="268363" y="280277"/>
                </a:lnTo>
                <a:close/>
                <a:lnTo>
                  <a:pt x="269279" y="279361"/>
                </a:lnTo>
                <a:close/>
                <a:lnTo>
                  <a:pt x="270196" y="278444"/>
                </a:lnTo>
                <a:close/>
                <a:lnTo>
                  <a:pt x="271112" y="277528"/>
                </a:lnTo>
                <a:close/>
                <a:lnTo>
                  <a:pt x="272029" y="276611"/>
                </a:lnTo>
                <a:close/>
                <a:lnTo>
                  <a:pt x="272945" y="275695"/>
                </a:lnTo>
                <a:close/>
                <a:lnTo>
                  <a:pt x="273862" y="274778"/>
                </a:lnTo>
                <a:close/>
                <a:lnTo>
                  <a:pt x="274778" y="273862"/>
                </a:lnTo>
                <a:close/>
                <a:lnTo>
                  <a:pt x="275695" y="272945"/>
                </a:lnTo>
                <a:close/>
                <a:lnTo>
                  <a:pt x="276611" y="272029"/>
                </a:lnTo>
                <a:close/>
                <a:lnTo>
                  <a:pt x="277528" y="271112"/>
                </a:lnTo>
                <a:close/>
                <a:lnTo>
                  <a:pt x="278444" y="270196"/>
                </a:lnTo>
                <a:close/>
                <a:lnTo>
                  <a:pt x="279361" y="269279"/>
                </a:lnTo>
                <a:close/>
                <a:lnTo>
                  <a:pt x="280277" y="268363"/>
                </a:lnTo>
                <a:close/>
                <a:lnTo>
                  <a:pt x="281194" y="267446"/>
                </a:lnTo>
                <a:close/>
                <a:lnTo>
                  <a:pt x="282110" y="266530"/>
                </a:lnTo>
                <a:close/>
                <a:lnTo>
                  <a:pt x="283027" y="265613"/>
                </a:lnTo>
                <a:close/>
                <a:lnTo>
                  <a:pt x="283944" y="264696"/>
                </a:lnTo>
                <a:close/>
                <a:lnTo>
                  <a:pt x="284860" y="263780"/>
                </a:lnTo>
                <a:close/>
                <a:lnTo>
                  <a:pt x="285777" y="262863"/>
                </a:lnTo>
                <a:close/>
                <a:lnTo>
                  <a:pt x="286693" y="261947"/>
                </a:lnTo>
                <a:close/>
                <a:lnTo>
                  <a:pt x="287610" y="261030"/>
                </a:lnTo>
                <a:close/>
                <a:lnTo>
                  <a:pt x="288527" y="260113"/>
                </a:lnTo>
                <a:close/>
                <a:lnTo>
                  <a:pt x="289443" y="259197"/>
                </a:lnTo>
                <a:close/>
                <a:lnTo>
                  <a:pt x="290360" y="258280"/>
                </a:lnTo>
                <a:close/>
                <a:lnTo>
                  <a:pt x="291276" y="257364"/>
                </a:lnTo>
                <a:close/>
                <a:lnTo>
                  <a:pt x="292192" y="256448"/>
                </a:lnTo>
                <a:close/>
                <a:lnTo>
                  <a:pt x="293108" y="255532"/>
                </a:lnTo>
                <a:close/>
                <a:lnTo>
                  <a:pt x="294025" y="254615"/>
                </a:lnTo>
                <a:close/>
                <a:lnTo>
                  <a:pt x="294941" y="253699"/>
                </a:lnTo>
                <a:close/>
                <a:lnTo>
                  <a:pt x="295857" y="252783"/>
                </a:lnTo>
                <a:close/>
                <a:lnTo>
                  <a:pt x="296774" y="251866"/>
                </a:lnTo>
                <a:close/>
                <a:lnTo>
                  <a:pt x="297691" y="250949"/>
                </a:lnTo>
                <a:close/>
                <a:lnTo>
                  <a:pt x="298608" y="250032"/>
                </a:lnTo>
                <a:close/>
                <a:lnTo>
                  <a:pt x="299526" y="249114"/>
                </a:lnTo>
                <a:close/>
                <a:lnTo>
                  <a:pt x="300444" y="248196"/>
                </a:lnTo>
                <a:close/>
                <a:lnTo>
                  <a:pt x="301362" y="247278"/>
                </a:lnTo>
                <a:close/>
                <a:lnTo>
                  <a:pt x="302279" y="246361"/>
                </a:lnTo>
                <a:close/>
                <a:lnTo>
                  <a:pt x="303196" y="245444"/>
                </a:lnTo>
                <a:close/>
                <a:lnTo>
                  <a:pt x="304112" y="244528"/>
                </a:lnTo>
                <a:close/>
                <a:lnTo>
                  <a:pt x="305026" y="243614"/>
                </a:lnTo>
                <a:close/>
                <a:lnTo>
                  <a:pt x="305939" y="242701"/>
                </a:lnTo>
                <a:close/>
                <a:lnTo>
                  <a:pt x="306850" y="241790"/>
                </a:lnTo>
                <a:close/>
                <a:lnTo>
                  <a:pt x="307761" y="240879"/>
                </a:lnTo>
                <a:close/>
                <a:lnTo>
                  <a:pt x="308670" y="239970"/>
                </a:lnTo>
                <a:close/>
                <a:lnTo>
                  <a:pt x="309580" y="239060"/>
                </a:lnTo>
                <a:close/>
                <a:lnTo>
                  <a:pt x="310489" y="238151"/>
                </a:lnTo>
                <a:close/>
                <a:lnTo>
                  <a:pt x="311400" y="237240"/>
                </a:lnTo>
                <a:close/>
                <a:lnTo>
                  <a:pt x="312311" y="236329"/>
                </a:lnTo>
                <a:close/>
                <a:lnTo>
                  <a:pt x="313225" y="235415"/>
                </a:lnTo>
                <a:close/>
                <a:lnTo>
                  <a:pt x="314139" y="234501"/>
                </a:lnTo>
                <a:close/>
                <a:lnTo>
                  <a:pt x="315055" y="233585"/>
                </a:lnTo>
                <a:close/>
                <a:lnTo>
                  <a:pt x="315972" y="232668"/>
                </a:lnTo>
                <a:close/>
                <a:lnTo>
                  <a:pt x="316890" y="231750"/>
                </a:lnTo>
                <a:close/>
                <a:lnTo>
                  <a:pt x="317807" y="230833"/>
                </a:lnTo>
                <a:close/>
                <a:lnTo>
                  <a:pt x="318725" y="229915"/>
                </a:lnTo>
                <a:close/>
                <a:lnTo>
                  <a:pt x="319643" y="228997"/>
                </a:lnTo>
                <a:close/>
                <a:lnTo>
                  <a:pt x="320560" y="228080"/>
                </a:lnTo>
                <a:close/>
                <a:lnTo>
                  <a:pt x="321477" y="227163"/>
                </a:lnTo>
                <a:close/>
                <a:lnTo>
                  <a:pt x="322394" y="226246"/>
                </a:lnTo>
                <a:close/>
                <a:lnTo>
                  <a:pt x="323310" y="225330"/>
                </a:lnTo>
                <a:close/>
                <a:lnTo>
                  <a:pt x="324226" y="224414"/>
                </a:lnTo>
                <a:close/>
                <a:lnTo>
                  <a:pt x="325143" y="223497"/>
                </a:lnTo>
                <a:close/>
                <a:lnTo>
                  <a:pt x="326059" y="222581"/>
                </a:lnTo>
                <a:close/>
                <a:lnTo>
                  <a:pt x="326975" y="221665"/>
                </a:lnTo>
                <a:close/>
                <a:lnTo>
                  <a:pt x="327891" y="220749"/>
                </a:lnTo>
                <a:close/>
                <a:lnTo>
                  <a:pt x="328808" y="219832"/>
                </a:lnTo>
                <a:close/>
                <a:lnTo>
                  <a:pt x="329724" y="218916"/>
                </a:lnTo>
                <a:close/>
                <a:lnTo>
                  <a:pt x="330641" y="217999"/>
                </a:lnTo>
                <a:close/>
                <a:lnTo>
                  <a:pt x="331558" y="217082"/>
                </a:lnTo>
                <a:close/>
                <a:lnTo>
                  <a:pt x="332474" y="216166"/>
                </a:lnTo>
                <a:close/>
                <a:lnTo>
                  <a:pt x="333391" y="215249"/>
                </a:lnTo>
                <a:close/>
                <a:lnTo>
                  <a:pt x="334308" y="214332"/>
                </a:lnTo>
                <a:close/>
                <a:lnTo>
                  <a:pt x="335224" y="213416"/>
                </a:lnTo>
                <a:close/>
                <a:lnTo>
                  <a:pt x="336141" y="212499"/>
                </a:lnTo>
                <a:close/>
                <a:lnTo>
                  <a:pt x="337057" y="211583"/>
                </a:lnTo>
                <a:close/>
                <a:lnTo>
                  <a:pt x="337974" y="210666"/>
                </a:lnTo>
                <a:close/>
                <a:lnTo>
                  <a:pt x="338890" y="209750"/>
                </a:lnTo>
                <a:close/>
                <a:lnTo>
                  <a:pt x="339807" y="208833"/>
                </a:lnTo>
                <a:close/>
                <a:lnTo>
                  <a:pt x="340723" y="207917"/>
                </a:lnTo>
                <a:close/>
                <a:lnTo>
                  <a:pt x="341640" y="207000"/>
                </a:lnTo>
                <a:close/>
                <a:lnTo>
                  <a:pt x="342556" y="206084"/>
                </a:lnTo>
                <a:close/>
                <a:lnTo>
                  <a:pt x="343473" y="205167"/>
                </a:lnTo>
                <a:close/>
                <a:lnTo>
                  <a:pt x="344389" y="204251"/>
                </a:lnTo>
                <a:close/>
                <a:lnTo>
                  <a:pt x="345306" y="203334"/>
                </a:lnTo>
                <a:close/>
                <a:lnTo>
                  <a:pt x="346222" y="202418"/>
                </a:lnTo>
                <a:close/>
                <a:lnTo>
                  <a:pt x="347139" y="201501"/>
                </a:lnTo>
                <a:close/>
                <a:lnTo>
                  <a:pt x="348056" y="200584"/>
                </a:lnTo>
                <a:close/>
                <a:lnTo>
                  <a:pt x="348972" y="199668"/>
                </a:lnTo>
                <a:close/>
                <a:lnTo>
                  <a:pt x="349889" y="198751"/>
                </a:lnTo>
                <a:close/>
                <a:lnTo>
                  <a:pt x="350805" y="197835"/>
                </a:lnTo>
                <a:close/>
                <a:lnTo>
                  <a:pt x="351722" y="196918"/>
                </a:lnTo>
                <a:close/>
                <a:lnTo>
                  <a:pt x="352638" y="196002"/>
                </a:lnTo>
                <a:close/>
                <a:lnTo>
                  <a:pt x="353555" y="195085"/>
                </a:lnTo>
                <a:close/>
                <a:lnTo>
                  <a:pt x="354471" y="194169"/>
                </a:lnTo>
                <a:close/>
                <a:lnTo>
                  <a:pt x="355388" y="193252"/>
                </a:lnTo>
                <a:close/>
                <a:lnTo>
                  <a:pt x="356305" y="192335"/>
                </a:lnTo>
                <a:close/>
                <a:lnTo>
                  <a:pt x="357221" y="191419"/>
                </a:lnTo>
                <a:close/>
                <a:lnTo>
                  <a:pt x="358138" y="190502"/>
                </a:lnTo>
                <a:close/>
                <a:lnTo>
                  <a:pt x="359054" y="189586"/>
                </a:lnTo>
                <a:close/>
                <a:lnTo>
                  <a:pt x="359971" y="188669"/>
                </a:lnTo>
                <a:close/>
                <a:lnTo>
                  <a:pt x="360887" y="187753"/>
                </a:lnTo>
                <a:close/>
                <a:lnTo>
                  <a:pt x="361803" y="186837"/>
                </a:lnTo>
                <a:close/>
                <a:lnTo>
                  <a:pt x="362720" y="185920"/>
                </a:lnTo>
                <a:close/>
                <a:lnTo>
                  <a:pt x="363636" y="185004"/>
                </a:lnTo>
                <a:close/>
                <a:lnTo>
                  <a:pt x="364552" y="184088"/>
                </a:lnTo>
                <a:close/>
                <a:lnTo>
                  <a:pt x="365468" y="183172"/>
                </a:lnTo>
                <a:close/>
                <a:lnTo>
                  <a:pt x="366385" y="182255"/>
                </a:lnTo>
                <a:close/>
                <a:lnTo>
                  <a:pt x="367302" y="181338"/>
                </a:lnTo>
                <a:close/>
                <a:lnTo>
                  <a:pt x="368219" y="180421"/>
                </a:lnTo>
                <a:close/>
                <a:lnTo>
                  <a:pt x="369137" y="179503"/>
                </a:lnTo>
                <a:close/>
                <a:lnTo>
                  <a:pt x="370055" y="178585"/>
                </a:lnTo>
                <a:close/>
                <a:lnTo>
                  <a:pt x="370973" y="177667"/>
                </a:lnTo>
                <a:close/>
                <a:lnTo>
                  <a:pt x="371890" y="176750"/>
                </a:lnTo>
                <a:close/>
                <a:lnTo>
                  <a:pt x="372807" y="175833"/>
                </a:lnTo>
                <a:close/>
                <a:lnTo>
                  <a:pt x="373722" y="174918"/>
                </a:lnTo>
                <a:close/>
                <a:lnTo>
                  <a:pt x="374637" y="174003"/>
                </a:lnTo>
                <a:close/>
                <a:lnTo>
                  <a:pt x="375549" y="173091"/>
                </a:lnTo>
                <a:close/>
                <a:lnTo>
                  <a:pt x="376460" y="172180"/>
                </a:lnTo>
                <a:close/>
                <a:lnTo>
                  <a:pt x="377371" y="171269"/>
                </a:lnTo>
                <a:close/>
                <a:lnTo>
                  <a:pt x="378280" y="170360"/>
                </a:lnTo>
                <a:close/>
                <a:lnTo>
                  <a:pt x="379189" y="169451"/>
                </a:lnTo>
                <a:close/>
                <a:lnTo>
                  <a:pt x="380099" y="168541"/>
                </a:lnTo>
                <a:close/>
                <a:lnTo>
                  <a:pt x="381010" y="167630"/>
                </a:lnTo>
                <a:close/>
                <a:lnTo>
                  <a:pt x="381922" y="166718"/>
                </a:lnTo>
                <a:close/>
                <a:lnTo>
                  <a:pt x="382835" y="165805"/>
                </a:lnTo>
                <a:close/>
                <a:lnTo>
                  <a:pt x="383750" y="164890"/>
                </a:lnTo>
                <a:close/>
                <a:lnTo>
                  <a:pt x="384666" y="163974"/>
                </a:lnTo>
                <a:close/>
                <a:lnTo>
                  <a:pt x="385583" y="163057"/>
                </a:lnTo>
                <a:close/>
                <a:lnTo>
                  <a:pt x="386501" y="162139"/>
                </a:lnTo>
                <a:close/>
                <a:lnTo>
                  <a:pt x="387419" y="161221"/>
                </a:lnTo>
                <a:close/>
                <a:lnTo>
                  <a:pt x="388337" y="160303"/>
                </a:lnTo>
                <a:close/>
                <a:lnTo>
                  <a:pt x="389254" y="159386"/>
                </a:lnTo>
                <a:close/>
                <a:lnTo>
                  <a:pt x="390172" y="158468"/>
                </a:lnTo>
                <a:close/>
                <a:lnTo>
                  <a:pt x="391088" y="157552"/>
                </a:lnTo>
                <a:close/>
                <a:lnTo>
                  <a:pt x="392005" y="156635"/>
                </a:lnTo>
                <a:close/>
                <a:lnTo>
                  <a:pt x="392921" y="155719"/>
                </a:lnTo>
                <a:close/>
                <a:lnTo>
                  <a:pt x="393837" y="154803"/>
                </a:lnTo>
                <a:close/>
                <a:lnTo>
                  <a:pt x="394754" y="153886"/>
                </a:lnTo>
                <a:close/>
                <a:lnTo>
                  <a:pt x="395670" y="152970"/>
                </a:lnTo>
                <a:close/>
                <a:lnTo>
                  <a:pt x="396586" y="152054"/>
                </a:lnTo>
                <a:close/>
                <a:lnTo>
                  <a:pt x="397502" y="151138"/>
                </a:lnTo>
                <a:close/>
                <a:lnTo>
                  <a:pt x="398419" y="150221"/>
                </a:lnTo>
                <a:close/>
                <a:lnTo>
                  <a:pt x="399336" y="149304"/>
                </a:lnTo>
                <a:close/>
                <a:lnTo>
                  <a:pt x="400252" y="148388"/>
                </a:lnTo>
                <a:close/>
                <a:lnTo>
                  <a:pt x="401169" y="147471"/>
                </a:lnTo>
                <a:close/>
                <a:lnTo>
                  <a:pt x="402085" y="146555"/>
                </a:lnTo>
                <a:close/>
                <a:lnTo>
                  <a:pt x="403002" y="145638"/>
                </a:lnTo>
                <a:close/>
                <a:lnTo>
                  <a:pt x="403919" y="144721"/>
                </a:lnTo>
                <a:close/>
                <a:lnTo>
                  <a:pt x="404835" y="143805"/>
                </a:lnTo>
                <a:close/>
                <a:lnTo>
                  <a:pt x="405752" y="142888"/>
                </a:lnTo>
                <a:close/>
                <a:lnTo>
                  <a:pt x="406668" y="141972"/>
                </a:lnTo>
                <a:close/>
                <a:lnTo>
                  <a:pt x="407585" y="141055"/>
                </a:lnTo>
                <a:close/>
                <a:lnTo>
                  <a:pt x="408501" y="140139"/>
                </a:lnTo>
                <a:close/>
                <a:lnTo>
                  <a:pt x="409418" y="139222"/>
                </a:lnTo>
                <a:close/>
                <a:lnTo>
                  <a:pt x="410334" y="138306"/>
                </a:lnTo>
                <a:close/>
                <a:lnTo>
                  <a:pt x="411251" y="137389"/>
                </a:lnTo>
                <a:close/>
                <a:lnTo>
                  <a:pt x="412167" y="136473"/>
                </a:lnTo>
                <a:close/>
                <a:lnTo>
                  <a:pt x="413084" y="135556"/>
                </a:lnTo>
                <a:close/>
                <a:lnTo>
                  <a:pt x="414000" y="134640"/>
                </a:lnTo>
                <a:close/>
                <a:lnTo>
                  <a:pt x="414917" y="133723"/>
                </a:lnTo>
                <a:close/>
                <a:lnTo>
                  <a:pt x="415834" y="132806"/>
                </a:lnTo>
                <a:close/>
                <a:lnTo>
                  <a:pt x="416750" y="131890"/>
                </a:lnTo>
                <a:close/>
                <a:lnTo>
                  <a:pt x="417667" y="130973"/>
                </a:lnTo>
                <a:close/>
                <a:lnTo>
                  <a:pt x="418583" y="130057"/>
                </a:lnTo>
                <a:close/>
                <a:lnTo>
                  <a:pt x="419500" y="129140"/>
                </a:lnTo>
                <a:close/>
                <a:lnTo>
                  <a:pt x="420416" y="128224"/>
                </a:lnTo>
                <a:close/>
                <a:lnTo>
                  <a:pt x="421333" y="127307"/>
                </a:lnTo>
                <a:close/>
                <a:lnTo>
                  <a:pt x="422249" y="126391"/>
                </a:lnTo>
                <a:close/>
                <a:lnTo>
                  <a:pt x="423166" y="125474"/>
                </a:lnTo>
                <a:close/>
                <a:lnTo>
                  <a:pt x="424082" y="124558"/>
                </a:lnTo>
                <a:close/>
                <a:lnTo>
                  <a:pt x="424999" y="123641"/>
                </a:lnTo>
                <a:close/>
                <a:lnTo>
                  <a:pt x="425916" y="122724"/>
                </a:lnTo>
                <a:close/>
                <a:lnTo>
                  <a:pt x="426832" y="121808"/>
                </a:lnTo>
                <a:close/>
                <a:lnTo>
                  <a:pt x="427749" y="120891"/>
                </a:lnTo>
                <a:close/>
                <a:lnTo>
                  <a:pt x="428665" y="119975"/>
                </a:lnTo>
                <a:close/>
                <a:lnTo>
                  <a:pt x="429582" y="119058"/>
                </a:lnTo>
                <a:close/>
                <a:lnTo>
                  <a:pt x="430498" y="118142"/>
                </a:lnTo>
                <a:close/>
                <a:lnTo>
                  <a:pt x="431414" y="117226"/>
                </a:lnTo>
                <a:close/>
                <a:lnTo>
                  <a:pt x="432331" y="116309"/>
                </a:lnTo>
                <a:close/>
                <a:lnTo>
                  <a:pt x="433247" y="115393"/>
                </a:lnTo>
                <a:close/>
                <a:lnTo>
                  <a:pt x="434163" y="114477"/>
                </a:lnTo>
                <a:close/>
                <a:lnTo>
                  <a:pt x="435080" y="113560"/>
                </a:lnTo>
                <a:close/>
                <a:lnTo>
                  <a:pt x="435996" y="112644"/>
                </a:lnTo>
                <a:close/>
                <a:lnTo>
                  <a:pt x="436913" y="111727"/>
                </a:lnTo>
                <a:close/>
                <a:lnTo>
                  <a:pt x="437831" y="110809"/>
                </a:lnTo>
                <a:close/>
                <a:lnTo>
                  <a:pt x="438749" y="109891"/>
                </a:lnTo>
                <a:close/>
                <a:lnTo>
                  <a:pt x="439667" y="108973"/>
                </a:lnTo>
                <a:close/>
                <a:lnTo>
                  <a:pt x="440584" y="108056"/>
                </a:lnTo>
                <a:close/>
                <a:lnTo>
                  <a:pt x="441501" y="107139"/>
                </a:lnTo>
                <a:close/>
                <a:lnTo>
                  <a:pt x="442418" y="106222"/>
                </a:lnTo>
                <a:close/>
                <a:lnTo>
                  <a:pt x="443333" y="105307"/>
                </a:lnTo>
                <a:close/>
                <a:lnTo>
                  <a:pt x="444247" y="104393"/>
                </a:lnTo>
                <a:close/>
                <a:lnTo>
                  <a:pt x="445159" y="103481"/>
                </a:lnTo>
                <a:close/>
                <a:lnTo>
                  <a:pt x="446070" y="102570"/>
                </a:lnTo>
                <a:close/>
                <a:lnTo>
                  <a:pt x="446980" y="101660"/>
                </a:lnTo>
                <a:close/>
                <a:lnTo>
                  <a:pt x="447890" y="100750"/>
                </a:lnTo>
                <a:close/>
                <a:lnTo>
                  <a:pt x="448799" y="99841"/>
                </a:lnTo>
                <a:close/>
                <a:lnTo>
                  <a:pt x="449709" y="98931"/>
                </a:lnTo>
                <a:close/>
                <a:lnTo>
                  <a:pt x="450620" y="98020"/>
                </a:lnTo>
                <a:close/>
                <a:lnTo>
                  <a:pt x="451532" y="97108"/>
                </a:lnTo>
                <a:close/>
                <a:lnTo>
                  <a:pt x="452446" y="96194"/>
                </a:lnTo>
                <a:close/>
                <a:lnTo>
                  <a:pt x="453361" y="95279"/>
                </a:lnTo>
                <a:close/>
                <a:lnTo>
                  <a:pt x="454277" y="94363"/>
                </a:lnTo>
                <a:close/>
                <a:lnTo>
                  <a:pt x="455195" y="93445"/>
                </a:lnTo>
                <a:close/>
                <a:lnTo>
                  <a:pt x="456112" y="92528"/>
                </a:lnTo>
                <a:close/>
                <a:lnTo>
                  <a:pt x="457030" y="91610"/>
                </a:lnTo>
                <a:close/>
                <a:lnTo>
                  <a:pt x="457948" y="90692"/>
                </a:lnTo>
                <a:close/>
                <a:lnTo>
                  <a:pt x="458866" y="89774"/>
                </a:lnTo>
                <a:close/>
                <a:lnTo>
                  <a:pt x="459783" y="88857"/>
                </a:lnTo>
                <a:close/>
                <a:lnTo>
                  <a:pt x="460699" y="87941"/>
                </a:lnTo>
                <a:close/>
                <a:lnTo>
                  <a:pt x="461616" y="87024"/>
                </a:lnTo>
                <a:close/>
                <a:lnTo>
                  <a:pt x="462532" y="86108"/>
                </a:lnTo>
                <a:close/>
                <a:lnTo>
                  <a:pt x="463448" y="85192"/>
                </a:lnTo>
                <a:close/>
                <a:lnTo>
                  <a:pt x="464365" y="84275"/>
                </a:lnTo>
                <a:close/>
                <a:lnTo>
                  <a:pt x="465281" y="83359"/>
                </a:lnTo>
                <a:close/>
                <a:lnTo>
                  <a:pt x="466197" y="82443"/>
                </a:lnTo>
                <a:close/>
                <a:lnTo>
                  <a:pt x="467114" y="81526"/>
                </a:lnTo>
                <a:close/>
                <a:lnTo>
                  <a:pt x="468030" y="80610"/>
                </a:lnTo>
                <a:close/>
                <a:lnTo>
                  <a:pt x="468947" y="79693"/>
                </a:lnTo>
                <a:close/>
                <a:lnTo>
                  <a:pt x="469863" y="78777"/>
                </a:lnTo>
                <a:close/>
                <a:lnTo>
                  <a:pt x="470780" y="77860"/>
                </a:lnTo>
                <a:close/>
                <a:lnTo>
                  <a:pt x="471697" y="76943"/>
                </a:lnTo>
                <a:close/>
                <a:lnTo>
                  <a:pt x="472613" y="76027"/>
                </a:lnTo>
                <a:close/>
                <a:lnTo>
                  <a:pt x="473530" y="75110"/>
                </a:lnTo>
                <a:close/>
                <a:lnTo>
                  <a:pt x="474446" y="74194"/>
                </a:lnTo>
                <a:close/>
                <a:lnTo>
                  <a:pt x="475363" y="73277"/>
                </a:lnTo>
                <a:close/>
                <a:lnTo>
                  <a:pt x="476279" y="72361"/>
                </a:lnTo>
                <a:close/>
                <a:lnTo>
                  <a:pt x="477196" y="71444"/>
                </a:lnTo>
                <a:close/>
                <a:lnTo>
                  <a:pt x="478112" y="70528"/>
                </a:lnTo>
                <a:close/>
                <a:lnTo>
                  <a:pt x="479029" y="69611"/>
                </a:lnTo>
                <a:close/>
                <a:lnTo>
                  <a:pt x="479945" y="68695"/>
                </a:lnTo>
                <a:close/>
                <a:lnTo>
                  <a:pt x="480862" y="67778"/>
                </a:lnTo>
                <a:close/>
                <a:lnTo>
                  <a:pt x="481779" y="66861"/>
                </a:lnTo>
                <a:close/>
                <a:lnTo>
                  <a:pt x="482695" y="65945"/>
                </a:lnTo>
                <a:close/>
                <a:lnTo>
                  <a:pt x="483612" y="65028"/>
                </a:lnTo>
                <a:close/>
                <a:lnTo>
                  <a:pt x="484528" y="64112"/>
                </a:lnTo>
                <a:close/>
                <a:lnTo>
                  <a:pt x="485445" y="63195"/>
                </a:lnTo>
                <a:close/>
                <a:lnTo>
                  <a:pt x="486361" y="62279"/>
                </a:lnTo>
                <a:close/>
                <a:lnTo>
                  <a:pt x="487278" y="61362"/>
                </a:lnTo>
                <a:close/>
                <a:lnTo>
                  <a:pt x="488194" y="60446"/>
                </a:lnTo>
                <a:close/>
                <a:lnTo>
                  <a:pt x="489111" y="59529"/>
                </a:lnTo>
                <a:close/>
                <a:lnTo>
                  <a:pt x="490027" y="58613"/>
                </a:lnTo>
                <a:close/>
                <a:lnTo>
                  <a:pt x="490944" y="57696"/>
                </a:lnTo>
                <a:close/>
                <a:lnTo>
                  <a:pt x="491860" y="56780"/>
                </a:lnTo>
                <a:close/>
                <a:lnTo>
                  <a:pt x="492777" y="55863"/>
                </a:lnTo>
                <a:close/>
                <a:lnTo>
                  <a:pt x="493694" y="54946"/>
                </a:lnTo>
                <a:close/>
                <a:lnTo>
                  <a:pt x="494610" y="54030"/>
                </a:lnTo>
                <a:close/>
                <a:lnTo>
                  <a:pt x="495527" y="53113"/>
                </a:lnTo>
                <a:close/>
                <a:lnTo>
                  <a:pt x="496443" y="52197"/>
                </a:lnTo>
                <a:close/>
                <a:lnTo>
                  <a:pt x="497360" y="51280"/>
                </a:lnTo>
                <a:close/>
                <a:lnTo>
                  <a:pt x="498276" y="50364"/>
                </a:lnTo>
                <a:close/>
                <a:lnTo>
                  <a:pt x="499193" y="49447"/>
                </a:lnTo>
                <a:close/>
                <a:lnTo>
                  <a:pt x="500109" y="48531"/>
                </a:lnTo>
                <a:close/>
                <a:lnTo>
                  <a:pt x="501025" y="47615"/>
                </a:lnTo>
                <a:close/>
                <a:lnTo>
                  <a:pt x="501942" y="46698"/>
                </a:lnTo>
                <a:close/>
                <a:lnTo>
                  <a:pt x="502858" y="45782"/>
                </a:lnTo>
                <a:close/>
                <a:lnTo>
                  <a:pt x="503774" y="44866"/>
                </a:lnTo>
                <a:close/>
                <a:lnTo>
                  <a:pt x="504691" y="43949"/>
                </a:lnTo>
                <a:close/>
                <a:lnTo>
                  <a:pt x="505607" y="43033"/>
                </a:lnTo>
                <a:close/>
                <a:lnTo>
                  <a:pt x="506525" y="42115"/>
                </a:lnTo>
                <a:close/>
                <a:lnTo>
                  <a:pt x="507442" y="41198"/>
                </a:lnTo>
                <a:close/>
                <a:lnTo>
                  <a:pt x="508360" y="40280"/>
                </a:lnTo>
                <a:close/>
                <a:lnTo>
                  <a:pt x="509278" y="39362"/>
                </a:lnTo>
                <a:close/>
                <a:lnTo>
                  <a:pt x="510196" y="38444"/>
                </a:lnTo>
                <a:close/>
                <a:lnTo>
                  <a:pt x="511113" y="37527"/>
                </a:lnTo>
                <a:close/>
                <a:lnTo>
                  <a:pt x="512029" y="36611"/>
                </a:lnTo>
                <a:close/>
                <a:lnTo>
                  <a:pt x="512944" y="35696"/>
                </a:lnTo>
                <a:close/>
                <a:lnTo>
                  <a:pt x="513858" y="34782"/>
                </a:lnTo>
                <a:close/>
                <a:lnTo>
                  <a:pt x="514770" y="33870"/>
                </a:lnTo>
                <a:close/>
                <a:lnTo>
                  <a:pt x="515680" y="32960"/>
                </a:lnTo>
                <a:close/>
                <a:lnTo>
                  <a:pt x="516590" y="32050"/>
                </a:lnTo>
                <a:close/>
                <a:lnTo>
                  <a:pt x="517500" y="31140"/>
                </a:lnTo>
                <a:close/>
                <a:lnTo>
                  <a:pt x="518409" y="30231"/>
                </a:lnTo>
                <a:close/>
                <a:lnTo>
                  <a:pt x="519319" y="29321"/>
                </a:lnTo>
                <a:close/>
                <a:lnTo>
                  <a:pt x="520230" y="28410"/>
                </a:lnTo>
                <a:close/>
                <a:lnTo>
                  <a:pt x="521143" y="27497"/>
                </a:lnTo>
                <a:close/>
                <a:lnTo>
                  <a:pt x="522057" y="26583"/>
                </a:lnTo>
                <a:close/>
                <a:lnTo>
                  <a:pt x="522972" y="25668"/>
                </a:lnTo>
                <a:close/>
                <a:lnTo>
                  <a:pt x="523889" y="24751"/>
                </a:lnTo>
                <a:close/>
                <a:lnTo>
                  <a:pt x="524806" y="23834"/>
                </a:lnTo>
                <a:close/>
                <a:lnTo>
                  <a:pt x="525724" y="22916"/>
                </a:lnTo>
                <a:close/>
                <a:lnTo>
                  <a:pt x="526642" y="21998"/>
                </a:lnTo>
                <a:close/>
                <a:lnTo>
                  <a:pt x="527559" y="21081"/>
                </a:lnTo>
                <a:close/>
                <a:lnTo>
                  <a:pt x="528477" y="20163"/>
                </a:lnTo>
                <a:close/>
                <a:lnTo>
                  <a:pt x="529394" y="19246"/>
                </a:lnTo>
                <a:close/>
                <a:lnTo>
                  <a:pt x="530311" y="18329"/>
                </a:lnTo>
                <a:close/>
                <a:lnTo>
                  <a:pt x="531227" y="17413"/>
                </a:lnTo>
                <a:close/>
                <a:lnTo>
                  <a:pt x="532143" y="16497"/>
                </a:lnTo>
                <a:close/>
                <a:lnTo>
                  <a:pt x="533060" y="15580"/>
                </a:lnTo>
                <a:close/>
                <a:lnTo>
                  <a:pt x="533976" y="14664"/>
                </a:lnTo>
                <a:close/>
                <a:lnTo>
                  <a:pt x="534892" y="13748"/>
                </a:lnTo>
                <a:close/>
                <a:lnTo>
                  <a:pt x="535808" y="12832"/>
                </a:lnTo>
                <a:close/>
                <a:lnTo>
                  <a:pt x="536725" y="11915"/>
                </a:lnTo>
                <a:close/>
                <a:lnTo>
                  <a:pt x="537641" y="10999"/>
                </a:lnTo>
                <a:close/>
                <a:lnTo>
                  <a:pt x="538558" y="10082"/>
                </a:lnTo>
                <a:close/>
                <a:lnTo>
                  <a:pt x="539474" y="9166"/>
                </a:lnTo>
                <a:close/>
                <a:lnTo>
                  <a:pt x="540391" y="8249"/>
                </a:lnTo>
                <a:close/>
                <a:lnTo>
                  <a:pt x="541308" y="7332"/>
                </a:lnTo>
                <a:close/>
                <a:lnTo>
                  <a:pt x="542224" y="6416"/>
                </a:lnTo>
                <a:close/>
                <a:lnTo>
                  <a:pt x="543141" y="5499"/>
                </a:lnTo>
                <a:close/>
                <a:lnTo>
                  <a:pt x="544058" y="4582"/>
                </a:lnTo>
                <a:close/>
                <a:lnTo>
                  <a:pt x="544974" y="3666"/>
                </a:lnTo>
                <a:close/>
                <a:lnTo>
                  <a:pt x="545891" y="2749"/>
                </a:lnTo>
                <a:close/>
                <a:lnTo>
                  <a:pt x="546807" y="1833"/>
                </a:lnTo>
                <a:close/>
                <a:lnTo>
                  <a:pt x="547724" y="916"/>
                </a:lnTo>
                <a:close/>
                <a:lnTo>
                  <a:pt x="548640" y="0"/>
                </a:lnTo>
                <a:close/>
              </a:path>
            </a:pathLst>
          </a:custGeom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5029200.0" y="1657350.0"/>
            <a:ext cx="0.0" cy="45720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572000.0" y="1657350.0"/>
            <a:ext cx="457200.0" cy="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572000.0" y="2114550.0"/>
            <a:ext cx="457200.0" cy="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4940300" y="1568450"/>
            <a:ext cx="177800" cy="177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940300" y="2025650"/>
            <a:ext cx="177800" cy="17780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754880.0" y="1840230.0"/>
            <a:ext cx="182880.0" cy="182880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5120640.0" y="1383030.0"/>
            <a:ext cx="182880.0" cy="182880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914900.0" y="2571750.0"/>
            <a:ext cx="91440.0" cy="0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5052060.0" y="2571750.0"/>
            <a:ext cx="91440.0" cy="0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003800" y="88265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y=f(x)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49420" y="234569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75200" y="236855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26560" y="179705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26560" y="133985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