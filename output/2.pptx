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0.0" y="2571750.0"/>
            <a:ext cx="2286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2286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800600.0" y="2205990.0"/>
            <a:ext cx="228600.0" cy="1371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5029200.0" y="1977390.0"/>
            <a:ext cx="228600.0" cy="22860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5257800.0" y="1657350.0"/>
            <a:ext cx="228600.0" cy="3200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5486400.0" y="1200150.0"/>
            <a:ext cx="228600.0" cy="45720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5715000.0" y="971550.0"/>
            <a:ext cx="137160.0" cy="22860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5852160.0" y="834390.0"/>
            <a:ext cx="91440.0" cy="1371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5943600.0" y="697230.0000000002"/>
            <a:ext cx="91440.0" cy="137159.9999999997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035040.0" y="514350.0"/>
            <a:ext cx="137160.0" cy="182880.0000000002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172200.0" y="331470.0"/>
            <a:ext cx="137160.0" cy="1828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309360.0" y="194310.0"/>
            <a:ext cx="91440.0" cy="1371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715000.0" y="1200150.0"/>
            <a:ext cx="0.0" cy="1371600.0"/>
          </a:xfrm>
          <a:prstGeom prst="line">
            <a:avLst/>
          </a:prstGeom>
          <a:ln w="25400">
            <a:solidFill>
              <a:srgbClr val="00C8FF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.0" y="1200150.0"/>
            <a:ext cx="1143000.0" cy="0.0"/>
          </a:xfrm>
          <a:prstGeom prst="line">
            <a:avLst/>
          </a:prstGeom>
          <a:ln w="25400">
            <a:solidFill>
              <a:srgbClr val="00C8FF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5676900" y="1162050"/>
            <a:ext cx="76200" cy="7620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266319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25717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19431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0" y="266319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12001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f(a)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7429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y=f(x)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