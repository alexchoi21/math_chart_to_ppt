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4572000.0" y="2571018.48"/>
            <a:ext cx="22860.0" cy="731.5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4594860.0" y="2568778.2"/>
            <a:ext cx="22860.0" cy="2240.27999999979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617720.0" y="2565074.88"/>
            <a:ext cx="22860.0" cy="3703.32000000029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640580.0" y="2559862.8"/>
            <a:ext cx="22860.0" cy="5212.080000000074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663440.0" y="2553187.68"/>
            <a:ext cx="22860.0" cy="6675.11999999964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686300.0" y="2545003.8"/>
            <a:ext cx="22860.0" cy="8183.88000000035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709160.0" y="2535356.88"/>
            <a:ext cx="22860.0" cy="9646.91999999992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32020.0" y="2524201.2"/>
            <a:ext cx="22860.0" cy="11155.67999999970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754880.0" y="2511582.48"/>
            <a:ext cx="22860.0" cy="12618.72000000020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777740.0" y="2497455.0"/>
            <a:ext cx="22860.0" cy="14127.47999999998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800600.0" y="2481864.48"/>
            <a:ext cx="22860.0" cy="15590.52000000001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823460.0" y="2464765.2"/>
            <a:ext cx="22860.0" cy="17099.27999999979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4846320.0" y="2446202.88"/>
            <a:ext cx="22860.0" cy="18562.32000000029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869180.0" y="2426131.8"/>
            <a:ext cx="22860.0" cy="20071.08000000007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4892040.0" y="2404597.68"/>
            <a:ext cx="22860.0" cy="21534.11999999964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914900.0" y="2381554.8"/>
            <a:ext cx="22860.0" cy="23042.88000000035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937760.0" y="2357048.88"/>
            <a:ext cx="22860.0" cy="24505.91999999992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4960620.0" y="2331034.2"/>
            <a:ext cx="22860.0" cy="26014.67999999970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4983480.0" y="2303556.48"/>
            <a:ext cx="22860.0" cy="27477.72000000020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006340.0" y="2274570.0"/>
            <a:ext cx="22860.0" cy="28986.4799999999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029200.0" y="2244120.48"/>
            <a:ext cx="22860.0" cy="30449.5200000000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5052060.0" y="2212162.2"/>
            <a:ext cx="22860.0" cy="31958.27999999979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5074920.0" y="2178740.88"/>
            <a:ext cx="22860.0" cy="33421.320000000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097780.0" y="2143810.8"/>
            <a:ext cx="22860.0" cy="34930.08000000007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5120640.0" y="2107417.68"/>
            <a:ext cx="22860.0" cy="36393.11999999964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4991100" y="2236470"/>
            <a:ext cx="76200" cy="7620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0" y="25717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66360" y="259461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49140" y="206883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259461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80" y="227457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$f(a)$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52060" y="218313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$y=f(x)$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