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800600.0" y="245745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846320.0" y="2430018.0"/>
            <a:ext cx="45720.0" cy="2743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892040.0" y="2393442.0"/>
            <a:ext cx="45720.0" cy="3657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937760.0" y="2356866.0"/>
            <a:ext cx="45720.0" cy="3657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983480.0" y="2315718.0"/>
            <a:ext cx="45720.0" cy="4114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5029200.0" y="2269998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5074920.0" y="2219706.0"/>
            <a:ext cx="45720.0" cy="5029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5120640.0" y="2164842.0"/>
            <a:ext cx="45720.0" cy="5486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166360.0" y="2105406.0"/>
            <a:ext cx="45720.0" cy="5943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212080.0" y="2041398.0"/>
            <a:ext cx="45720.0" cy="6400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257800.0" y="1972818.0"/>
            <a:ext cx="4572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303520.0" y="1899666.0"/>
            <a:ext cx="45720.0" cy="7315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349240.0" y="1821942.0"/>
            <a:ext cx="45720.0" cy="7772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394960.0" y="1739646.0"/>
            <a:ext cx="45720.0" cy="8229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440680.0" y="1657350.0"/>
            <a:ext cx="45720.0" cy="8229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486400.0" y="1570482.0"/>
            <a:ext cx="45720.0" cy="8686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532120.0" y="1479042.0"/>
            <a:ext cx="4572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577840.0" y="1383030.0"/>
            <a:ext cx="45720.0" cy="9601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623560.0" y="1282446.0"/>
            <a:ext cx="45720.0" cy="10058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669280.0" y="1177290.0"/>
            <a:ext cx="45720.0" cy="10515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715000.0" y="1067562.0"/>
            <a:ext cx="45720.0" cy="10972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760720.0" y="953262.0"/>
            <a:ext cx="45720.0" cy="11430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806440.0" y="834390.0"/>
            <a:ext cx="45720.0" cy="11887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852160.0" y="710945.9999999998"/>
            <a:ext cx="45720.0" cy="123444.0000000002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897880.0" y="578357.9999999998"/>
            <a:ext cx="45720.0" cy="13258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5448300" y="1619250"/>
            <a:ext cx="76200" cy="7620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266319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$O$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270891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$x$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7429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$y$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275463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$a$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16573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$f(a)$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0720" y="12001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$y=f(x)$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