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E1E23"/>
        </a:solidFill>
        <a:effectLst/>
      </p:bgPr>
    </p:bg>
    <p:spTree>
      <p:nvGrpSpPr>
        <p:cNvPr id="1" name=""/>
        <p:cNvGrpSpPr/>
        <p:nvPr/>
      </p:nvGrpSpPr>
      <p:grpSpPr/>
      <p:cxnSp>
        <p:nvCxnSpPr>
          <p:cNvPr id="2" name="Connector 1"/>
          <p:cNvCxnSpPr/>
          <p:nvPr/>
        </p:nvCxnSpPr>
        <p:spPr>
          <a:xfrm>
            <a:off x="2286000.0" y="2571750.0"/>
            <a:ext cx="4572000.0" cy="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" name="Connector 2"/>
          <p:cNvCxnSpPr/>
          <p:nvPr/>
        </p:nvCxnSpPr>
        <p:spPr>
          <a:xfrm flipV="1">
            <a:off x="4572000.0" y="285750.0"/>
            <a:ext cx="0.0" cy="4572000.0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 flipV="1">
            <a:off x="4572000.0" y="2328062.4"/>
            <a:ext cx="32461.200000000186" cy="243687.600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 flipV="1">
            <a:off x="4604461.2" y="2226106.8"/>
            <a:ext cx="32918.39999999944" cy="101955.6000000001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Connector 5"/>
          <p:cNvCxnSpPr/>
          <p:nvPr/>
        </p:nvCxnSpPr>
        <p:spPr>
          <a:xfrm flipV="1">
            <a:off x="4637379.6" y="2163013.2"/>
            <a:ext cx="32461.200000000186" cy="63093.5999999996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V="1">
            <a:off x="4669840.8" y="2114550.0"/>
            <a:ext cx="32918.40000000037" cy="48463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4702759.2" y="2072944.8"/>
            <a:ext cx="32461.200000000186" cy="41605.1999999999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V="1">
            <a:off x="4735220.4" y="2036826.0"/>
            <a:ext cx="32918.39999999944" cy="36118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 flipV="1">
            <a:off x="4768138.8" y="2003450.4"/>
            <a:ext cx="32461.200000000186" cy="33375.60000000009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 flipV="1">
            <a:off x="4800600.0" y="1972360.8"/>
            <a:ext cx="32461.200000000186" cy="31089.599999999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 flipV="1">
            <a:off x="4833061.2" y="1944014.4"/>
            <a:ext cx="32918.39999999944" cy="28346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 flipV="1">
            <a:off x="4865979.6" y="1916582.4"/>
            <a:ext cx="32461.200000000186" cy="27432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4898440.8" y="1891436.4"/>
            <a:ext cx="32918.40000000037" cy="25146.0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931359.2" y="1867662.0"/>
            <a:ext cx="32461.200000000186" cy="23774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 flipV="1">
            <a:off x="4963820.4" y="1844344.8"/>
            <a:ext cx="32918.39999999944" cy="23317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V="1">
            <a:off x="4996738.8" y="1657350.0"/>
            <a:ext cx="32461.200000000186" cy="186994.80000000005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V="1">
            <a:off x="5029200.0" y="1876348.8"/>
            <a:ext cx="16459.200000000186" cy="960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5045659.2" y="1866290.4"/>
            <a:ext cx="16002.0" cy="10058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061661.2" y="1856689.2"/>
            <a:ext cx="16459.200000000186" cy="960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V="1">
            <a:off x="5078120.4" y="1846630.7999999998"/>
            <a:ext cx="16459.199999999255" cy="10058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5094579.6" y="1837029.6"/>
            <a:ext cx="16459.200000000186" cy="9601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V="1">
            <a:off x="5111038.8" y="1826971.2"/>
            <a:ext cx="16002.0" cy="10058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 flipV="1">
            <a:off x="5127040.8" y="1817370.0"/>
            <a:ext cx="16459.200000000186" cy="960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 flipV="1">
            <a:off x="5143500.0" y="1807768.7999999998"/>
            <a:ext cx="16459.200000000186" cy="960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V="1">
            <a:off x="5159959.2" y="1797710.4"/>
            <a:ext cx="16002.0" cy="10058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V="1">
            <a:off x="5175961.2" y="1788109.2000000002"/>
            <a:ext cx="16459.200000000186" cy="9601.19999999972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V="1">
            <a:off x="5192420.4" y="1778050.8"/>
            <a:ext cx="16459.199999999255" cy="10058.40000000014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208879.6" y="1768449.6"/>
            <a:ext cx="16459.200000000186" cy="9601.199999999953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V="1">
            <a:off x="5225338.8" y="1758391.2000000002"/>
            <a:ext cx="16002.0" cy="10058.399999999907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V="1">
            <a:off x="5241340.8" y="1748790.0"/>
            <a:ext cx="16459.200000000186" cy="9601.200000000186"/>
          </a:xfrm>
          <a:prstGeom prst="line">
            <a:avLst/>
          </a:prstGeom>
          <a:ln w="25400">
            <a:solidFill>
              <a:srgbClr val="00C8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Oval 31"/>
          <p:cNvSpPr/>
          <p:nvPr/>
        </p:nvSpPr>
        <p:spPr>
          <a:xfrm>
            <a:off x="4991100" y="1619250"/>
            <a:ext cx="76200" cy="76200"/>
          </a:xfrm>
          <a:prstGeom prst="ellipse">
            <a:avLst/>
          </a:prstGeom>
          <a:noFill/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4991100" y="1847850"/>
            <a:ext cx="76200" cy="76200"/>
          </a:xfrm>
          <a:prstGeom prst="ellipse">
            <a:avLst/>
          </a:prstGeom>
          <a:solidFill>
            <a:srgbClr val="FFFFFF"/>
          </a:solidFill>
          <a:ln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74920" y="1520190"/>
            <a:ext cx="635000" cy="254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FFFFFF"/>
                </a:solidFill>
                <a:latin typeface="Inter"/>
              </a:defRPr>
            </a:pPr>
            <a:r>
              <a:t>y=f(x)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