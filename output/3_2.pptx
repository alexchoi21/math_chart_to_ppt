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72000.0" y="234315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617720.0" y="2251710.0"/>
            <a:ext cx="4572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663440.0" y="2160270.0"/>
            <a:ext cx="4572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709160.0" y="2068830.0"/>
            <a:ext cx="4572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754880.0" y="2000250.0"/>
            <a:ext cx="45720.0" cy="6858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800600.0" y="1931670.0"/>
            <a:ext cx="45720.0" cy="6858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846320.0" y="188595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92040.0" y="1853946.0"/>
            <a:ext cx="45720.0" cy="3200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37760.0" y="1840230.0"/>
            <a:ext cx="45720.0" cy="1371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983480.0" y="1835658.0"/>
            <a:ext cx="22860.0" cy="457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006340.0" y="1833372.0"/>
            <a:ext cx="18288.0" cy="228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033772.0" y="2000250.0"/>
            <a:ext cx="18288.0" cy="18288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52060.0" y="1977390.0"/>
            <a:ext cx="22860.0" cy="2286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074920.0" y="193167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20640.0" y="188595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166360.0" y="184023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212080.0" y="1794510.0"/>
            <a:ext cx="4572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991100" y="1795272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91100" y="1985010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91100" y="2122170"/>
            <a:ext cx="76200" cy="76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