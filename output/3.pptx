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36576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15430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937760" y="-1611173"/>
            <a:ext cx="1805483" cy="3542386"/>
          </a:xfrm>
          <a:custGeom>
            <a:avLst/>
            <a:gdLst/>
            <a:ahLst/>
            <a:cxnLst/>
            <a:rect l="l" t="t" r="r" b="b"/>
            <a:pathLst>
              <a:path w="1805483" h="3542386">
                <a:moveTo>
                  <a:pt x="0" y="3542386"/>
                </a:moveTo>
                <a:lnTo>
                  <a:pt x="3106" y="3540249"/>
                </a:lnTo>
                <a:close/>
                <a:lnTo>
                  <a:pt x="6186" y="3538135"/>
                </a:lnTo>
                <a:close/>
                <a:lnTo>
                  <a:pt x="9243" y="3536039"/>
                </a:lnTo>
                <a:close/>
                <a:lnTo>
                  <a:pt x="12279" y="3533959"/>
                </a:lnTo>
                <a:close/>
                <a:lnTo>
                  <a:pt x="15297" y="3531891"/>
                </a:lnTo>
                <a:close/>
                <a:lnTo>
                  <a:pt x="18300" y="3529832"/>
                </a:lnTo>
                <a:close/>
                <a:lnTo>
                  <a:pt x="21291" y="3527778"/>
                </a:lnTo>
                <a:close/>
                <a:lnTo>
                  <a:pt x="24272" y="3525726"/>
                </a:lnTo>
                <a:close/>
                <a:lnTo>
                  <a:pt x="27246" y="3523674"/>
                </a:lnTo>
                <a:close/>
                <a:lnTo>
                  <a:pt x="30216" y="3521617"/>
                </a:lnTo>
                <a:close/>
                <a:lnTo>
                  <a:pt x="33185" y="3519552"/>
                </a:lnTo>
                <a:close/>
                <a:lnTo>
                  <a:pt x="36155" y="3517477"/>
                </a:lnTo>
                <a:close/>
                <a:lnTo>
                  <a:pt x="39129" y="3515387"/>
                </a:lnTo>
                <a:close/>
                <a:lnTo>
                  <a:pt x="42110" y="3513280"/>
                </a:lnTo>
                <a:close/>
                <a:lnTo>
                  <a:pt x="45101" y="3511151"/>
                </a:lnTo>
                <a:close/>
                <a:lnTo>
                  <a:pt x="48104" y="3508999"/>
                </a:lnTo>
                <a:close/>
                <a:lnTo>
                  <a:pt x="51119" y="3506825"/>
                </a:lnTo>
                <a:close/>
                <a:lnTo>
                  <a:pt x="54144" y="3504632"/>
                </a:lnTo>
                <a:close/>
                <a:lnTo>
                  <a:pt x="57179" y="3502426"/>
                </a:lnTo>
                <a:close/>
                <a:lnTo>
                  <a:pt x="60221" y="3500210"/>
                </a:lnTo>
                <a:close/>
                <a:lnTo>
                  <a:pt x="63270" y="3497990"/>
                </a:lnTo>
                <a:close/>
                <a:lnTo>
                  <a:pt x="66322" y="3495768"/>
                </a:lnTo>
                <a:close/>
                <a:lnTo>
                  <a:pt x="69377" y="3493551"/>
                </a:lnTo>
                <a:close/>
                <a:lnTo>
                  <a:pt x="72433" y="3491340"/>
                </a:lnTo>
                <a:close/>
                <a:lnTo>
                  <a:pt x="75487" y="3489136"/>
                </a:lnTo>
                <a:close/>
                <a:lnTo>
                  <a:pt x="78538" y="3486936"/>
                </a:lnTo>
                <a:close/>
                <a:lnTo>
                  <a:pt x="81583" y="3484738"/>
                </a:lnTo>
                <a:close/>
                <a:lnTo>
                  <a:pt x="84620" y="3482540"/>
                </a:lnTo>
                <a:close/>
                <a:lnTo>
                  <a:pt x="87645" y="3480340"/>
                </a:lnTo>
                <a:close/>
                <a:lnTo>
                  <a:pt x="90658" y="3478135"/>
                </a:lnTo>
                <a:close/>
                <a:lnTo>
                  <a:pt x="93655" y="3475925"/>
                </a:lnTo>
                <a:close/>
                <a:lnTo>
                  <a:pt x="96637" y="3473705"/>
                </a:lnTo>
                <a:close/>
                <a:lnTo>
                  <a:pt x="99608" y="3471476"/>
                </a:lnTo>
                <a:close/>
                <a:lnTo>
                  <a:pt x="102574" y="3469233"/>
                </a:lnTo>
                <a:close/>
                <a:lnTo>
                  <a:pt x="105538" y="3466977"/>
                </a:lnTo>
                <a:close/>
                <a:lnTo>
                  <a:pt x="108507" y="3464704"/>
                </a:lnTo>
                <a:close/>
                <a:lnTo>
                  <a:pt x="111485" y="3462412"/>
                </a:lnTo>
                <a:close/>
                <a:lnTo>
                  <a:pt x="114477" y="3460100"/>
                </a:lnTo>
                <a:close/>
                <a:lnTo>
                  <a:pt x="117488" y="3457766"/>
                </a:lnTo>
                <a:close/>
                <a:lnTo>
                  <a:pt x="120517" y="3455411"/>
                </a:lnTo>
                <a:close/>
                <a:lnTo>
                  <a:pt x="123559" y="3453040"/>
                </a:lnTo>
                <a:close/>
                <a:lnTo>
                  <a:pt x="126607" y="3450656"/>
                </a:lnTo>
                <a:close/>
                <a:lnTo>
                  <a:pt x="129656" y="3448263"/>
                </a:lnTo>
                <a:close/>
                <a:lnTo>
                  <a:pt x="132701" y="3445865"/>
                </a:lnTo>
                <a:close/>
                <a:lnTo>
                  <a:pt x="135737" y="3443467"/>
                </a:lnTo>
                <a:close/>
                <a:lnTo>
                  <a:pt x="138757" y="3441071"/>
                </a:lnTo>
                <a:close/>
                <a:lnTo>
                  <a:pt x="141758" y="3438683"/>
                </a:lnTo>
                <a:close/>
                <a:lnTo>
                  <a:pt x="144742" y="3436300"/>
                </a:lnTo>
                <a:close/>
                <a:lnTo>
                  <a:pt x="147715" y="3433921"/>
                </a:lnTo>
                <a:close/>
                <a:lnTo>
                  <a:pt x="150681" y="3431544"/>
                </a:lnTo>
                <a:close/>
                <a:lnTo>
                  <a:pt x="153646" y="3429167"/>
                </a:lnTo>
                <a:close/>
                <a:lnTo>
                  <a:pt x="156613" y="3426788"/>
                </a:lnTo>
                <a:close/>
                <a:lnTo>
                  <a:pt x="159589" y="3424406"/>
                </a:lnTo>
                <a:close/>
                <a:lnTo>
                  <a:pt x="162578" y="3422017"/>
                </a:lnTo>
                <a:close/>
                <a:lnTo>
                  <a:pt x="165584" y="3419620"/>
                </a:lnTo>
                <a:close/>
                <a:lnTo>
                  <a:pt x="168603" y="3417214"/>
                </a:lnTo>
                <a:close/>
                <a:lnTo>
                  <a:pt x="171634" y="3414794"/>
                </a:lnTo>
                <a:close/>
                <a:lnTo>
                  <a:pt x="174675" y="3412361"/>
                </a:lnTo>
                <a:close/>
                <a:lnTo>
                  <a:pt x="177724" y="3409910"/>
                </a:lnTo>
                <a:close/>
                <a:lnTo>
                  <a:pt x="180777" y="3407440"/>
                </a:lnTo>
                <a:close/>
                <a:lnTo>
                  <a:pt x="183833" y="3404948"/>
                </a:lnTo>
                <a:close/>
                <a:lnTo>
                  <a:pt x="186890" y="3402432"/>
                </a:lnTo>
                <a:close/>
                <a:lnTo>
                  <a:pt x="189946" y="3399895"/>
                </a:lnTo>
                <a:close/>
                <a:lnTo>
                  <a:pt x="192998" y="3397340"/>
                </a:lnTo>
                <a:close/>
                <a:lnTo>
                  <a:pt x="196044" y="3394774"/>
                </a:lnTo>
                <a:close/>
                <a:lnTo>
                  <a:pt x="199083" y="3392201"/>
                </a:lnTo>
                <a:close/>
                <a:lnTo>
                  <a:pt x="202113" y="3389626"/>
                </a:lnTo>
                <a:close/>
                <a:lnTo>
                  <a:pt x="205132" y="3387054"/>
                </a:lnTo>
                <a:close/>
                <a:lnTo>
                  <a:pt x="208137" y="3384490"/>
                </a:lnTo>
                <a:close/>
                <a:lnTo>
                  <a:pt x="211128" y="3381938"/>
                </a:lnTo>
                <a:close/>
                <a:lnTo>
                  <a:pt x="214107" y="3379394"/>
                </a:lnTo>
                <a:close/>
                <a:lnTo>
                  <a:pt x="217079" y="3376854"/>
                </a:lnTo>
                <a:close/>
                <a:lnTo>
                  <a:pt x="220046" y="3374311"/>
                </a:lnTo>
                <a:close/>
                <a:lnTo>
                  <a:pt x="223014" y="3371760"/>
                </a:lnTo>
                <a:close/>
                <a:lnTo>
                  <a:pt x="225986" y="3369194"/>
                </a:lnTo>
                <a:close/>
                <a:lnTo>
                  <a:pt x="228966" y="3366608"/>
                </a:lnTo>
                <a:close/>
                <a:lnTo>
                  <a:pt x="231958" y="3363997"/>
                </a:lnTo>
                <a:close/>
                <a:lnTo>
                  <a:pt x="234965" y="3361358"/>
                </a:lnTo>
                <a:close/>
                <a:lnTo>
                  <a:pt x="237985" y="3358695"/>
                </a:lnTo>
                <a:close/>
                <a:lnTo>
                  <a:pt x="241015" y="3356015"/>
                </a:lnTo>
                <a:close/>
                <a:lnTo>
                  <a:pt x="244055" y="3353323"/>
                </a:lnTo>
                <a:close/>
                <a:lnTo>
                  <a:pt x="247102" y="3350625"/>
                </a:lnTo>
                <a:close/>
                <a:lnTo>
                  <a:pt x="250155" y="3347927"/>
                </a:lnTo>
                <a:close/>
                <a:lnTo>
                  <a:pt x="253210" y="3345235"/>
                </a:lnTo>
                <a:close/>
                <a:lnTo>
                  <a:pt x="256267" y="3342553"/>
                </a:lnTo>
                <a:close/>
                <a:lnTo>
                  <a:pt x="259323" y="3339883"/>
                </a:lnTo>
                <a:close/>
                <a:lnTo>
                  <a:pt x="262377" y="3337219"/>
                </a:lnTo>
                <a:close/>
                <a:lnTo>
                  <a:pt x="265424" y="3334556"/>
                </a:lnTo>
                <a:close/>
                <a:lnTo>
                  <a:pt x="268465" y="3331888"/>
                </a:lnTo>
                <a:close/>
                <a:lnTo>
                  <a:pt x="271495" y="3329211"/>
                </a:lnTo>
                <a:close/>
                <a:lnTo>
                  <a:pt x="274513" y="3326519"/>
                </a:lnTo>
                <a:close/>
                <a:lnTo>
                  <a:pt x="277517" y="3323806"/>
                </a:lnTo>
                <a:close/>
                <a:lnTo>
                  <a:pt x="280505" y="3321070"/>
                </a:lnTo>
                <a:close/>
                <a:lnTo>
                  <a:pt x="283480" y="3318309"/>
                </a:lnTo>
                <a:close/>
                <a:lnTo>
                  <a:pt x="286447" y="3315529"/>
                </a:lnTo>
                <a:close/>
                <a:lnTo>
                  <a:pt x="289411" y="3312731"/>
                </a:lnTo>
                <a:close/>
                <a:lnTo>
                  <a:pt x="292378" y="3309918"/>
                </a:lnTo>
                <a:close/>
                <a:lnTo>
                  <a:pt x="295351" y="3307095"/>
                </a:lnTo>
                <a:close/>
                <a:lnTo>
                  <a:pt x="298337" y="3304263"/>
                </a:lnTo>
                <a:close/>
                <a:lnTo>
                  <a:pt x="301339" y="3301426"/>
                </a:lnTo>
                <a:close/>
                <a:lnTo>
                  <a:pt x="304361" y="3298585"/>
                </a:lnTo>
                <a:close/>
                <a:lnTo>
                  <a:pt x="307398" y="3295741"/>
                </a:lnTo>
                <a:close/>
                <a:lnTo>
                  <a:pt x="310444" y="3292893"/>
                </a:lnTo>
                <a:close/>
                <a:lnTo>
                  <a:pt x="313493" y="3290039"/>
                </a:lnTo>
                <a:close/>
                <a:lnTo>
                  <a:pt x="316541" y="3287178"/>
                </a:lnTo>
                <a:close/>
                <a:lnTo>
                  <a:pt x="319581" y="3284309"/>
                </a:lnTo>
                <a:close/>
                <a:lnTo>
                  <a:pt x="322609" y="3281432"/>
                </a:lnTo>
                <a:close/>
                <a:lnTo>
                  <a:pt x="325618" y="3278545"/>
                </a:lnTo>
                <a:close/>
                <a:lnTo>
                  <a:pt x="328609" y="3275649"/>
                </a:lnTo>
                <a:close/>
                <a:lnTo>
                  <a:pt x="331587" y="3272744"/>
                </a:lnTo>
                <a:close/>
                <a:lnTo>
                  <a:pt x="334555" y="3269831"/>
                </a:lnTo>
                <a:close/>
                <a:lnTo>
                  <a:pt x="337520" y="3266911"/>
                </a:lnTo>
                <a:close/>
                <a:lnTo>
                  <a:pt x="340485" y="3263985"/>
                </a:lnTo>
                <a:close/>
                <a:lnTo>
                  <a:pt x="343457" y="3261052"/>
                </a:lnTo>
                <a:close/>
                <a:lnTo>
                  <a:pt x="346440" y="3258115"/>
                </a:lnTo>
                <a:close/>
                <a:lnTo>
                  <a:pt x="349438" y="3255174"/>
                </a:lnTo>
                <a:close/>
                <a:lnTo>
                  <a:pt x="352451" y="3252228"/>
                </a:lnTo>
                <a:close/>
                <a:lnTo>
                  <a:pt x="355477" y="3249273"/>
                </a:lnTo>
                <a:close/>
                <a:lnTo>
                  <a:pt x="358514" y="3246308"/>
                </a:lnTo>
                <a:close/>
                <a:lnTo>
                  <a:pt x="361559" y="3243331"/>
                </a:lnTo>
                <a:close/>
                <a:lnTo>
                  <a:pt x="364611" y="3240339"/>
                </a:lnTo>
                <a:close/>
                <a:lnTo>
                  <a:pt x="367666" y="3237329"/>
                </a:lnTo>
                <a:close/>
                <a:lnTo>
                  <a:pt x="370724" y="3234301"/>
                </a:lnTo>
                <a:close/>
                <a:lnTo>
                  <a:pt x="373781" y="3231252"/>
                </a:lnTo>
                <a:close/>
                <a:lnTo>
                  <a:pt x="376836" y="3228184"/>
                </a:lnTo>
                <a:close/>
                <a:lnTo>
                  <a:pt x="379887" y="3225099"/>
                </a:lnTo>
                <a:close/>
                <a:lnTo>
                  <a:pt x="382930" y="3222001"/>
                </a:lnTo>
                <a:close/>
                <a:lnTo>
                  <a:pt x="385964" y="3218890"/>
                </a:lnTo>
                <a:close/>
                <a:lnTo>
                  <a:pt x="388987" y="3215770"/>
                </a:lnTo>
                <a:close/>
                <a:lnTo>
                  <a:pt x="391997" y="3212642"/>
                </a:lnTo>
                <a:close/>
                <a:lnTo>
                  <a:pt x="394991" y="3209510"/>
                </a:lnTo>
                <a:close/>
                <a:lnTo>
                  <a:pt x="397970" y="3206373"/>
                </a:lnTo>
                <a:close/>
                <a:lnTo>
                  <a:pt x="400940" y="3203230"/>
                </a:lnTo>
                <a:close/>
                <a:lnTo>
                  <a:pt x="403904" y="3200083"/>
                </a:lnTo>
                <a:close/>
                <a:lnTo>
                  <a:pt x="406870" y="3196928"/>
                </a:lnTo>
                <a:close/>
                <a:lnTo>
                  <a:pt x="409840" y="3193767"/>
                </a:lnTo>
                <a:close/>
                <a:lnTo>
                  <a:pt x="412820" y="3190597"/>
                </a:lnTo>
                <a:close/>
                <a:lnTo>
                  <a:pt x="415815" y="3187419"/>
                </a:lnTo>
                <a:close/>
                <a:lnTo>
                  <a:pt x="418830" y="3184231"/>
                </a:lnTo>
                <a:close/>
                <a:lnTo>
                  <a:pt x="421861" y="3181034"/>
                </a:lnTo>
                <a:close/>
                <a:lnTo>
                  <a:pt x="424904" y="3177829"/>
                </a:lnTo>
                <a:close/>
                <a:lnTo>
                  <a:pt x="427953" y="3174616"/>
                </a:lnTo>
                <a:close/>
                <a:lnTo>
                  <a:pt x="431002" y="3171396"/>
                </a:lnTo>
                <a:close/>
                <a:lnTo>
                  <a:pt x="434046" y="3168171"/>
                </a:lnTo>
                <a:close/>
                <a:lnTo>
                  <a:pt x="437079" y="3164940"/>
                </a:lnTo>
                <a:close/>
                <a:lnTo>
                  <a:pt x="440096" y="3161705"/>
                </a:lnTo>
                <a:close/>
                <a:lnTo>
                  <a:pt x="443094" y="3158466"/>
                </a:lnTo>
                <a:close/>
                <a:lnTo>
                  <a:pt x="446076" y="3155220"/>
                </a:lnTo>
                <a:close/>
                <a:lnTo>
                  <a:pt x="449047" y="3151966"/>
                </a:lnTo>
                <a:close/>
                <a:lnTo>
                  <a:pt x="452013" y="3148700"/>
                </a:lnTo>
                <a:close/>
                <a:lnTo>
                  <a:pt x="454977" y="3145421"/>
                </a:lnTo>
                <a:close/>
                <a:lnTo>
                  <a:pt x="457946" y="3142126"/>
                </a:lnTo>
                <a:close/>
                <a:lnTo>
                  <a:pt x="460924" y="3138813"/>
                </a:lnTo>
                <a:close/>
                <a:lnTo>
                  <a:pt x="463916" y="3135479"/>
                </a:lnTo>
                <a:close/>
                <a:lnTo>
                  <a:pt x="466924" y="3132124"/>
                </a:lnTo>
                <a:close/>
                <a:lnTo>
                  <a:pt x="469945" y="3128751"/>
                </a:lnTo>
                <a:close/>
                <a:lnTo>
                  <a:pt x="472978" y="3125363"/>
                </a:lnTo>
                <a:close/>
                <a:lnTo>
                  <a:pt x="476020" y="3121961"/>
                </a:lnTo>
                <a:close/>
                <a:lnTo>
                  <a:pt x="479070" y="3118551"/>
                </a:lnTo>
                <a:close/>
                <a:lnTo>
                  <a:pt x="482124" y="3115133"/>
                </a:lnTo>
                <a:close/>
                <a:lnTo>
                  <a:pt x="485181" y="3111711"/>
                </a:lnTo>
                <a:close/>
                <a:lnTo>
                  <a:pt x="488237" y="3108287"/>
                </a:lnTo>
                <a:close/>
                <a:lnTo>
                  <a:pt x="491292" y="3104861"/>
                </a:lnTo>
                <a:close/>
                <a:lnTo>
                  <a:pt x="494343" y="3101429"/>
                </a:lnTo>
                <a:close/>
                <a:lnTo>
                  <a:pt x="497389" y="3097989"/>
                </a:lnTo>
                <a:close/>
                <a:lnTo>
                  <a:pt x="500427" y="3094538"/>
                </a:lnTo>
                <a:close/>
                <a:lnTo>
                  <a:pt x="503455" y="3091073"/>
                </a:lnTo>
                <a:close/>
                <a:lnTo>
                  <a:pt x="506471" y="3087592"/>
                </a:lnTo>
                <a:close/>
                <a:lnTo>
                  <a:pt x="509474" y="3084091"/>
                </a:lnTo>
                <a:close/>
                <a:lnTo>
                  <a:pt x="512463" y="3080570"/>
                </a:lnTo>
                <a:close/>
                <a:lnTo>
                  <a:pt x="515441" y="3077028"/>
                </a:lnTo>
                <a:close/>
                <a:lnTo>
                  <a:pt x="518411" y="3073470"/>
                </a:lnTo>
                <a:close/>
                <a:lnTo>
                  <a:pt x="521378" y="3069896"/>
                </a:lnTo>
                <a:close/>
                <a:lnTo>
                  <a:pt x="524347" y="3066310"/>
                </a:lnTo>
                <a:close/>
                <a:lnTo>
                  <a:pt x="527319" y="3062713"/>
                </a:lnTo>
                <a:close/>
                <a:lnTo>
                  <a:pt x="530301" y="3059107"/>
                </a:lnTo>
                <a:close/>
                <a:lnTo>
                  <a:pt x="533296" y="3055496"/>
                </a:lnTo>
                <a:close/>
                <a:lnTo>
                  <a:pt x="536305" y="3051880"/>
                </a:lnTo>
                <a:close/>
                <a:lnTo>
                  <a:pt x="539327" y="3048259"/>
                </a:lnTo>
                <a:close/>
                <a:lnTo>
                  <a:pt x="542359" y="3044633"/>
                </a:lnTo>
                <a:close/>
                <a:lnTo>
                  <a:pt x="545400" y="3041002"/>
                </a:lnTo>
                <a:close/>
                <a:lnTo>
                  <a:pt x="548448" y="3037365"/>
                </a:lnTo>
                <a:close/>
                <a:lnTo>
                  <a:pt x="551501" y="3033723"/>
                </a:lnTo>
                <a:close/>
                <a:lnTo>
                  <a:pt x="554557" y="3030074"/>
                </a:lnTo>
                <a:close/>
                <a:lnTo>
                  <a:pt x="557614" y="3026419"/>
                </a:lnTo>
                <a:close/>
                <a:lnTo>
                  <a:pt x="560670" y="3022757"/>
                </a:lnTo>
                <a:close/>
                <a:lnTo>
                  <a:pt x="563723" y="3019087"/>
                </a:lnTo>
                <a:close/>
                <a:lnTo>
                  <a:pt x="566769" y="3015406"/>
                </a:lnTo>
                <a:close/>
                <a:lnTo>
                  <a:pt x="569808" y="3011714"/>
                </a:lnTo>
                <a:close/>
                <a:lnTo>
                  <a:pt x="572836" y="3008010"/>
                </a:lnTo>
                <a:close/>
                <a:lnTo>
                  <a:pt x="575852" y="3004290"/>
                </a:lnTo>
                <a:close/>
                <a:lnTo>
                  <a:pt x="578854" y="3000556"/>
                </a:lnTo>
                <a:close/>
                <a:lnTo>
                  <a:pt x="581839" y="2996804"/>
                </a:lnTo>
                <a:close/>
                <a:lnTo>
                  <a:pt x="584812" y="2993036"/>
                </a:lnTo>
                <a:close/>
                <a:lnTo>
                  <a:pt x="587779" y="2989249"/>
                </a:lnTo>
                <a:close/>
                <a:lnTo>
                  <a:pt x="590743" y="2985445"/>
                </a:lnTo>
                <a:close/>
                <a:lnTo>
                  <a:pt x="593710" y="2981624"/>
                </a:lnTo>
                <a:close/>
                <a:lnTo>
                  <a:pt x="596685" y="2977784"/>
                </a:lnTo>
                <a:close/>
                <a:lnTo>
                  <a:pt x="599674" y="2973925"/>
                </a:lnTo>
                <a:close/>
                <a:lnTo>
                  <a:pt x="602679" y="2970049"/>
                </a:lnTo>
                <a:close/>
                <a:lnTo>
                  <a:pt x="605704" y="2966154"/>
                </a:lnTo>
                <a:close/>
                <a:lnTo>
                  <a:pt x="608743" y="2962244"/>
                </a:lnTo>
                <a:close/>
                <a:lnTo>
                  <a:pt x="611789" y="2958320"/>
                </a:lnTo>
                <a:close/>
                <a:lnTo>
                  <a:pt x="614839" y="2954386"/>
                </a:lnTo>
                <a:close/>
                <a:lnTo>
                  <a:pt x="617886" y="2950442"/>
                </a:lnTo>
                <a:close/>
                <a:lnTo>
                  <a:pt x="620925" y="2946492"/>
                </a:lnTo>
                <a:close/>
                <a:lnTo>
                  <a:pt x="623950" y="2942537"/>
                </a:lnTo>
                <a:close/>
                <a:lnTo>
                  <a:pt x="626956" y="2938580"/>
                </a:lnTo>
                <a:close/>
                <a:lnTo>
                  <a:pt x="629944" y="2934620"/>
                </a:lnTo>
                <a:close/>
                <a:lnTo>
                  <a:pt x="632919" y="2930655"/>
                </a:lnTo>
                <a:close/>
                <a:lnTo>
                  <a:pt x="635887" y="2926680"/>
                </a:lnTo>
                <a:close/>
                <a:lnTo>
                  <a:pt x="638851" y="2922694"/>
                </a:lnTo>
                <a:close/>
                <a:lnTo>
                  <a:pt x="641817" y="2918694"/>
                </a:lnTo>
                <a:close/>
                <a:lnTo>
                  <a:pt x="644790" y="2914676"/>
                </a:lnTo>
                <a:close/>
                <a:lnTo>
                  <a:pt x="647776" y="2910639"/>
                </a:lnTo>
                <a:close/>
                <a:lnTo>
                  <a:pt x="650777" y="2906580"/>
                </a:lnTo>
                <a:close/>
                <a:lnTo>
                  <a:pt x="653792" y="2902502"/>
                </a:lnTo>
                <a:close/>
                <a:lnTo>
                  <a:pt x="656821" y="2898406"/>
                </a:lnTo>
                <a:close/>
                <a:lnTo>
                  <a:pt x="659859" y="2894295"/>
                </a:lnTo>
                <a:close/>
                <a:lnTo>
                  <a:pt x="662906" y="2890174"/>
                </a:lnTo>
                <a:close/>
                <a:lnTo>
                  <a:pt x="665958" y="2886043"/>
                </a:lnTo>
                <a:close/>
                <a:lnTo>
                  <a:pt x="669014" y="2881907"/>
                </a:lnTo>
                <a:close/>
                <a:lnTo>
                  <a:pt x="672071" y="2877768"/>
                </a:lnTo>
                <a:close/>
                <a:lnTo>
                  <a:pt x="675127" y="2873627"/>
                </a:lnTo>
                <a:close/>
                <a:lnTo>
                  <a:pt x="678180" y="2869481"/>
                </a:lnTo>
                <a:close/>
                <a:lnTo>
                  <a:pt x="681228" y="2865329"/>
                </a:lnTo>
                <a:close/>
                <a:lnTo>
                  <a:pt x="684270" y="2861168"/>
                </a:lnTo>
                <a:close/>
                <a:lnTo>
                  <a:pt x="687302" y="2856995"/>
                </a:lnTo>
                <a:close/>
                <a:lnTo>
                  <a:pt x="690324" y="2852809"/>
                </a:lnTo>
                <a:close/>
                <a:lnTo>
                  <a:pt x="693333" y="2848606"/>
                </a:lnTo>
                <a:close/>
                <a:lnTo>
                  <a:pt x="696328" y="2844384"/>
                </a:lnTo>
                <a:close/>
                <a:lnTo>
                  <a:pt x="699310" y="2840144"/>
                </a:lnTo>
                <a:close/>
                <a:lnTo>
                  <a:pt x="702283" y="2835885"/>
                </a:lnTo>
                <a:close/>
                <a:lnTo>
                  <a:pt x="705251" y="2831608"/>
                </a:lnTo>
                <a:close/>
                <a:lnTo>
                  <a:pt x="708218" y="2827315"/>
                </a:lnTo>
                <a:close/>
                <a:lnTo>
                  <a:pt x="711189" y="2823006"/>
                </a:lnTo>
                <a:close/>
                <a:lnTo>
                  <a:pt x="714166" y="2818683"/>
                </a:lnTo>
                <a:close/>
                <a:lnTo>
                  <a:pt x="717155" y="2814345"/>
                </a:lnTo>
                <a:close/>
                <a:lnTo>
                  <a:pt x="720158" y="2809993"/>
                </a:lnTo>
                <a:close/>
                <a:lnTo>
                  <a:pt x="723174" y="2805628"/>
                </a:lnTo>
                <a:close/>
                <a:lnTo>
                  <a:pt x="726202" y="2801247"/>
                </a:lnTo>
                <a:close/>
                <a:lnTo>
                  <a:pt x="729240" y="2796851"/>
                </a:lnTo>
                <a:close/>
                <a:lnTo>
                  <a:pt x="732285" y="2792437"/>
                </a:lnTo>
                <a:close/>
                <a:lnTo>
                  <a:pt x="735336" y="2788006"/>
                </a:lnTo>
                <a:close/>
                <a:lnTo>
                  <a:pt x="738391" y="2783555"/>
                </a:lnTo>
                <a:close/>
                <a:lnTo>
                  <a:pt x="741448" y="2779085"/>
                </a:lnTo>
                <a:close/>
                <a:lnTo>
                  <a:pt x="744504" y="2774595"/>
                </a:lnTo>
                <a:close/>
                <a:lnTo>
                  <a:pt x="747559" y="2770089"/>
                </a:lnTo>
                <a:close/>
                <a:lnTo>
                  <a:pt x="750608" y="2765568"/>
                </a:lnTo>
                <a:close/>
                <a:lnTo>
                  <a:pt x="753651" y="2761037"/>
                </a:lnTo>
                <a:close/>
                <a:lnTo>
                  <a:pt x="756684" y="2756498"/>
                </a:lnTo>
                <a:close/>
                <a:lnTo>
                  <a:pt x="759705" y="2751955"/>
                </a:lnTo>
                <a:close/>
                <a:lnTo>
                  <a:pt x="762713" y="2747409"/>
                </a:lnTo>
                <a:close/>
                <a:lnTo>
                  <a:pt x="765705" y="2742865"/>
                </a:lnTo>
                <a:close/>
                <a:lnTo>
                  <a:pt x="768683" y="2738320"/>
                </a:lnTo>
                <a:close/>
                <a:lnTo>
                  <a:pt x="771652" y="2733770"/>
                </a:lnTo>
                <a:close/>
                <a:lnTo>
                  <a:pt x="774617" y="2729209"/>
                </a:lnTo>
                <a:close/>
                <a:lnTo>
                  <a:pt x="777582" y="2724633"/>
                </a:lnTo>
                <a:close/>
                <a:lnTo>
                  <a:pt x="780553" y="2720036"/>
                </a:lnTo>
                <a:close/>
                <a:lnTo>
                  <a:pt x="783535" y="2715414"/>
                </a:lnTo>
                <a:close/>
                <a:lnTo>
                  <a:pt x="786533" y="2710761"/>
                </a:lnTo>
                <a:close/>
                <a:lnTo>
                  <a:pt x="789550" y="2706074"/>
                </a:lnTo>
                <a:close/>
                <a:lnTo>
                  <a:pt x="792583" y="2701355"/>
                </a:lnTo>
                <a:close/>
                <a:lnTo>
                  <a:pt x="795627" y="2696609"/>
                </a:lnTo>
                <a:close/>
                <a:lnTo>
                  <a:pt x="798676" y="2691842"/>
                </a:lnTo>
                <a:close/>
                <a:lnTo>
                  <a:pt x="801725" y="2687059"/>
                </a:lnTo>
                <a:close/>
                <a:lnTo>
                  <a:pt x="804767" y="2682264"/>
                </a:lnTo>
                <a:close/>
                <a:lnTo>
                  <a:pt x="807799" y="2677462"/>
                </a:lnTo>
                <a:close/>
                <a:lnTo>
                  <a:pt x="810814" y="2672659"/>
                </a:lnTo>
                <a:close/>
                <a:lnTo>
                  <a:pt x="813809" y="2667857"/>
                </a:lnTo>
                <a:close/>
                <a:lnTo>
                  <a:pt x="816790" y="2663055"/>
                </a:lnTo>
                <a:close/>
                <a:lnTo>
                  <a:pt x="819760" y="2658248"/>
                </a:lnTo>
                <a:close/>
                <a:lnTo>
                  <a:pt x="822725" y="2653433"/>
                </a:lnTo>
                <a:close/>
                <a:lnTo>
                  <a:pt x="825690" y="2648609"/>
                </a:lnTo>
                <a:close/>
                <a:lnTo>
                  <a:pt x="828659" y="2643772"/>
                </a:lnTo>
                <a:close/>
                <a:lnTo>
                  <a:pt x="831639" y="2638919"/>
                </a:lnTo>
                <a:close/>
                <a:lnTo>
                  <a:pt x="834633" y="2634047"/>
                </a:lnTo>
                <a:close/>
                <a:lnTo>
                  <a:pt x="837642" y="2629154"/>
                </a:lnTo>
                <a:close/>
                <a:lnTo>
                  <a:pt x="840665" y="2624243"/>
                </a:lnTo>
                <a:close/>
                <a:lnTo>
                  <a:pt x="843700" y="2619314"/>
                </a:lnTo>
                <a:close/>
                <a:lnTo>
                  <a:pt x="846743" y="2614367"/>
                </a:lnTo>
                <a:close/>
                <a:lnTo>
                  <a:pt x="849793" y="2609403"/>
                </a:lnTo>
                <a:close/>
                <a:lnTo>
                  <a:pt x="852848" y="2604424"/>
                </a:lnTo>
                <a:close/>
                <a:lnTo>
                  <a:pt x="855904" y="2599430"/>
                </a:lnTo>
                <a:close/>
                <a:lnTo>
                  <a:pt x="858961" y="2594422"/>
                </a:lnTo>
                <a:close/>
                <a:lnTo>
                  <a:pt x="862016" y="2589400"/>
                </a:lnTo>
                <a:close/>
                <a:lnTo>
                  <a:pt x="865066" y="2584363"/>
                </a:lnTo>
                <a:close/>
                <a:lnTo>
                  <a:pt x="868111" y="2579311"/>
                </a:lnTo>
                <a:close/>
                <a:lnTo>
                  <a:pt x="871147" y="2574243"/>
                </a:lnTo>
                <a:close/>
                <a:lnTo>
                  <a:pt x="874174" y="2569160"/>
                </a:lnTo>
                <a:close/>
                <a:lnTo>
                  <a:pt x="877189" y="2564060"/>
                </a:lnTo>
                <a:close/>
                <a:lnTo>
                  <a:pt x="880190" y="2558943"/>
                </a:lnTo>
                <a:close/>
                <a:lnTo>
                  <a:pt x="883177" y="2553810"/>
                </a:lnTo>
                <a:close/>
                <a:lnTo>
                  <a:pt x="886154" y="2548660"/>
                </a:lnTo>
                <a:close/>
                <a:lnTo>
                  <a:pt x="889124" y="2543495"/>
                </a:lnTo>
                <a:close/>
                <a:lnTo>
                  <a:pt x="892091" y="2538316"/>
                </a:lnTo>
                <a:close/>
                <a:lnTo>
                  <a:pt x="895059" y="2533123"/>
                </a:lnTo>
                <a:close/>
                <a:lnTo>
                  <a:pt x="898033" y="2527917"/>
                </a:lnTo>
                <a:close/>
                <a:lnTo>
                  <a:pt x="901016" y="2522700"/>
                </a:lnTo>
                <a:close/>
                <a:lnTo>
                  <a:pt x="904013" y="2517471"/>
                </a:lnTo>
                <a:close/>
                <a:lnTo>
                  <a:pt x="907024" y="2512230"/>
                </a:lnTo>
                <a:close/>
                <a:lnTo>
                  <a:pt x="910047" y="2506974"/>
                </a:lnTo>
                <a:close/>
                <a:lnTo>
                  <a:pt x="913081" y="2501700"/>
                </a:lnTo>
                <a:close/>
                <a:lnTo>
                  <a:pt x="916123" y="2496405"/>
                </a:lnTo>
                <a:close/>
                <a:lnTo>
                  <a:pt x="919172" y="2491086"/>
                </a:lnTo>
                <a:close/>
                <a:lnTo>
                  <a:pt x="922225" y="2485740"/>
                </a:lnTo>
                <a:close/>
                <a:lnTo>
                  <a:pt x="925281" y="2480364"/>
                </a:lnTo>
                <a:close/>
                <a:lnTo>
                  <a:pt x="928338" y="2474956"/>
                </a:lnTo>
                <a:close/>
                <a:lnTo>
                  <a:pt x="931394" y="2469518"/>
                </a:lnTo>
                <a:close/>
                <a:lnTo>
                  <a:pt x="934446" y="2464056"/>
                </a:lnTo>
                <a:close/>
                <a:lnTo>
                  <a:pt x="937491" y="2458575"/>
                </a:lnTo>
                <a:close/>
                <a:lnTo>
                  <a:pt x="940529" y="2453079"/>
                </a:lnTo>
                <a:close/>
                <a:lnTo>
                  <a:pt x="943556" y="2447574"/>
                </a:lnTo>
                <a:close/>
                <a:lnTo>
                  <a:pt x="946570" y="2442065"/>
                </a:lnTo>
                <a:close/>
                <a:lnTo>
                  <a:pt x="949569" y="2436557"/>
                </a:lnTo>
                <a:close/>
                <a:lnTo>
                  <a:pt x="952553" y="2431052"/>
                </a:lnTo>
                <a:close/>
                <a:lnTo>
                  <a:pt x="955525" y="2425546"/>
                </a:lnTo>
                <a:close/>
                <a:lnTo>
                  <a:pt x="958491" y="2420035"/>
                </a:lnTo>
                <a:close/>
                <a:lnTo>
                  <a:pt x="961455" y="2414513"/>
                </a:lnTo>
                <a:close/>
                <a:lnTo>
                  <a:pt x="964423" y="2408976"/>
                </a:lnTo>
                <a:close/>
                <a:lnTo>
                  <a:pt x="967400" y="2403417"/>
                </a:lnTo>
                <a:close/>
                <a:lnTo>
                  <a:pt x="970390" y="2397833"/>
                </a:lnTo>
                <a:close/>
                <a:lnTo>
                  <a:pt x="973398" y="2392218"/>
                </a:lnTo>
                <a:close/>
                <a:lnTo>
                  <a:pt x="976425" y="2386571"/>
                </a:lnTo>
                <a:close/>
                <a:lnTo>
                  <a:pt x="979465" y="2380895"/>
                </a:lnTo>
                <a:close/>
                <a:lnTo>
                  <a:pt x="982512" y="2375193"/>
                </a:lnTo>
                <a:close/>
                <a:lnTo>
                  <a:pt x="985562" y="2369468"/>
                </a:lnTo>
                <a:close/>
                <a:lnTo>
                  <a:pt x="988608" y="2363722"/>
                </a:lnTo>
                <a:close/>
                <a:lnTo>
                  <a:pt x="991645" y="2357960"/>
                </a:lnTo>
                <a:close/>
                <a:lnTo>
                  <a:pt x="994668" y="2352183"/>
                </a:lnTo>
                <a:close/>
                <a:lnTo>
                  <a:pt x="997672" y="2346395"/>
                </a:lnTo>
                <a:close/>
                <a:lnTo>
                  <a:pt x="1000658" y="2340596"/>
                </a:lnTo>
                <a:close/>
                <a:lnTo>
                  <a:pt x="1003632" y="2334785"/>
                </a:lnTo>
                <a:close/>
                <a:lnTo>
                  <a:pt x="1006599" y="2328960"/>
                </a:lnTo>
                <a:close/>
                <a:lnTo>
                  <a:pt x="1009563" y="2323122"/>
                </a:lnTo>
                <a:close/>
                <a:lnTo>
                  <a:pt x="1012530" y="2317268"/>
                </a:lnTo>
                <a:close/>
                <a:lnTo>
                  <a:pt x="1015504" y="2311399"/>
                </a:lnTo>
                <a:close/>
                <a:lnTo>
                  <a:pt x="1018491" y="2305512"/>
                </a:lnTo>
                <a:close/>
                <a:lnTo>
                  <a:pt x="1021494" y="2299608"/>
                </a:lnTo>
                <a:close/>
                <a:lnTo>
                  <a:pt x="1024512" y="2293688"/>
                </a:lnTo>
                <a:close/>
                <a:lnTo>
                  <a:pt x="1027542" y="2287751"/>
                </a:lnTo>
                <a:close/>
                <a:lnTo>
                  <a:pt x="1030582" y="2281799"/>
                </a:lnTo>
                <a:close/>
                <a:lnTo>
                  <a:pt x="1033629" y="2275832"/>
                </a:lnTo>
                <a:close/>
                <a:lnTo>
                  <a:pt x="1036682" y="2269852"/>
                </a:lnTo>
                <a:close/>
                <a:lnTo>
                  <a:pt x="1039738" y="2263860"/>
                </a:lnTo>
                <a:close/>
                <a:lnTo>
                  <a:pt x="1042795" y="2257855"/>
                </a:lnTo>
                <a:close/>
                <a:lnTo>
                  <a:pt x="1045851" y="2251838"/>
                </a:lnTo>
                <a:close/>
                <a:lnTo>
                  <a:pt x="1048903" y="2245807"/>
                </a:lnTo>
                <a:close/>
                <a:lnTo>
                  <a:pt x="1051951" y="2239758"/>
                </a:lnTo>
                <a:close/>
                <a:lnTo>
                  <a:pt x="1054991" y="2233690"/>
                </a:lnTo>
                <a:close/>
                <a:lnTo>
                  <a:pt x="1058022" y="2227599"/>
                </a:lnTo>
                <a:close/>
                <a:lnTo>
                  <a:pt x="1061043" y="2221484"/>
                </a:lnTo>
                <a:close/>
                <a:lnTo>
                  <a:pt x="1064050" y="2215342"/>
                </a:lnTo>
                <a:close/>
                <a:lnTo>
                  <a:pt x="1067043" y="2209171"/>
                </a:lnTo>
                <a:close/>
                <a:lnTo>
                  <a:pt x="1070024" y="2202972"/>
                </a:lnTo>
                <a:close/>
                <a:lnTo>
                  <a:pt x="1072996" y="2196748"/>
                </a:lnTo>
                <a:close/>
                <a:lnTo>
                  <a:pt x="1075964" y="2190502"/>
                </a:lnTo>
                <a:close/>
                <a:lnTo>
                  <a:pt x="1078931" y="2184236"/>
                </a:lnTo>
                <a:close/>
                <a:lnTo>
                  <a:pt x="1081902" y="2177954"/>
                </a:lnTo>
                <a:close/>
                <a:lnTo>
                  <a:pt x="1084881" y="2171658"/>
                </a:lnTo>
                <a:close/>
                <a:lnTo>
                  <a:pt x="1087871" y="2165352"/>
                </a:lnTo>
                <a:close/>
                <a:lnTo>
                  <a:pt x="1090876" y="2159037"/>
                </a:lnTo>
                <a:close/>
                <a:lnTo>
                  <a:pt x="1093894" y="2152710"/>
                </a:lnTo>
                <a:close/>
                <a:lnTo>
                  <a:pt x="1096923" y="2146370"/>
                </a:lnTo>
                <a:close/>
                <a:lnTo>
                  <a:pt x="1099962" y="2140012"/>
                </a:lnTo>
                <a:close/>
                <a:lnTo>
                  <a:pt x="1103008" y="2133634"/>
                </a:lnTo>
                <a:close/>
                <a:lnTo>
                  <a:pt x="1106060" y="2127233"/>
                </a:lnTo>
                <a:close/>
                <a:lnTo>
                  <a:pt x="1109115" y="2120806"/>
                </a:lnTo>
                <a:close/>
                <a:lnTo>
                  <a:pt x="1112172" y="2114349"/>
                </a:lnTo>
                <a:close/>
                <a:lnTo>
                  <a:pt x="1115228" y="2107864"/>
                </a:lnTo>
                <a:close/>
                <a:lnTo>
                  <a:pt x="1118282" y="2101351"/>
                </a:lnTo>
                <a:close/>
                <a:lnTo>
                  <a:pt x="1121331" y="2094815"/>
                </a:lnTo>
                <a:close/>
                <a:lnTo>
                  <a:pt x="1124372" y="2088258"/>
                </a:lnTo>
                <a:close/>
                <a:lnTo>
                  <a:pt x="1127404" y="2081683"/>
                </a:lnTo>
                <a:close/>
                <a:lnTo>
                  <a:pt x="1130424" y="2075094"/>
                </a:lnTo>
                <a:close/>
                <a:lnTo>
                  <a:pt x="1133430" y="2068493"/>
                </a:lnTo>
                <a:close/>
                <a:lnTo>
                  <a:pt x="1136420" y="2061882"/>
                </a:lnTo>
                <a:close/>
                <a:lnTo>
                  <a:pt x="1139396" y="2055262"/>
                </a:lnTo>
                <a:close/>
                <a:lnTo>
                  <a:pt x="1142364" y="2048629"/>
                </a:lnTo>
                <a:close/>
                <a:lnTo>
                  <a:pt x="1145329" y="2041980"/>
                </a:lnTo>
                <a:close/>
                <a:lnTo>
                  <a:pt x="1148295" y="2035312"/>
                </a:lnTo>
                <a:close/>
                <a:lnTo>
                  <a:pt x="1151267" y="2028622"/>
                </a:lnTo>
                <a:close/>
                <a:lnTo>
                  <a:pt x="1154250" y="2021907"/>
                </a:lnTo>
                <a:close/>
                <a:lnTo>
                  <a:pt x="1157250" y="2015165"/>
                </a:lnTo>
                <a:close/>
                <a:lnTo>
                  <a:pt x="1160270" y="2008392"/>
                </a:lnTo>
                <a:close/>
                <a:lnTo>
                  <a:pt x="1163305" y="2001592"/>
                </a:lnTo>
                <a:close/>
                <a:lnTo>
                  <a:pt x="1166349" y="1994767"/>
                </a:lnTo>
                <a:close/>
                <a:lnTo>
                  <a:pt x="1169399" y="1987920"/>
                </a:lnTo>
                <a:close/>
                <a:lnTo>
                  <a:pt x="1172447" y="1981054"/>
                </a:lnTo>
                <a:close/>
                <a:lnTo>
                  <a:pt x="1175489" y="1974171"/>
                </a:lnTo>
                <a:close/>
                <a:lnTo>
                  <a:pt x="1178519" y="1967275"/>
                </a:lnTo>
                <a:close/>
                <a:lnTo>
                  <a:pt x="1181531" y="1960368"/>
                </a:lnTo>
                <a:close/>
                <a:lnTo>
                  <a:pt x="1184524" y="1953451"/>
                </a:lnTo>
                <a:close/>
                <a:lnTo>
                  <a:pt x="1187503" y="1946522"/>
                </a:lnTo>
                <a:close/>
                <a:lnTo>
                  <a:pt x="1190472" y="1939579"/>
                </a:lnTo>
                <a:close/>
                <a:lnTo>
                  <a:pt x="1193437" y="1932619"/>
                </a:lnTo>
                <a:close/>
                <a:lnTo>
                  <a:pt x="1196402" y="1925640"/>
                </a:lnTo>
                <a:close/>
                <a:lnTo>
                  <a:pt x="1199373" y="1918639"/>
                </a:lnTo>
                <a:close/>
                <a:lnTo>
                  <a:pt x="1202354" y="1911615"/>
                </a:lnTo>
                <a:close/>
                <a:lnTo>
                  <a:pt x="1205350" y="1904564"/>
                </a:lnTo>
                <a:close/>
                <a:lnTo>
                  <a:pt x="1208361" y="1897487"/>
                </a:lnTo>
                <a:close/>
                <a:lnTo>
                  <a:pt x="1211386" y="1890383"/>
                </a:lnTo>
                <a:close/>
                <a:lnTo>
                  <a:pt x="1214421" y="1883254"/>
                </a:lnTo>
                <a:close/>
                <a:lnTo>
                  <a:pt x="1217466" y="1876101"/>
                </a:lnTo>
                <a:close/>
                <a:lnTo>
                  <a:pt x="1220517" y="1868923"/>
                </a:lnTo>
                <a:close/>
                <a:lnTo>
                  <a:pt x="1223572" y="1861721"/>
                </a:lnTo>
                <a:close/>
                <a:lnTo>
                  <a:pt x="1226628" y="1854496"/>
                </a:lnTo>
                <a:close/>
                <a:lnTo>
                  <a:pt x="1229685" y="1847249"/>
                </a:lnTo>
                <a:close/>
                <a:lnTo>
                  <a:pt x="1232739" y="1839979"/>
                </a:lnTo>
                <a:close/>
                <a:lnTo>
                  <a:pt x="1235789" y="1832687"/>
                </a:lnTo>
                <a:close/>
                <a:lnTo>
                  <a:pt x="1238833" y="1825372"/>
                </a:lnTo>
                <a:close/>
                <a:lnTo>
                  <a:pt x="1241868" y="1818035"/>
                </a:lnTo>
                <a:close/>
                <a:lnTo>
                  <a:pt x="1244893" y="1810675"/>
                </a:lnTo>
                <a:close/>
                <a:lnTo>
                  <a:pt x="1247907" y="1803292"/>
                </a:lnTo>
                <a:close/>
                <a:lnTo>
                  <a:pt x="1250906" y="1795887"/>
                </a:lnTo>
                <a:close/>
                <a:lnTo>
                  <a:pt x="1253892" y="1788459"/>
                </a:lnTo>
                <a:close/>
                <a:lnTo>
                  <a:pt x="1256867" y="1781007"/>
                </a:lnTo>
                <a:close/>
                <a:lnTo>
                  <a:pt x="1259836" y="1773532"/>
                </a:lnTo>
                <a:close/>
                <a:lnTo>
                  <a:pt x="1262803" y="1766033"/>
                </a:lnTo>
                <a:close/>
                <a:lnTo>
                  <a:pt x="1265772" y="1758509"/>
                </a:lnTo>
                <a:close/>
                <a:lnTo>
                  <a:pt x="1268747" y="1750959"/>
                </a:lnTo>
                <a:close/>
                <a:lnTo>
                  <a:pt x="1271732" y="1743384"/>
                </a:lnTo>
                <a:close/>
                <a:lnTo>
                  <a:pt x="1274730" y="1735782"/>
                </a:lnTo>
                <a:close/>
                <a:lnTo>
                  <a:pt x="1277743" y="1728156"/>
                </a:lnTo>
                <a:close/>
                <a:lnTo>
                  <a:pt x="1280767" y="1720506"/>
                </a:lnTo>
                <a:close/>
                <a:lnTo>
                  <a:pt x="1283802" y="1712835"/>
                </a:lnTo>
                <a:close/>
                <a:lnTo>
                  <a:pt x="1286845" y="1705145"/>
                </a:lnTo>
                <a:close/>
                <a:lnTo>
                  <a:pt x="1289895" y="1697437"/>
                </a:lnTo>
                <a:close/>
                <a:lnTo>
                  <a:pt x="1292949" y="1689715"/>
                </a:lnTo>
                <a:close/>
                <a:lnTo>
                  <a:pt x="1296005" y="1681979"/>
                </a:lnTo>
                <a:close/>
                <a:lnTo>
                  <a:pt x="1299062" y="1674231"/>
                </a:lnTo>
                <a:close/>
                <a:lnTo>
                  <a:pt x="1302117" y="1666471"/>
                </a:lnTo>
                <a:close/>
                <a:lnTo>
                  <a:pt x="1305168" y="1658697"/>
                </a:lnTo>
                <a:close/>
                <a:lnTo>
                  <a:pt x="1308213" y="1650908"/>
                </a:lnTo>
                <a:close/>
                <a:lnTo>
                  <a:pt x="1311250" y="1643102"/>
                </a:lnTo>
                <a:close/>
                <a:lnTo>
                  <a:pt x="1314275" y="1635278"/>
                </a:lnTo>
                <a:close/>
                <a:lnTo>
                  <a:pt x="1317287" y="1627434"/>
                </a:lnTo>
                <a:close/>
                <a:lnTo>
                  <a:pt x="1320284" y="1619569"/>
                </a:lnTo>
                <a:close/>
                <a:lnTo>
                  <a:pt x="1323266" y="1611681"/>
                </a:lnTo>
                <a:close/>
                <a:lnTo>
                  <a:pt x="1326237" y="1603769"/>
                </a:lnTo>
                <a:close/>
                <a:lnTo>
                  <a:pt x="1329203" y="1595829"/>
                </a:lnTo>
                <a:close/>
                <a:lnTo>
                  <a:pt x="1332167" y="1587859"/>
                </a:lnTo>
                <a:close/>
                <a:lnTo>
                  <a:pt x="1335136" y="1579857"/>
                </a:lnTo>
                <a:close/>
                <a:lnTo>
                  <a:pt x="1338114" y="1571821"/>
                </a:lnTo>
                <a:close/>
                <a:lnTo>
                  <a:pt x="1341106" y="1563747"/>
                </a:lnTo>
                <a:close/>
                <a:lnTo>
                  <a:pt x="1344117" y="1555635"/>
                </a:lnTo>
                <a:close/>
                <a:lnTo>
                  <a:pt x="1347146" y="1547485"/>
                </a:lnTo>
                <a:close/>
                <a:lnTo>
                  <a:pt x="1350187" y="1539303"/>
                </a:lnTo>
                <a:close/>
                <a:lnTo>
                  <a:pt x="1353235" y="1531093"/>
                </a:lnTo>
                <a:close/>
                <a:lnTo>
                  <a:pt x="1356285" y="1522860"/>
                </a:lnTo>
                <a:close/>
                <a:lnTo>
                  <a:pt x="1359330" y="1514609"/>
                </a:lnTo>
                <a:close/>
                <a:lnTo>
                  <a:pt x="1362366" y="1506345"/>
                </a:lnTo>
                <a:close/>
                <a:lnTo>
                  <a:pt x="1365386" y="1498073"/>
                </a:lnTo>
                <a:close/>
                <a:lnTo>
                  <a:pt x="1368387" y="1489796"/>
                </a:lnTo>
                <a:close/>
                <a:lnTo>
                  <a:pt x="1371372" y="1481512"/>
                </a:lnTo>
                <a:close/>
                <a:lnTo>
                  <a:pt x="1374345" y="1473215"/>
                </a:lnTo>
                <a:close/>
                <a:lnTo>
                  <a:pt x="1377311" y="1464901"/>
                </a:lnTo>
                <a:close/>
                <a:lnTo>
                  <a:pt x="1380275" y="1456565"/>
                </a:lnTo>
                <a:close/>
                <a:lnTo>
                  <a:pt x="1383243" y="1448201"/>
                </a:lnTo>
                <a:close/>
                <a:lnTo>
                  <a:pt x="1386219" y="1439805"/>
                </a:lnTo>
                <a:close/>
                <a:lnTo>
                  <a:pt x="1389208" y="1431373"/>
                </a:lnTo>
                <a:close/>
                <a:lnTo>
                  <a:pt x="1392213" y="1422900"/>
                </a:lnTo>
                <a:close/>
                <a:lnTo>
                  <a:pt x="1395232" y="1414390"/>
                </a:lnTo>
                <a:close/>
                <a:lnTo>
                  <a:pt x="1398263" y="1405845"/>
                </a:lnTo>
                <a:close/>
                <a:lnTo>
                  <a:pt x="1401304" y="1397269"/>
                </a:lnTo>
                <a:close/>
                <a:lnTo>
                  <a:pt x="1404352" y="1388663"/>
                </a:lnTo>
                <a:close/>
                <a:lnTo>
                  <a:pt x="1407406" y="1380031"/>
                </a:lnTo>
                <a:close/>
                <a:lnTo>
                  <a:pt x="1410462" y="1371376"/>
                </a:lnTo>
                <a:close/>
                <a:lnTo>
                  <a:pt x="1413519" y="1362700"/>
                </a:lnTo>
                <a:close/>
                <a:lnTo>
                  <a:pt x="1416574" y="1354004"/>
                </a:lnTo>
                <a:close/>
                <a:lnTo>
                  <a:pt x="1419626" y="1345289"/>
                </a:lnTo>
                <a:close/>
                <a:lnTo>
                  <a:pt x="1422673" y="1336554"/>
                </a:lnTo>
                <a:close/>
                <a:lnTo>
                  <a:pt x="1425712" y="1327798"/>
                </a:lnTo>
                <a:close/>
                <a:lnTo>
                  <a:pt x="1428742" y="1319022"/>
                </a:lnTo>
                <a:close/>
                <a:lnTo>
                  <a:pt x="1431761" y="1310226"/>
                </a:lnTo>
                <a:close/>
                <a:lnTo>
                  <a:pt x="1434767" y="1301409"/>
                </a:lnTo>
                <a:close/>
                <a:lnTo>
                  <a:pt x="1437758" y="1292571"/>
                </a:lnTo>
                <a:close/>
                <a:lnTo>
                  <a:pt x="1440737" y="1283710"/>
                </a:lnTo>
                <a:close/>
                <a:lnTo>
                  <a:pt x="1443708" y="1274824"/>
                </a:lnTo>
                <a:close/>
                <a:lnTo>
                  <a:pt x="1446676" y="1265912"/>
                </a:lnTo>
                <a:close/>
                <a:lnTo>
                  <a:pt x="1449644" y="1256971"/>
                </a:lnTo>
                <a:close/>
                <a:lnTo>
                  <a:pt x="1452615" y="1247999"/>
                </a:lnTo>
                <a:close/>
                <a:lnTo>
                  <a:pt x="1455595" y="1238995"/>
                </a:lnTo>
                <a:close/>
                <a:lnTo>
                  <a:pt x="1458587" y="1229956"/>
                </a:lnTo>
                <a:close/>
                <a:lnTo>
                  <a:pt x="1461594" y="1220882"/>
                </a:lnTo>
                <a:close/>
                <a:lnTo>
                  <a:pt x="1464613" y="1211774"/>
                </a:lnTo>
                <a:close/>
                <a:lnTo>
                  <a:pt x="1467644" y="1202634"/>
                </a:lnTo>
                <a:close/>
                <a:lnTo>
                  <a:pt x="1470684" y="1193465"/>
                </a:lnTo>
                <a:close/>
                <a:lnTo>
                  <a:pt x="1473731" y="1184268"/>
                </a:lnTo>
                <a:close/>
                <a:lnTo>
                  <a:pt x="1476783" y="1175046"/>
                </a:lnTo>
                <a:close/>
                <a:lnTo>
                  <a:pt x="1479839" y="1165800"/>
                </a:lnTo>
                <a:close/>
                <a:lnTo>
                  <a:pt x="1482896" y="1156533"/>
                </a:lnTo>
                <a:close/>
                <a:lnTo>
                  <a:pt x="1485952" y="1147245"/>
                </a:lnTo>
                <a:close/>
                <a:lnTo>
                  <a:pt x="1489005" y="1137937"/>
                </a:lnTo>
                <a:close/>
                <a:lnTo>
                  <a:pt x="1492053" y="1128608"/>
                </a:lnTo>
                <a:close/>
                <a:lnTo>
                  <a:pt x="1495093" y="1119257"/>
                </a:lnTo>
                <a:close/>
                <a:lnTo>
                  <a:pt x="1498124" y="1109886"/>
                </a:lnTo>
                <a:close/>
                <a:lnTo>
                  <a:pt x="1501142" y="1100493"/>
                </a:lnTo>
                <a:close/>
                <a:lnTo>
                  <a:pt x="1504146" y="1091079"/>
                </a:lnTo>
                <a:close/>
                <a:lnTo>
                  <a:pt x="1507134" y="1081643"/>
                </a:lnTo>
                <a:close/>
                <a:lnTo>
                  <a:pt x="1510109" y="1072184"/>
                </a:lnTo>
                <a:close/>
                <a:lnTo>
                  <a:pt x="1513077" y="1062701"/>
                </a:lnTo>
                <a:close/>
                <a:lnTo>
                  <a:pt x="1516041" y="1053193"/>
                </a:lnTo>
                <a:close/>
                <a:lnTo>
                  <a:pt x="1519007" y="1043657"/>
                </a:lnTo>
                <a:close/>
                <a:lnTo>
                  <a:pt x="1521981" y="1034093"/>
                </a:lnTo>
                <a:close/>
                <a:lnTo>
                  <a:pt x="1524966" y="1024499"/>
                </a:lnTo>
                <a:close/>
                <a:lnTo>
                  <a:pt x="1527968" y="1014873"/>
                </a:lnTo>
                <a:close/>
                <a:lnTo>
                  <a:pt x="1530990" y="1005215"/>
                </a:lnTo>
                <a:close/>
                <a:lnTo>
                  <a:pt x="1534026" y="995524"/>
                </a:lnTo>
                <a:close/>
                <a:lnTo>
                  <a:pt x="1537072" y="985800"/>
                </a:lnTo>
                <a:close/>
                <a:lnTo>
                  <a:pt x="1540122" y="976042"/>
                </a:lnTo>
                <a:close/>
                <a:lnTo>
                  <a:pt x="1543170" y="966252"/>
                </a:lnTo>
                <a:close/>
                <a:lnTo>
                  <a:pt x="1546210" y="956428"/>
                </a:lnTo>
                <a:close/>
                <a:lnTo>
                  <a:pt x="1549238" y="946570"/>
                </a:lnTo>
                <a:close/>
                <a:lnTo>
                  <a:pt x="1552248" y="936679"/>
                </a:lnTo>
                <a:close/>
                <a:lnTo>
                  <a:pt x="1555239" y="926754"/>
                </a:lnTo>
                <a:close/>
                <a:lnTo>
                  <a:pt x="1558216" y="916799"/>
                </a:lnTo>
                <a:close/>
                <a:lnTo>
                  <a:pt x="1561184" y="906815"/>
                </a:lnTo>
                <a:close/>
                <a:lnTo>
                  <a:pt x="1564149" y="896805"/>
                </a:lnTo>
                <a:close/>
                <a:lnTo>
                  <a:pt x="1567114" y="886770"/>
                </a:lnTo>
                <a:close/>
                <a:lnTo>
                  <a:pt x="1570086" y="876713"/>
                </a:lnTo>
                <a:close/>
                <a:lnTo>
                  <a:pt x="1573069" y="866635"/>
                </a:lnTo>
                <a:close/>
                <a:lnTo>
                  <a:pt x="1576067" y="856539"/>
                </a:lnTo>
                <a:close/>
                <a:lnTo>
                  <a:pt x="1579080" y="846423"/>
                </a:lnTo>
                <a:close/>
                <a:lnTo>
                  <a:pt x="1582106" y="836286"/>
                </a:lnTo>
                <a:close/>
                <a:lnTo>
                  <a:pt x="1585143" y="826124"/>
                </a:lnTo>
                <a:close/>
                <a:lnTo>
                  <a:pt x="1588189" y="815937"/>
                </a:lnTo>
                <a:close/>
                <a:lnTo>
                  <a:pt x="1591240" y="805721"/>
                </a:lnTo>
                <a:close/>
                <a:lnTo>
                  <a:pt x="1594295" y="795475"/>
                </a:lnTo>
                <a:close/>
                <a:lnTo>
                  <a:pt x="1597352" y="785196"/>
                </a:lnTo>
                <a:close/>
                <a:lnTo>
                  <a:pt x="1600409" y="774884"/>
                </a:lnTo>
                <a:close/>
                <a:lnTo>
                  <a:pt x="1603462" y="764537"/>
                </a:lnTo>
                <a:close/>
                <a:lnTo>
                  <a:pt x="1606512" y="754157"/>
                </a:lnTo>
                <a:close/>
                <a:lnTo>
                  <a:pt x="1609554" y="743744"/>
                </a:lnTo>
                <a:close/>
                <a:lnTo>
                  <a:pt x="1612589" y="733299"/>
                </a:lnTo>
                <a:close/>
                <a:lnTo>
                  <a:pt x="1615613" y="722822"/>
                </a:lnTo>
                <a:close/>
                <a:lnTo>
                  <a:pt x="1618624" y="712315"/>
                </a:lnTo>
                <a:close/>
                <a:lnTo>
                  <a:pt x="1621622" y="701777"/>
                </a:lnTo>
                <a:close/>
                <a:lnTo>
                  <a:pt x="1624605" y="691209"/>
                </a:lnTo>
                <a:close/>
                <a:lnTo>
                  <a:pt x="1627580" y="680611"/>
                </a:lnTo>
                <a:close/>
                <a:lnTo>
                  <a:pt x="1630549" y="669982"/>
                </a:lnTo>
                <a:close/>
                <a:lnTo>
                  <a:pt x="1633516" y="659323"/>
                </a:lnTo>
                <a:close/>
                <a:lnTo>
                  <a:pt x="1636485" y="648632"/>
                </a:lnTo>
                <a:close/>
                <a:lnTo>
                  <a:pt x="1639461" y="637911"/>
                </a:lnTo>
                <a:close/>
                <a:lnTo>
                  <a:pt x="1642447" y="627159"/>
                </a:lnTo>
                <a:close/>
                <a:lnTo>
                  <a:pt x="1645448" y="616376"/>
                </a:lnTo>
                <a:close/>
                <a:lnTo>
                  <a:pt x="1648462" y="605561"/>
                </a:lnTo>
                <a:close/>
                <a:lnTo>
                  <a:pt x="1651488" y="594716"/>
                </a:lnTo>
                <a:close/>
                <a:lnTo>
                  <a:pt x="1654524" y="583839"/>
                </a:lnTo>
                <a:close/>
                <a:lnTo>
                  <a:pt x="1657568" y="572931"/>
                </a:lnTo>
                <a:close/>
                <a:lnTo>
                  <a:pt x="1660618" y="561992"/>
                </a:lnTo>
                <a:close/>
                <a:lnTo>
                  <a:pt x="1663673" y="551022"/>
                </a:lnTo>
                <a:close/>
                <a:lnTo>
                  <a:pt x="1666729" y="540020"/>
                </a:lnTo>
                <a:close/>
                <a:lnTo>
                  <a:pt x="1669786" y="528988"/>
                </a:lnTo>
                <a:close/>
                <a:lnTo>
                  <a:pt x="1672841" y="517926"/>
                </a:lnTo>
                <a:close/>
                <a:lnTo>
                  <a:pt x="1675891" y="506832"/>
                </a:lnTo>
                <a:close/>
                <a:lnTo>
                  <a:pt x="1678935" y="495707"/>
                </a:lnTo>
                <a:close/>
                <a:lnTo>
                  <a:pt x="1681970" y="484551"/>
                </a:lnTo>
                <a:close/>
                <a:lnTo>
                  <a:pt x="1684994" y="473364"/>
                </a:lnTo>
                <a:close/>
                <a:lnTo>
                  <a:pt x="1688005" y="462146"/>
                </a:lnTo>
                <a:close/>
                <a:lnTo>
                  <a:pt x="1691000" y="450897"/>
                </a:lnTo>
                <a:close/>
                <a:lnTo>
                  <a:pt x="1693980" y="439617"/>
                </a:lnTo>
                <a:close/>
                <a:lnTo>
                  <a:pt x="1696950" y="428306"/>
                </a:lnTo>
                <a:close/>
                <a:lnTo>
                  <a:pt x="1699915" y="416964"/>
                </a:lnTo>
                <a:close/>
                <a:lnTo>
                  <a:pt x="1702880" y="405591"/>
                </a:lnTo>
                <a:close/>
                <a:lnTo>
                  <a:pt x="1705849" y="394187"/>
                </a:lnTo>
                <a:close/>
                <a:lnTo>
                  <a:pt x="1708829" y="382752"/>
                </a:lnTo>
                <a:close/>
                <a:lnTo>
                  <a:pt x="1711823" y="371286"/>
                </a:lnTo>
                <a:close/>
                <a:lnTo>
                  <a:pt x="1714837" y="359789"/>
                </a:lnTo>
                <a:close/>
                <a:lnTo>
                  <a:pt x="1717867" y="348261"/>
                </a:lnTo>
                <a:close/>
                <a:lnTo>
                  <a:pt x="1720910" y="336703"/>
                </a:lnTo>
                <a:close/>
                <a:lnTo>
                  <a:pt x="1723958" y="325113"/>
                </a:lnTo>
                <a:close/>
                <a:lnTo>
                  <a:pt x="1727007" y="313492"/>
                </a:lnTo>
                <a:close/>
                <a:lnTo>
                  <a:pt x="1730052" y="301840"/>
                </a:lnTo>
                <a:close/>
                <a:lnTo>
                  <a:pt x="1733086" y="290156"/>
                </a:lnTo>
                <a:close/>
                <a:lnTo>
                  <a:pt x="1736104" y="278441"/>
                </a:lnTo>
                <a:close/>
                <a:lnTo>
                  <a:pt x="1739103" y="266694"/>
                </a:lnTo>
                <a:close/>
                <a:lnTo>
                  <a:pt x="1742086" y="254917"/>
                </a:lnTo>
                <a:close/>
                <a:lnTo>
                  <a:pt x="1745057" y="243108"/>
                </a:lnTo>
                <a:close/>
                <a:lnTo>
                  <a:pt x="1748023" y="231269"/>
                </a:lnTo>
                <a:close/>
                <a:lnTo>
                  <a:pt x="1750988" y="219399"/>
                </a:lnTo>
                <a:close/>
                <a:lnTo>
                  <a:pt x="1753956" y="207500"/>
                </a:lnTo>
                <a:close/>
                <a:lnTo>
                  <a:pt x="1756933" y="195571"/>
                </a:lnTo>
                <a:close/>
                <a:lnTo>
                  <a:pt x="1759924" y="183613"/>
                </a:lnTo>
                <a:close/>
                <a:lnTo>
                  <a:pt x="1762931" y="171626"/>
                </a:lnTo>
                <a:close/>
                <a:lnTo>
                  <a:pt x="1765951" y="159608"/>
                </a:lnTo>
                <a:close/>
                <a:lnTo>
                  <a:pt x="1768983" y="147558"/>
                </a:lnTo>
                <a:close/>
                <a:lnTo>
                  <a:pt x="1772025" y="135475"/>
                </a:lnTo>
                <a:close/>
                <a:lnTo>
                  <a:pt x="1775074" y="123357"/>
                </a:lnTo>
                <a:close/>
                <a:lnTo>
                  <a:pt x="1778128" y="111204"/>
                </a:lnTo>
                <a:close/>
                <a:lnTo>
                  <a:pt x="1781186" y="99013"/>
                </a:lnTo>
                <a:close/>
                <a:lnTo>
                  <a:pt x="1784243" y="86784"/>
                </a:lnTo>
                <a:close/>
                <a:lnTo>
                  <a:pt x="1787300" y="74516"/>
                </a:lnTo>
                <a:close/>
                <a:lnTo>
                  <a:pt x="1790352" y="62206"/>
                </a:lnTo>
                <a:close/>
                <a:lnTo>
                  <a:pt x="1793399" y="49854"/>
                </a:lnTo>
                <a:close/>
                <a:lnTo>
                  <a:pt x="1796438" y="37459"/>
                </a:lnTo>
                <a:close/>
                <a:lnTo>
                  <a:pt x="1799466" y="25019"/>
                </a:lnTo>
                <a:close/>
                <a:lnTo>
                  <a:pt x="1802482" y="12533"/>
                </a:lnTo>
                <a:close/>
                <a:lnTo>
                  <a:pt x="1805483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6400800.0" y="-379476.0"/>
            <a:ext cx="0.0" cy="2951226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-379476.0"/>
            <a:ext cx="18288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11900" y="-468376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257800.0" y="2434590.0"/>
            <a:ext cx="10515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492240.0" y="2434590.0"/>
            <a:ext cx="10515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18200" y="-16319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2240" y="-696976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f(a)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6800" y="252857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9400" y="24828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