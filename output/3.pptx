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2971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5430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800600" y="-613700"/>
            <a:ext cx="1417320" cy="2460331"/>
          </a:xfrm>
          <a:custGeom>
            <a:avLst/>
            <a:gdLst/>
            <a:ahLst/>
            <a:cxnLst/>
            <a:rect l="l" t="t" r="r" b="b"/>
            <a:pathLst>
              <a:path w="1417320" h="2460331">
                <a:moveTo>
                  <a:pt x="0" y="2460331"/>
                </a:moveTo>
                <a:lnTo>
                  <a:pt x="2366" y="2458493"/>
                </a:lnTo>
                <a:close/>
                <a:lnTo>
                  <a:pt x="4732" y="2456650"/>
                </a:lnTo>
                <a:close/>
                <a:lnTo>
                  <a:pt x="7098" y="2454802"/>
                </a:lnTo>
                <a:close/>
                <a:lnTo>
                  <a:pt x="9465" y="2452948"/>
                </a:lnTo>
                <a:close/>
                <a:lnTo>
                  <a:pt x="11831" y="2451090"/>
                </a:lnTo>
                <a:close/>
                <a:lnTo>
                  <a:pt x="14197" y="2449227"/>
                </a:lnTo>
                <a:close/>
                <a:lnTo>
                  <a:pt x="16563" y="2447359"/>
                </a:lnTo>
                <a:close/>
                <a:lnTo>
                  <a:pt x="18929" y="2445486"/>
                </a:lnTo>
                <a:close/>
                <a:lnTo>
                  <a:pt x="21295" y="2443608"/>
                </a:lnTo>
                <a:close/>
                <a:lnTo>
                  <a:pt x="23661" y="2441724"/>
                </a:lnTo>
                <a:close/>
                <a:lnTo>
                  <a:pt x="26028" y="2439837"/>
                </a:lnTo>
                <a:close/>
                <a:lnTo>
                  <a:pt x="28394" y="2437944"/>
                </a:lnTo>
                <a:close/>
                <a:lnTo>
                  <a:pt x="30760" y="2436046"/>
                </a:lnTo>
                <a:close/>
                <a:lnTo>
                  <a:pt x="33126" y="2434144"/>
                </a:lnTo>
                <a:close/>
                <a:lnTo>
                  <a:pt x="35492" y="2432237"/>
                </a:lnTo>
                <a:close/>
                <a:lnTo>
                  <a:pt x="37858" y="2430324"/>
                </a:lnTo>
                <a:close/>
                <a:lnTo>
                  <a:pt x="40224" y="2428408"/>
                </a:lnTo>
                <a:close/>
                <a:lnTo>
                  <a:pt x="42591" y="2426486"/>
                </a:lnTo>
                <a:close/>
                <a:lnTo>
                  <a:pt x="44957" y="2424560"/>
                </a:lnTo>
                <a:close/>
                <a:lnTo>
                  <a:pt x="47323" y="2422629"/>
                </a:lnTo>
                <a:close/>
                <a:lnTo>
                  <a:pt x="49689" y="2420694"/>
                </a:lnTo>
                <a:close/>
                <a:lnTo>
                  <a:pt x="52055" y="2418753"/>
                </a:lnTo>
                <a:close/>
                <a:lnTo>
                  <a:pt x="54421" y="2416807"/>
                </a:lnTo>
                <a:close/>
                <a:lnTo>
                  <a:pt x="56787" y="2414857"/>
                </a:lnTo>
                <a:close/>
                <a:lnTo>
                  <a:pt x="59154" y="2412901"/>
                </a:lnTo>
                <a:close/>
                <a:lnTo>
                  <a:pt x="61520" y="2410940"/>
                </a:lnTo>
                <a:close/>
                <a:lnTo>
                  <a:pt x="63886" y="2408973"/>
                </a:lnTo>
                <a:close/>
                <a:lnTo>
                  <a:pt x="66252" y="2407001"/>
                </a:lnTo>
                <a:close/>
                <a:lnTo>
                  <a:pt x="68618" y="2405023"/>
                </a:lnTo>
                <a:close/>
                <a:lnTo>
                  <a:pt x="70984" y="2403040"/>
                </a:lnTo>
                <a:close/>
                <a:lnTo>
                  <a:pt x="73350" y="2401051"/>
                </a:lnTo>
                <a:close/>
                <a:lnTo>
                  <a:pt x="75717" y="2399056"/>
                </a:lnTo>
                <a:close/>
                <a:lnTo>
                  <a:pt x="78083" y="2397056"/>
                </a:lnTo>
                <a:close/>
                <a:lnTo>
                  <a:pt x="80449" y="2395050"/>
                </a:lnTo>
                <a:close/>
                <a:lnTo>
                  <a:pt x="82815" y="2393040"/>
                </a:lnTo>
                <a:close/>
                <a:lnTo>
                  <a:pt x="85181" y="2391024"/>
                </a:lnTo>
                <a:close/>
                <a:lnTo>
                  <a:pt x="87547" y="2389004"/>
                </a:lnTo>
                <a:close/>
                <a:lnTo>
                  <a:pt x="89913" y="2386979"/>
                </a:lnTo>
                <a:close/>
                <a:lnTo>
                  <a:pt x="92280" y="2384949"/>
                </a:lnTo>
                <a:close/>
                <a:lnTo>
                  <a:pt x="94646" y="2382915"/>
                </a:lnTo>
                <a:close/>
                <a:lnTo>
                  <a:pt x="97012" y="2380876"/>
                </a:lnTo>
                <a:close/>
                <a:lnTo>
                  <a:pt x="99378" y="2378833"/>
                </a:lnTo>
                <a:close/>
                <a:lnTo>
                  <a:pt x="101744" y="2376784"/>
                </a:lnTo>
                <a:close/>
                <a:lnTo>
                  <a:pt x="104110" y="2374731"/>
                </a:lnTo>
                <a:close/>
                <a:lnTo>
                  <a:pt x="106476" y="2372672"/>
                </a:lnTo>
                <a:close/>
                <a:lnTo>
                  <a:pt x="108843" y="2370608"/>
                </a:lnTo>
                <a:close/>
                <a:lnTo>
                  <a:pt x="111209" y="2368539"/>
                </a:lnTo>
                <a:close/>
                <a:lnTo>
                  <a:pt x="113575" y="2366464"/>
                </a:lnTo>
                <a:close/>
                <a:lnTo>
                  <a:pt x="115941" y="2364384"/>
                </a:lnTo>
                <a:close/>
                <a:lnTo>
                  <a:pt x="118307" y="2362298"/>
                </a:lnTo>
                <a:close/>
                <a:lnTo>
                  <a:pt x="120673" y="2360207"/>
                </a:lnTo>
                <a:close/>
                <a:lnTo>
                  <a:pt x="123039" y="2358110"/>
                </a:lnTo>
                <a:close/>
                <a:lnTo>
                  <a:pt x="125406" y="2356007"/>
                </a:lnTo>
                <a:close/>
                <a:lnTo>
                  <a:pt x="127772" y="2353899"/>
                </a:lnTo>
                <a:close/>
                <a:lnTo>
                  <a:pt x="130138" y="2351786"/>
                </a:lnTo>
                <a:close/>
                <a:lnTo>
                  <a:pt x="132504" y="2349667"/>
                </a:lnTo>
                <a:close/>
                <a:lnTo>
                  <a:pt x="134870" y="2347543"/>
                </a:lnTo>
                <a:close/>
                <a:lnTo>
                  <a:pt x="137236" y="2345413"/>
                </a:lnTo>
                <a:close/>
                <a:lnTo>
                  <a:pt x="139602" y="2343279"/>
                </a:lnTo>
                <a:close/>
                <a:lnTo>
                  <a:pt x="141969" y="2341138"/>
                </a:lnTo>
                <a:close/>
                <a:lnTo>
                  <a:pt x="144335" y="2338993"/>
                </a:lnTo>
                <a:close/>
                <a:lnTo>
                  <a:pt x="146701" y="2336842"/>
                </a:lnTo>
                <a:close/>
                <a:lnTo>
                  <a:pt x="149067" y="2334686"/>
                </a:lnTo>
                <a:close/>
                <a:lnTo>
                  <a:pt x="151433" y="2332524"/>
                </a:lnTo>
                <a:close/>
                <a:lnTo>
                  <a:pt x="153799" y="2330357"/>
                </a:lnTo>
                <a:close/>
                <a:lnTo>
                  <a:pt x="156165" y="2328185"/>
                </a:lnTo>
                <a:close/>
                <a:lnTo>
                  <a:pt x="158532" y="2326007"/>
                </a:lnTo>
                <a:close/>
                <a:lnTo>
                  <a:pt x="160898" y="2323823"/>
                </a:lnTo>
                <a:close/>
                <a:lnTo>
                  <a:pt x="163264" y="2321634"/>
                </a:lnTo>
                <a:close/>
                <a:lnTo>
                  <a:pt x="165630" y="2319440"/>
                </a:lnTo>
                <a:close/>
                <a:lnTo>
                  <a:pt x="167996" y="2317240"/>
                </a:lnTo>
                <a:close/>
                <a:lnTo>
                  <a:pt x="170362" y="2315035"/>
                </a:lnTo>
                <a:close/>
                <a:lnTo>
                  <a:pt x="172728" y="2312825"/>
                </a:lnTo>
                <a:close/>
                <a:lnTo>
                  <a:pt x="175095" y="2310610"/>
                </a:lnTo>
                <a:close/>
                <a:lnTo>
                  <a:pt x="177461" y="2308389"/>
                </a:lnTo>
                <a:close/>
                <a:lnTo>
                  <a:pt x="179827" y="2306163"/>
                </a:lnTo>
                <a:close/>
                <a:lnTo>
                  <a:pt x="182193" y="2303931"/>
                </a:lnTo>
                <a:close/>
                <a:lnTo>
                  <a:pt x="184559" y="2301695"/>
                </a:lnTo>
                <a:close/>
                <a:lnTo>
                  <a:pt x="186925" y="2299453"/>
                </a:lnTo>
                <a:close/>
                <a:lnTo>
                  <a:pt x="189291" y="2297206"/>
                </a:lnTo>
                <a:close/>
                <a:lnTo>
                  <a:pt x="191658" y="2294954"/>
                </a:lnTo>
                <a:close/>
                <a:lnTo>
                  <a:pt x="194024" y="2292696"/>
                </a:lnTo>
                <a:close/>
                <a:lnTo>
                  <a:pt x="196390" y="2290432"/>
                </a:lnTo>
                <a:close/>
                <a:lnTo>
                  <a:pt x="198756" y="2288163"/>
                </a:lnTo>
                <a:close/>
                <a:lnTo>
                  <a:pt x="201122" y="2285887"/>
                </a:lnTo>
                <a:close/>
                <a:lnTo>
                  <a:pt x="203488" y="2283605"/>
                </a:lnTo>
                <a:close/>
                <a:lnTo>
                  <a:pt x="205854" y="2281318"/>
                </a:lnTo>
                <a:close/>
                <a:lnTo>
                  <a:pt x="208221" y="2279023"/>
                </a:lnTo>
                <a:close/>
                <a:lnTo>
                  <a:pt x="210587" y="2276723"/>
                </a:lnTo>
                <a:close/>
                <a:lnTo>
                  <a:pt x="212953" y="2274417"/>
                </a:lnTo>
                <a:close/>
                <a:lnTo>
                  <a:pt x="215319" y="2272105"/>
                </a:lnTo>
                <a:close/>
                <a:lnTo>
                  <a:pt x="217685" y="2269787"/>
                </a:lnTo>
                <a:close/>
                <a:lnTo>
                  <a:pt x="220051" y="2267463"/>
                </a:lnTo>
                <a:close/>
                <a:lnTo>
                  <a:pt x="222417" y="2265135"/>
                </a:lnTo>
                <a:close/>
                <a:lnTo>
                  <a:pt x="224784" y="2262801"/>
                </a:lnTo>
                <a:close/>
                <a:lnTo>
                  <a:pt x="227150" y="2260462"/>
                </a:lnTo>
                <a:close/>
                <a:lnTo>
                  <a:pt x="229516" y="2258118"/>
                </a:lnTo>
                <a:close/>
                <a:lnTo>
                  <a:pt x="231882" y="2255769"/>
                </a:lnTo>
                <a:close/>
                <a:lnTo>
                  <a:pt x="234248" y="2253415"/>
                </a:lnTo>
                <a:close/>
                <a:lnTo>
                  <a:pt x="236614" y="2251056"/>
                </a:lnTo>
                <a:close/>
                <a:lnTo>
                  <a:pt x="238981" y="2248692"/>
                </a:lnTo>
                <a:close/>
                <a:lnTo>
                  <a:pt x="241347" y="2246321"/>
                </a:lnTo>
                <a:close/>
                <a:lnTo>
                  <a:pt x="243713" y="2243945"/>
                </a:lnTo>
                <a:close/>
                <a:lnTo>
                  <a:pt x="246079" y="2241563"/>
                </a:lnTo>
                <a:close/>
                <a:lnTo>
                  <a:pt x="248445" y="2239174"/>
                </a:lnTo>
                <a:close/>
                <a:lnTo>
                  <a:pt x="250811" y="2236778"/>
                </a:lnTo>
                <a:close/>
                <a:lnTo>
                  <a:pt x="253177" y="2234375"/>
                </a:lnTo>
                <a:close/>
                <a:lnTo>
                  <a:pt x="255544" y="2231966"/>
                </a:lnTo>
                <a:close/>
                <a:lnTo>
                  <a:pt x="257910" y="2229550"/>
                </a:lnTo>
                <a:close/>
                <a:lnTo>
                  <a:pt x="260276" y="2227128"/>
                </a:lnTo>
                <a:close/>
                <a:lnTo>
                  <a:pt x="262642" y="2224698"/>
                </a:lnTo>
                <a:close/>
                <a:lnTo>
                  <a:pt x="265008" y="2222263"/>
                </a:lnTo>
                <a:close/>
                <a:lnTo>
                  <a:pt x="267374" y="2219821"/>
                </a:lnTo>
                <a:close/>
                <a:lnTo>
                  <a:pt x="269740" y="2217374"/>
                </a:lnTo>
                <a:close/>
                <a:lnTo>
                  <a:pt x="272107" y="2214920"/>
                </a:lnTo>
                <a:close/>
                <a:lnTo>
                  <a:pt x="274473" y="2212461"/>
                </a:lnTo>
                <a:close/>
                <a:lnTo>
                  <a:pt x="276839" y="2209996"/>
                </a:lnTo>
                <a:close/>
                <a:lnTo>
                  <a:pt x="279205" y="2207525"/>
                </a:lnTo>
                <a:close/>
                <a:lnTo>
                  <a:pt x="281571" y="2205049"/>
                </a:lnTo>
                <a:close/>
                <a:lnTo>
                  <a:pt x="283937" y="2202567"/>
                </a:lnTo>
                <a:close/>
                <a:lnTo>
                  <a:pt x="286303" y="2200079"/>
                </a:lnTo>
                <a:close/>
                <a:lnTo>
                  <a:pt x="288670" y="2197586"/>
                </a:lnTo>
                <a:close/>
                <a:lnTo>
                  <a:pt x="291036" y="2195087"/>
                </a:lnTo>
                <a:close/>
                <a:lnTo>
                  <a:pt x="293402" y="2192582"/>
                </a:lnTo>
                <a:close/>
                <a:lnTo>
                  <a:pt x="295768" y="2190072"/>
                </a:lnTo>
                <a:close/>
                <a:lnTo>
                  <a:pt x="298134" y="2187556"/>
                </a:lnTo>
                <a:close/>
                <a:lnTo>
                  <a:pt x="300500" y="2185034"/>
                </a:lnTo>
                <a:close/>
                <a:lnTo>
                  <a:pt x="302866" y="2182506"/>
                </a:lnTo>
                <a:close/>
                <a:lnTo>
                  <a:pt x="305233" y="2179973"/>
                </a:lnTo>
                <a:close/>
                <a:lnTo>
                  <a:pt x="307599" y="2177433"/>
                </a:lnTo>
                <a:close/>
                <a:lnTo>
                  <a:pt x="309965" y="2174887"/>
                </a:lnTo>
                <a:close/>
                <a:lnTo>
                  <a:pt x="312331" y="2172335"/>
                </a:lnTo>
                <a:close/>
                <a:lnTo>
                  <a:pt x="314697" y="2169776"/>
                </a:lnTo>
                <a:close/>
                <a:lnTo>
                  <a:pt x="317063" y="2167211"/>
                </a:lnTo>
                <a:close/>
                <a:lnTo>
                  <a:pt x="319429" y="2164639"/>
                </a:lnTo>
                <a:close/>
                <a:lnTo>
                  <a:pt x="321796" y="2162060"/>
                </a:lnTo>
                <a:close/>
                <a:lnTo>
                  <a:pt x="324162" y="2159474"/>
                </a:lnTo>
                <a:close/>
                <a:lnTo>
                  <a:pt x="326528" y="2156882"/>
                </a:lnTo>
                <a:close/>
                <a:lnTo>
                  <a:pt x="328894" y="2154284"/>
                </a:lnTo>
                <a:close/>
                <a:lnTo>
                  <a:pt x="331260" y="2151680"/>
                </a:lnTo>
                <a:close/>
                <a:lnTo>
                  <a:pt x="333626" y="2149069"/>
                </a:lnTo>
                <a:close/>
                <a:lnTo>
                  <a:pt x="335992" y="2146453"/>
                </a:lnTo>
                <a:close/>
                <a:lnTo>
                  <a:pt x="338359" y="2143830"/>
                </a:lnTo>
                <a:close/>
                <a:lnTo>
                  <a:pt x="340725" y="2141203"/>
                </a:lnTo>
                <a:close/>
                <a:lnTo>
                  <a:pt x="343091" y="2138569"/>
                </a:lnTo>
                <a:close/>
                <a:lnTo>
                  <a:pt x="345457" y="2135931"/>
                </a:lnTo>
                <a:close/>
                <a:lnTo>
                  <a:pt x="347823" y="2133287"/>
                </a:lnTo>
                <a:close/>
                <a:lnTo>
                  <a:pt x="350189" y="2130637"/>
                </a:lnTo>
                <a:close/>
                <a:lnTo>
                  <a:pt x="352555" y="2127982"/>
                </a:lnTo>
                <a:close/>
                <a:lnTo>
                  <a:pt x="354922" y="2125320"/>
                </a:lnTo>
                <a:close/>
                <a:lnTo>
                  <a:pt x="357288" y="2122652"/>
                </a:lnTo>
                <a:close/>
                <a:lnTo>
                  <a:pt x="359654" y="2119977"/>
                </a:lnTo>
                <a:close/>
                <a:lnTo>
                  <a:pt x="362020" y="2117295"/>
                </a:lnTo>
                <a:close/>
                <a:lnTo>
                  <a:pt x="364386" y="2114606"/>
                </a:lnTo>
                <a:close/>
                <a:lnTo>
                  <a:pt x="366752" y="2111910"/>
                </a:lnTo>
                <a:close/>
                <a:lnTo>
                  <a:pt x="369118" y="2109207"/>
                </a:lnTo>
                <a:close/>
                <a:lnTo>
                  <a:pt x="371485" y="2106496"/>
                </a:lnTo>
                <a:close/>
                <a:lnTo>
                  <a:pt x="373851" y="2103778"/>
                </a:lnTo>
                <a:close/>
                <a:lnTo>
                  <a:pt x="376217" y="2101054"/>
                </a:lnTo>
                <a:close/>
                <a:lnTo>
                  <a:pt x="378583" y="2098322"/>
                </a:lnTo>
                <a:close/>
                <a:lnTo>
                  <a:pt x="380949" y="2095584"/>
                </a:lnTo>
                <a:close/>
                <a:lnTo>
                  <a:pt x="383315" y="2092839"/>
                </a:lnTo>
                <a:close/>
                <a:lnTo>
                  <a:pt x="385681" y="2090087"/>
                </a:lnTo>
                <a:close/>
                <a:lnTo>
                  <a:pt x="388048" y="2087329"/>
                </a:lnTo>
                <a:close/>
                <a:lnTo>
                  <a:pt x="390414" y="2084565"/>
                </a:lnTo>
                <a:close/>
                <a:lnTo>
                  <a:pt x="392780" y="2081795"/>
                </a:lnTo>
                <a:close/>
                <a:lnTo>
                  <a:pt x="395146" y="2079019"/>
                </a:lnTo>
                <a:close/>
                <a:lnTo>
                  <a:pt x="397512" y="2076236"/>
                </a:lnTo>
                <a:close/>
                <a:lnTo>
                  <a:pt x="399878" y="2073448"/>
                </a:lnTo>
                <a:close/>
                <a:lnTo>
                  <a:pt x="402244" y="2070653"/>
                </a:lnTo>
                <a:close/>
                <a:lnTo>
                  <a:pt x="404611" y="2067852"/>
                </a:lnTo>
                <a:close/>
                <a:lnTo>
                  <a:pt x="406977" y="2065045"/>
                </a:lnTo>
                <a:close/>
                <a:lnTo>
                  <a:pt x="409343" y="2062232"/>
                </a:lnTo>
                <a:close/>
                <a:lnTo>
                  <a:pt x="411709" y="2059413"/>
                </a:lnTo>
                <a:close/>
                <a:lnTo>
                  <a:pt x="414075" y="2056588"/>
                </a:lnTo>
                <a:close/>
                <a:lnTo>
                  <a:pt x="416441" y="2053757"/>
                </a:lnTo>
                <a:close/>
                <a:lnTo>
                  <a:pt x="418807" y="2050919"/>
                </a:lnTo>
                <a:close/>
                <a:lnTo>
                  <a:pt x="421174" y="2048075"/>
                </a:lnTo>
                <a:close/>
                <a:lnTo>
                  <a:pt x="423540" y="2045223"/>
                </a:lnTo>
                <a:close/>
                <a:lnTo>
                  <a:pt x="425906" y="2042365"/>
                </a:lnTo>
                <a:close/>
                <a:lnTo>
                  <a:pt x="428272" y="2039500"/>
                </a:lnTo>
                <a:close/>
                <a:lnTo>
                  <a:pt x="430638" y="2036627"/>
                </a:lnTo>
                <a:close/>
                <a:lnTo>
                  <a:pt x="433004" y="2033747"/>
                </a:lnTo>
                <a:close/>
                <a:lnTo>
                  <a:pt x="435370" y="2030859"/>
                </a:lnTo>
                <a:close/>
                <a:lnTo>
                  <a:pt x="437737" y="2027963"/>
                </a:lnTo>
                <a:close/>
                <a:lnTo>
                  <a:pt x="440103" y="2025059"/>
                </a:lnTo>
                <a:close/>
                <a:lnTo>
                  <a:pt x="442469" y="2022148"/>
                </a:lnTo>
                <a:close/>
                <a:lnTo>
                  <a:pt x="444835" y="2019230"/>
                </a:lnTo>
                <a:close/>
                <a:lnTo>
                  <a:pt x="447201" y="2016304"/>
                </a:lnTo>
                <a:close/>
                <a:lnTo>
                  <a:pt x="449567" y="2013371"/>
                </a:lnTo>
                <a:close/>
                <a:lnTo>
                  <a:pt x="451933" y="2010431"/>
                </a:lnTo>
                <a:close/>
                <a:lnTo>
                  <a:pt x="454300" y="2007484"/>
                </a:lnTo>
                <a:close/>
                <a:lnTo>
                  <a:pt x="456666" y="2004530"/>
                </a:lnTo>
                <a:close/>
                <a:lnTo>
                  <a:pt x="459032" y="2001570"/>
                </a:lnTo>
                <a:close/>
                <a:lnTo>
                  <a:pt x="461398" y="1998602"/>
                </a:lnTo>
                <a:close/>
                <a:lnTo>
                  <a:pt x="463764" y="1995628"/>
                </a:lnTo>
                <a:close/>
                <a:lnTo>
                  <a:pt x="466130" y="1992648"/>
                </a:lnTo>
                <a:close/>
                <a:lnTo>
                  <a:pt x="468496" y="1989661"/>
                </a:lnTo>
                <a:close/>
                <a:lnTo>
                  <a:pt x="470863" y="1986667"/>
                </a:lnTo>
                <a:close/>
                <a:lnTo>
                  <a:pt x="473229" y="1983666"/>
                </a:lnTo>
                <a:close/>
                <a:lnTo>
                  <a:pt x="475595" y="1980660"/>
                </a:lnTo>
                <a:close/>
                <a:lnTo>
                  <a:pt x="477961" y="1977646"/>
                </a:lnTo>
                <a:close/>
                <a:lnTo>
                  <a:pt x="480327" y="1974626"/>
                </a:lnTo>
                <a:close/>
                <a:lnTo>
                  <a:pt x="482693" y="1971599"/>
                </a:lnTo>
                <a:close/>
                <a:lnTo>
                  <a:pt x="485059" y="1968566"/>
                </a:lnTo>
                <a:close/>
                <a:lnTo>
                  <a:pt x="487426" y="1965526"/>
                </a:lnTo>
                <a:close/>
                <a:lnTo>
                  <a:pt x="489792" y="1962478"/>
                </a:lnTo>
                <a:close/>
                <a:lnTo>
                  <a:pt x="492158" y="1959424"/>
                </a:lnTo>
                <a:close/>
                <a:lnTo>
                  <a:pt x="494524" y="1956362"/>
                </a:lnTo>
                <a:close/>
                <a:lnTo>
                  <a:pt x="496890" y="1953292"/>
                </a:lnTo>
                <a:close/>
                <a:lnTo>
                  <a:pt x="499256" y="1950214"/>
                </a:lnTo>
                <a:close/>
                <a:lnTo>
                  <a:pt x="501622" y="1947128"/>
                </a:lnTo>
                <a:close/>
                <a:lnTo>
                  <a:pt x="503989" y="1944034"/>
                </a:lnTo>
                <a:close/>
                <a:lnTo>
                  <a:pt x="506355" y="1940931"/>
                </a:lnTo>
                <a:close/>
                <a:lnTo>
                  <a:pt x="508721" y="1937821"/>
                </a:lnTo>
                <a:close/>
                <a:lnTo>
                  <a:pt x="511087" y="1934702"/>
                </a:lnTo>
                <a:close/>
                <a:lnTo>
                  <a:pt x="513453" y="1931575"/>
                </a:lnTo>
                <a:close/>
                <a:lnTo>
                  <a:pt x="515819" y="1928441"/>
                </a:lnTo>
                <a:close/>
                <a:lnTo>
                  <a:pt x="518185" y="1925299"/>
                </a:lnTo>
                <a:close/>
                <a:lnTo>
                  <a:pt x="520552" y="1922150"/>
                </a:lnTo>
                <a:close/>
                <a:lnTo>
                  <a:pt x="522918" y="1918993"/>
                </a:lnTo>
                <a:close/>
                <a:lnTo>
                  <a:pt x="525284" y="1915830"/>
                </a:lnTo>
                <a:close/>
                <a:lnTo>
                  <a:pt x="527650" y="1912659"/>
                </a:lnTo>
                <a:close/>
                <a:lnTo>
                  <a:pt x="530016" y="1909482"/>
                </a:lnTo>
                <a:close/>
                <a:lnTo>
                  <a:pt x="532382" y="1906297"/>
                </a:lnTo>
                <a:close/>
                <a:lnTo>
                  <a:pt x="534748" y="1903105"/>
                </a:lnTo>
                <a:close/>
                <a:lnTo>
                  <a:pt x="537115" y="1899906"/>
                </a:lnTo>
                <a:close/>
                <a:lnTo>
                  <a:pt x="539481" y="1896699"/>
                </a:lnTo>
                <a:close/>
                <a:lnTo>
                  <a:pt x="541847" y="1893485"/>
                </a:lnTo>
                <a:close/>
                <a:lnTo>
                  <a:pt x="544213" y="1890263"/>
                </a:lnTo>
                <a:close/>
                <a:lnTo>
                  <a:pt x="546579" y="1887033"/>
                </a:lnTo>
                <a:close/>
                <a:lnTo>
                  <a:pt x="548945" y="1883795"/>
                </a:lnTo>
                <a:close/>
                <a:lnTo>
                  <a:pt x="551311" y="1880549"/>
                </a:lnTo>
                <a:close/>
                <a:lnTo>
                  <a:pt x="553678" y="1877295"/>
                </a:lnTo>
                <a:close/>
                <a:lnTo>
                  <a:pt x="556044" y="1874033"/>
                </a:lnTo>
                <a:close/>
                <a:lnTo>
                  <a:pt x="558410" y="1870763"/>
                </a:lnTo>
                <a:close/>
                <a:lnTo>
                  <a:pt x="560776" y="1867485"/>
                </a:lnTo>
                <a:close/>
                <a:lnTo>
                  <a:pt x="563142" y="1864199"/>
                </a:lnTo>
                <a:close/>
                <a:lnTo>
                  <a:pt x="565508" y="1860905"/>
                </a:lnTo>
                <a:close/>
                <a:lnTo>
                  <a:pt x="567874" y="1857603"/>
                </a:lnTo>
                <a:close/>
                <a:lnTo>
                  <a:pt x="570241" y="1854294"/>
                </a:lnTo>
                <a:close/>
                <a:lnTo>
                  <a:pt x="572607" y="1850976"/>
                </a:lnTo>
                <a:close/>
                <a:lnTo>
                  <a:pt x="574973" y="1847651"/>
                </a:lnTo>
                <a:close/>
                <a:lnTo>
                  <a:pt x="577339" y="1844318"/>
                </a:lnTo>
                <a:close/>
                <a:lnTo>
                  <a:pt x="579705" y="1840977"/>
                </a:lnTo>
                <a:close/>
                <a:lnTo>
                  <a:pt x="582071" y="1837629"/>
                </a:lnTo>
                <a:close/>
                <a:lnTo>
                  <a:pt x="584437" y="1834272"/>
                </a:lnTo>
                <a:close/>
                <a:lnTo>
                  <a:pt x="586804" y="1830908"/>
                </a:lnTo>
                <a:close/>
                <a:lnTo>
                  <a:pt x="589170" y="1827537"/>
                </a:lnTo>
                <a:close/>
                <a:lnTo>
                  <a:pt x="591536" y="1824157"/>
                </a:lnTo>
                <a:close/>
                <a:lnTo>
                  <a:pt x="593902" y="1820770"/>
                </a:lnTo>
                <a:close/>
                <a:lnTo>
                  <a:pt x="596268" y="1817375"/>
                </a:lnTo>
                <a:close/>
                <a:lnTo>
                  <a:pt x="598634" y="1813973"/>
                </a:lnTo>
                <a:close/>
                <a:lnTo>
                  <a:pt x="601000" y="1810562"/>
                </a:lnTo>
                <a:close/>
                <a:lnTo>
                  <a:pt x="603367" y="1807144"/>
                </a:lnTo>
                <a:close/>
                <a:lnTo>
                  <a:pt x="605733" y="1803718"/>
                </a:lnTo>
                <a:close/>
                <a:lnTo>
                  <a:pt x="608099" y="1800283"/>
                </a:lnTo>
                <a:close/>
                <a:lnTo>
                  <a:pt x="610465" y="1796841"/>
                </a:lnTo>
                <a:close/>
                <a:lnTo>
                  <a:pt x="612831" y="1793390"/>
                </a:lnTo>
                <a:close/>
                <a:lnTo>
                  <a:pt x="615197" y="1789931"/>
                </a:lnTo>
                <a:close/>
                <a:lnTo>
                  <a:pt x="617563" y="1786463"/>
                </a:lnTo>
                <a:close/>
                <a:lnTo>
                  <a:pt x="619930" y="1782986"/>
                </a:lnTo>
                <a:close/>
                <a:lnTo>
                  <a:pt x="622296" y="1779502"/>
                </a:lnTo>
                <a:close/>
                <a:lnTo>
                  <a:pt x="624662" y="1776008"/>
                </a:lnTo>
                <a:close/>
                <a:lnTo>
                  <a:pt x="627028" y="1772507"/>
                </a:lnTo>
                <a:close/>
                <a:lnTo>
                  <a:pt x="629394" y="1768996"/>
                </a:lnTo>
                <a:close/>
                <a:lnTo>
                  <a:pt x="631760" y="1765478"/>
                </a:lnTo>
                <a:close/>
                <a:lnTo>
                  <a:pt x="634126" y="1761952"/>
                </a:lnTo>
                <a:close/>
                <a:lnTo>
                  <a:pt x="636493" y="1758417"/>
                </a:lnTo>
                <a:close/>
                <a:lnTo>
                  <a:pt x="638859" y="1754874"/>
                </a:lnTo>
                <a:close/>
                <a:lnTo>
                  <a:pt x="641225" y="1751323"/>
                </a:lnTo>
                <a:close/>
                <a:lnTo>
                  <a:pt x="643591" y="1747764"/>
                </a:lnTo>
                <a:close/>
                <a:lnTo>
                  <a:pt x="645957" y="1744197"/>
                </a:lnTo>
                <a:close/>
                <a:lnTo>
                  <a:pt x="648323" y="1740622"/>
                </a:lnTo>
                <a:close/>
                <a:lnTo>
                  <a:pt x="650689" y="1737037"/>
                </a:lnTo>
                <a:close/>
                <a:lnTo>
                  <a:pt x="653056" y="1733445"/>
                </a:lnTo>
                <a:close/>
                <a:lnTo>
                  <a:pt x="655422" y="1729843"/>
                </a:lnTo>
                <a:close/>
                <a:lnTo>
                  <a:pt x="657788" y="1726233"/>
                </a:lnTo>
                <a:close/>
                <a:lnTo>
                  <a:pt x="660154" y="1722614"/>
                </a:lnTo>
                <a:close/>
                <a:lnTo>
                  <a:pt x="662520" y="1718986"/>
                </a:lnTo>
                <a:close/>
                <a:lnTo>
                  <a:pt x="664886" y="1715348"/>
                </a:lnTo>
                <a:close/>
                <a:lnTo>
                  <a:pt x="667252" y="1711701"/>
                </a:lnTo>
                <a:close/>
                <a:lnTo>
                  <a:pt x="669619" y="1708046"/>
                </a:lnTo>
                <a:close/>
                <a:lnTo>
                  <a:pt x="671985" y="1704381"/>
                </a:lnTo>
                <a:close/>
                <a:lnTo>
                  <a:pt x="674351" y="1700708"/>
                </a:lnTo>
                <a:close/>
                <a:lnTo>
                  <a:pt x="676717" y="1697026"/>
                </a:lnTo>
                <a:close/>
                <a:lnTo>
                  <a:pt x="679083" y="1693336"/>
                </a:lnTo>
                <a:close/>
                <a:lnTo>
                  <a:pt x="681449" y="1689638"/>
                </a:lnTo>
                <a:close/>
                <a:lnTo>
                  <a:pt x="683815" y="1685931"/>
                </a:lnTo>
                <a:close/>
                <a:lnTo>
                  <a:pt x="686182" y="1682217"/>
                </a:lnTo>
                <a:close/>
                <a:lnTo>
                  <a:pt x="688548" y="1678495"/>
                </a:lnTo>
                <a:close/>
                <a:lnTo>
                  <a:pt x="690914" y="1674765"/>
                </a:lnTo>
                <a:close/>
                <a:lnTo>
                  <a:pt x="693280" y="1671026"/>
                </a:lnTo>
                <a:close/>
                <a:lnTo>
                  <a:pt x="695646" y="1667280"/>
                </a:lnTo>
                <a:close/>
                <a:lnTo>
                  <a:pt x="698012" y="1663525"/>
                </a:lnTo>
                <a:close/>
                <a:lnTo>
                  <a:pt x="700378" y="1659761"/>
                </a:lnTo>
                <a:close/>
                <a:lnTo>
                  <a:pt x="702745" y="1655988"/>
                </a:lnTo>
                <a:close/>
                <a:lnTo>
                  <a:pt x="705111" y="1652206"/>
                </a:lnTo>
                <a:close/>
                <a:lnTo>
                  <a:pt x="707477" y="1648414"/>
                </a:lnTo>
                <a:close/>
                <a:lnTo>
                  <a:pt x="709843" y="1644613"/>
                </a:lnTo>
                <a:close/>
                <a:lnTo>
                  <a:pt x="712209" y="1640802"/>
                </a:lnTo>
                <a:close/>
                <a:lnTo>
                  <a:pt x="714575" y="1636982"/>
                </a:lnTo>
                <a:close/>
                <a:lnTo>
                  <a:pt x="716942" y="1633152"/>
                </a:lnTo>
                <a:close/>
                <a:lnTo>
                  <a:pt x="719308" y="1629313"/>
                </a:lnTo>
                <a:close/>
                <a:lnTo>
                  <a:pt x="721674" y="1625464"/>
                </a:lnTo>
                <a:close/>
                <a:lnTo>
                  <a:pt x="724040" y="1621605"/>
                </a:lnTo>
                <a:close/>
                <a:lnTo>
                  <a:pt x="726406" y="1617737"/>
                </a:lnTo>
                <a:close/>
                <a:lnTo>
                  <a:pt x="728772" y="1613859"/>
                </a:lnTo>
                <a:close/>
                <a:lnTo>
                  <a:pt x="731138" y="1609972"/>
                </a:lnTo>
                <a:close/>
                <a:lnTo>
                  <a:pt x="733505" y="1606076"/>
                </a:lnTo>
                <a:close/>
                <a:lnTo>
                  <a:pt x="735871" y="1602170"/>
                </a:lnTo>
                <a:close/>
                <a:lnTo>
                  <a:pt x="738237" y="1598255"/>
                </a:lnTo>
                <a:close/>
                <a:lnTo>
                  <a:pt x="740603" y="1594330"/>
                </a:lnTo>
                <a:close/>
                <a:lnTo>
                  <a:pt x="742969" y="1590397"/>
                </a:lnTo>
                <a:close/>
                <a:lnTo>
                  <a:pt x="745335" y="1586455"/>
                </a:lnTo>
                <a:close/>
                <a:lnTo>
                  <a:pt x="747701" y="1582504"/>
                </a:lnTo>
                <a:close/>
                <a:lnTo>
                  <a:pt x="750068" y="1578544"/>
                </a:lnTo>
                <a:close/>
                <a:lnTo>
                  <a:pt x="752434" y="1574576"/>
                </a:lnTo>
                <a:close/>
                <a:lnTo>
                  <a:pt x="754800" y="1570599"/>
                </a:lnTo>
                <a:close/>
                <a:lnTo>
                  <a:pt x="757166" y="1566614"/>
                </a:lnTo>
                <a:close/>
                <a:lnTo>
                  <a:pt x="759532" y="1562621"/>
                </a:lnTo>
                <a:close/>
                <a:lnTo>
                  <a:pt x="761898" y="1558618"/>
                </a:lnTo>
                <a:close/>
                <a:lnTo>
                  <a:pt x="764264" y="1554607"/>
                </a:lnTo>
                <a:close/>
                <a:lnTo>
                  <a:pt x="766631" y="1550587"/>
                </a:lnTo>
                <a:close/>
                <a:lnTo>
                  <a:pt x="768997" y="1546557"/>
                </a:lnTo>
                <a:close/>
                <a:lnTo>
                  <a:pt x="771363" y="1542518"/>
                </a:lnTo>
                <a:close/>
                <a:lnTo>
                  <a:pt x="773729" y="1538469"/>
                </a:lnTo>
                <a:close/>
                <a:lnTo>
                  <a:pt x="776095" y="1534411"/>
                </a:lnTo>
                <a:close/>
                <a:lnTo>
                  <a:pt x="778461" y="1530342"/>
                </a:lnTo>
                <a:close/>
                <a:lnTo>
                  <a:pt x="780827" y="1526263"/>
                </a:lnTo>
                <a:close/>
                <a:lnTo>
                  <a:pt x="783194" y="1522175"/>
                </a:lnTo>
                <a:close/>
                <a:lnTo>
                  <a:pt x="785560" y="1518076"/>
                </a:lnTo>
                <a:close/>
                <a:lnTo>
                  <a:pt x="787926" y="1513967"/>
                </a:lnTo>
                <a:close/>
                <a:lnTo>
                  <a:pt x="790292" y="1509848"/>
                </a:lnTo>
                <a:close/>
                <a:lnTo>
                  <a:pt x="792658" y="1505719"/>
                </a:lnTo>
                <a:close/>
                <a:lnTo>
                  <a:pt x="795024" y="1501580"/>
                </a:lnTo>
                <a:close/>
                <a:lnTo>
                  <a:pt x="797390" y="1497431"/>
                </a:lnTo>
                <a:close/>
                <a:lnTo>
                  <a:pt x="799757" y="1493272"/>
                </a:lnTo>
                <a:close/>
                <a:lnTo>
                  <a:pt x="802123" y="1489103"/>
                </a:lnTo>
                <a:close/>
                <a:lnTo>
                  <a:pt x="804489" y="1484924"/>
                </a:lnTo>
                <a:close/>
                <a:lnTo>
                  <a:pt x="806855" y="1480735"/>
                </a:lnTo>
                <a:close/>
                <a:lnTo>
                  <a:pt x="809221" y="1476537"/>
                </a:lnTo>
                <a:close/>
                <a:lnTo>
                  <a:pt x="811587" y="1472329"/>
                </a:lnTo>
                <a:close/>
                <a:lnTo>
                  <a:pt x="813953" y="1468112"/>
                </a:lnTo>
                <a:close/>
                <a:lnTo>
                  <a:pt x="816320" y="1463886"/>
                </a:lnTo>
                <a:close/>
                <a:lnTo>
                  <a:pt x="818686" y="1459650"/>
                </a:lnTo>
                <a:close/>
                <a:lnTo>
                  <a:pt x="821052" y="1455406"/>
                </a:lnTo>
                <a:close/>
                <a:lnTo>
                  <a:pt x="823418" y="1451152"/>
                </a:lnTo>
                <a:close/>
                <a:lnTo>
                  <a:pt x="825784" y="1446890"/>
                </a:lnTo>
                <a:close/>
                <a:lnTo>
                  <a:pt x="828150" y="1442619"/>
                </a:lnTo>
                <a:close/>
                <a:lnTo>
                  <a:pt x="830516" y="1438338"/>
                </a:lnTo>
                <a:close/>
                <a:lnTo>
                  <a:pt x="832883" y="1434048"/>
                </a:lnTo>
                <a:close/>
                <a:lnTo>
                  <a:pt x="835249" y="1429749"/>
                </a:lnTo>
                <a:close/>
                <a:lnTo>
                  <a:pt x="837615" y="1425440"/>
                </a:lnTo>
                <a:close/>
                <a:lnTo>
                  <a:pt x="839981" y="1421120"/>
                </a:lnTo>
                <a:close/>
                <a:lnTo>
                  <a:pt x="842347" y="1416790"/>
                </a:lnTo>
                <a:close/>
                <a:lnTo>
                  <a:pt x="844713" y="1412450"/>
                </a:lnTo>
                <a:close/>
                <a:lnTo>
                  <a:pt x="847079" y="1408100"/>
                </a:lnTo>
                <a:close/>
                <a:lnTo>
                  <a:pt x="849446" y="1403738"/>
                </a:lnTo>
                <a:close/>
                <a:lnTo>
                  <a:pt x="851812" y="1399366"/>
                </a:lnTo>
                <a:close/>
                <a:lnTo>
                  <a:pt x="854178" y="1394984"/>
                </a:lnTo>
                <a:close/>
                <a:lnTo>
                  <a:pt x="856544" y="1390591"/>
                </a:lnTo>
                <a:close/>
                <a:lnTo>
                  <a:pt x="858910" y="1386187"/>
                </a:lnTo>
                <a:close/>
                <a:lnTo>
                  <a:pt x="861276" y="1381774"/>
                </a:lnTo>
                <a:close/>
                <a:lnTo>
                  <a:pt x="863642" y="1377350"/>
                </a:lnTo>
                <a:close/>
                <a:lnTo>
                  <a:pt x="866009" y="1372916"/>
                </a:lnTo>
                <a:close/>
                <a:lnTo>
                  <a:pt x="868375" y="1368471"/>
                </a:lnTo>
                <a:close/>
                <a:lnTo>
                  <a:pt x="870741" y="1364017"/>
                </a:lnTo>
                <a:close/>
                <a:lnTo>
                  <a:pt x="873107" y="1359553"/>
                </a:lnTo>
                <a:close/>
                <a:lnTo>
                  <a:pt x="875473" y="1355078"/>
                </a:lnTo>
                <a:close/>
                <a:lnTo>
                  <a:pt x="877839" y="1350593"/>
                </a:lnTo>
                <a:close/>
                <a:lnTo>
                  <a:pt x="880205" y="1346098"/>
                </a:lnTo>
                <a:close/>
                <a:lnTo>
                  <a:pt x="882572" y="1341592"/>
                </a:lnTo>
                <a:close/>
                <a:lnTo>
                  <a:pt x="884938" y="1337076"/>
                </a:lnTo>
                <a:close/>
                <a:lnTo>
                  <a:pt x="887304" y="1332549"/>
                </a:lnTo>
                <a:close/>
                <a:lnTo>
                  <a:pt x="889670" y="1328011"/>
                </a:lnTo>
                <a:close/>
                <a:lnTo>
                  <a:pt x="892036" y="1323463"/>
                </a:lnTo>
                <a:close/>
                <a:lnTo>
                  <a:pt x="894402" y="1318903"/>
                </a:lnTo>
                <a:close/>
                <a:lnTo>
                  <a:pt x="896768" y="1314333"/>
                </a:lnTo>
                <a:close/>
                <a:lnTo>
                  <a:pt x="899135" y="1309751"/>
                </a:lnTo>
                <a:close/>
                <a:lnTo>
                  <a:pt x="901501" y="1305159"/>
                </a:lnTo>
                <a:close/>
                <a:lnTo>
                  <a:pt x="903867" y="1300555"/>
                </a:lnTo>
                <a:close/>
                <a:lnTo>
                  <a:pt x="906233" y="1295941"/>
                </a:lnTo>
                <a:close/>
                <a:lnTo>
                  <a:pt x="908599" y="1291316"/>
                </a:lnTo>
                <a:close/>
                <a:lnTo>
                  <a:pt x="910965" y="1286680"/>
                </a:lnTo>
                <a:close/>
                <a:lnTo>
                  <a:pt x="913331" y="1282034"/>
                </a:lnTo>
                <a:close/>
                <a:lnTo>
                  <a:pt x="915698" y="1277376"/>
                </a:lnTo>
                <a:close/>
                <a:lnTo>
                  <a:pt x="918064" y="1272708"/>
                </a:lnTo>
                <a:close/>
                <a:lnTo>
                  <a:pt x="920430" y="1268030"/>
                </a:lnTo>
                <a:close/>
                <a:lnTo>
                  <a:pt x="922796" y="1263340"/>
                </a:lnTo>
                <a:close/>
                <a:lnTo>
                  <a:pt x="925162" y="1258640"/>
                </a:lnTo>
                <a:close/>
                <a:lnTo>
                  <a:pt x="927528" y="1253929"/>
                </a:lnTo>
                <a:close/>
                <a:lnTo>
                  <a:pt x="929894" y="1249207"/>
                </a:lnTo>
                <a:close/>
                <a:lnTo>
                  <a:pt x="932261" y="1244475"/>
                </a:lnTo>
                <a:close/>
                <a:lnTo>
                  <a:pt x="934627" y="1239732"/>
                </a:lnTo>
                <a:close/>
                <a:lnTo>
                  <a:pt x="936993" y="1234978"/>
                </a:lnTo>
                <a:close/>
                <a:lnTo>
                  <a:pt x="939359" y="1230213"/>
                </a:lnTo>
                <a:close/>
                <a:lnTo>
                  <a:pt x="941725" y="1225438"/>
                </a:lnTo>
                <a:close/>
                <a:lnTo>
                  <a:pt x="944091" y="1220652"/>
                </a:lnTo>
                <a:close/>
                <a:lnTo>
                  <a:pt x="946457" y="1215856"/>
                </a:lnTo>
                <a:close/>
                <a:lnTo>
                  <a:pt x="948824" y="1211048"/>
                </a:lnTo>
                <a:close/>
                <a:lnTo>
                  <a:pt x="951190" y="1206229"/>
                </a:lnTo>
                <a:close/>
                <a:lnTo>
                  <a:pt x="953556" y="1201400"/>
                </a:lnTo>
                <a:close/>
                <a:lnTo>
                  <a:pt x="955922" y="1196559"/>
                </a:lnTo>
                <a:close/>
                <a:lnTo>
                  <a:pt x="958288" y="1191707"/>
                </a:lnTo>
                <a:close/>
                <a:lnTo>
                  <a:pt x="960654" y="1186844"/>
                </a:lnTo>
                <a:close/>
                <a:lnTo>
                  <a:pt x="963020" y="1181970"/>
                </a:lnTo>
                <a:close/>
                <a:lnTo>
                  <a:pt x="965387" y="1177084"/>
                </a:lnTo>
                <a:close/>
                <a:lnTo>
                  <a:pt x="967753" y="1172187"/>
                </a:lnTo>
                <a:close/>
                <a:lnTo>
                  <a:pt x="970119" y="1167278"/>
                </a:lnTo>
                <a:close/>
                <a:lnTo>
                  <a:pt x="972485" y="1162358"/>
                </a:lnTo>
                <a:close/>
                <a:lnTo>
                  <a:pt x="974851" y="1157426"/>
                </a:lnTo>
                <a:close/>
                <a:lnTo>
                  <a:pt x="977217" y="1152483"/>
                </a:lnTo>
                <a:close/>
                <a:lnTo>
                  <a:pt x="979583" y="1147528"/>
                </a:lnTo>
                <a:close/>
                <a:lnTo>
                  <a:pt x="981950" y="1142561"/>
                </a:lnTo>
                <a:close/>
                <a:lnTo>
                  <a:pt x="984316" y="1137582"/>
                </a:lnTo>
                <a:close/>
                <a:lnTo>
                  <a:pt x="986682" y="1132592"/>
                </a:lnTo>
                <a:close/>
                <a:lnTo>
                  <a:pt x="989048" y="1127589"/>
                </a:lnTo>
                <a:close/>
                <a:lnTo>
                  <a:pt x="991414" y="1122575"/>
                </a:lnTo>
                <a:close/>
                <a:lnTo>
                  <a:pt x="993780" y="1117549"/>
                </a:lnTo>
                <a:close/>
                <a:lnTo>
                  <a:pt x="996146" y="1112511"/>
                </a:lnTo>
                <a:close/>
                <a:lnTo>
                  <a:pt x="998513" y="1107461"/>
                </a:lnTo>
                <a:close/>
                <a:lnTo>
                  <a:pt x="1000879" y="1102400"/>
                </a:lnTo>
                <a:close/>
                <a:lnTo>
                  <a:pt x="1003245" y="1097326"/>
                </a:lnTo>
                <a:close/>
                <a:lnTo>
                  <a:pt x="1005611" y="1092241"/>
                </a:lnTo>
                <a:close/>
                <a:lnTo>
                  <a:pt x="1007977" y="1087144"/>
                </a:lnTo>
                <a:close/>
                <a:lnTo>
                  <a:pt x="1010343" y="1082035"/>
                </a:lnTo>
                <a:close/>
                <a:lnTo>
                  <a:pt x="1012709" y="1076915"/>
                </a:lnTo>
                <a:close/>
                <a:lnTo>
                  <a:pt x="1015076" y="1071782"/>
                </a:lnTo>
                <a:close/>
                <a:lnTo>
                  <a:pt x="1017442" y="1066638"/>
                </a:lnTo>
                <a:close/>
                <a:lnTo>
                  <a:pt x="1019808" y="1061483"/>
                </a:lnTo>
                <a:close/>
                <a:lnTo>
                  <a:pt x="1022174" y="1056316"/>
                </a:lnTo>
                <a:close/>
                <a:lnTo>
                  <a:pt x="1024540" y="1051137"/>
                </a:lnTo>
                <a:close/>
                <a:lnTo>
                  <a:pt x="1026906" y="1045947"/>
                </a:lnTo>
                <a:close/>
                <a:lnTo>
                  <a:pt x="1029272" y="1040745"/>
                </a:lnTo>
                <a:close/>
                <a:lnTo>
                  <a:pt x="1031639" y="1035532"/>
                </a:lnTo>
                <a:close/>
                <a:lnTo>
                  <a:pt x="1034005" y="1030308"/>
                </a:lnTo>
                <a:close/>
                <a:lnTo>
                  <a:pt x="1036371" y="1025071"/>
                </a:lnTo>
                <a:close/>
                <a:lnTo>
                  <a:pt x="1038737" y="1019823"/>
                </a:lnTo>
                <a:close/>
                <a:lnTo>
                  <a:pt x="1041103" y="1014562"/>
                </a:lnTo>
                <a:close/>
                <a:lnTo>
                  <a:pt x="1043469" y="1009289"/>
                </a:lnTo>
                <a:close/>
                <a:lnTo>
                  <a:pt x="1045835" y="1004004"/>
                </a:lnTo>
                <a:close/>
                <a:lnTo>
                  <a:pt x="1048202" y="998706"/>
                </a:lnTo>
                <a:close/>
                <a:lnTo>
                  <a:pt x="1050568" y="993395"/>
                </a:lnTo>
                <a:close/>
                <a:lnTo>
                  <a:pt x="1052934" y="988071"/>
                </a:lnTo>
                <a:close/>
                <a:lnTo>
                  <a:pt x="1055300" y="982735"/>
                </a:lnTo>
                <a:close/>
                <a:lnTo>
                  <a:pt x="1057666" y="977385"/>
                </a:lnTo>
                <a:close/>
                <a:lnTo>
                  <a:pt x="1060032" y="972022"/>
                </a:lnTo>
                <a:close/>
                <a:lnTo>
                  <a:pt x="1062398" y="966646"/>
                </a:lnTo>
                <a:close/>
                <a:lnTo>
                  <a:pt x="1064765" y="961258"/>
                </a:lnTo>
                <a:close/>
                <a:lnTo>
                  <a:pt x="1067131" y="955856"/>
                </a:lnTo>
                <a:close/>
                <a:lnTo>
                  <a:pt x="1069497" y="950442"/>
                </a:lnTo>
                <a:close/>
                <a:lnTo>
                  <a:pt x="1071863" y="945014"/>
                </a:lnTo>
                <a:close/>
                <a:lnTo>
                  <a:pt x="1074229" y="939574"/>
                </a:lnTo>
                <a:close/>
                <a:lnTo>
                  <a:pt x="1076595" y="934121"/>
                </a:lnTo>
                <a:close/>
                <a:lnTo>
                  <a:pt x="1078961" y="928656"/>
                </a:lnTo>
                <a:close/>
                <a:lnTo>
                  <a:pt x="1081328" y="923178"/>
                </a:lnTo>
                <a:close/>
                <a:lnTo>
                  <a:pt x="1083694" y="917687"/>
                </a:lnTo>
                <a:close/>
                <a:lnTo>
                  <a:pt x="1086060" y="912184"/>
                </a:lnTo>
                <a:close/>
                <a:lnTo>
                  <a:pt x="1088426" y="906668"/>
                </a:lnTo>
                <a:close/>
                <a:lnTo>
                  <a:pt x="1090792" y="901139"/>
                </a:lnTo>
                <a:close/>
                <a:lnTo>
                  <a:pt x="1093158" y="895598"/>
                </a:lnTo>
                <a:close/>
                <a:lnTo>
                  <a:pt x="1095524" y="890045"/>
                </a:lnTo>
                <a:close/>
                <a:lnTo>
                  <a:pt x="1097891" y="884479"/>
                </a:lnTo>
                <a:close/>
                <a:lnTo>
                  <a:pt x="1100257" y="878901"/>
                </a:lnTo>
                <a:close/>
                <a:lnTo>
                  <a:pt x="1102623" y="873311"/>
                </a:lnTo>
                <a:close/>
                <a:lnTo>
                  <a:pt x="1104989" y="867707"/>
                </a:lnTo>
                <a:close/>
                <a:lnTo>
                  <a:pt x="1107355" y="862091"/>
                </a:lnTo>
                <a:close/>
                <a:lnTo>
                  <a:pt x="1109721" y="856461"/>
                </a:lnTo>
                <a:close/>
                <a:lnTo>
                  <a:pt x="1112087" y="850818"/>
                </a:lnTo>
                <a:close/>
                <a:lnTo>
                  <a:pt x="1114454" y="845161"/>
                </a:lnTo>
                <a:close/>
                <a:lnTo>
                  <a:pt x="1116820" y="839491"/>
                </a:lnTo>
                <a:close/>
                <a:lnTo>
                  <a:pt x="1119186" y="833806"/>
                </a:lnTo>
                <a:close/>
                <a:lnTo>
                  <a:pt x="1121552" y="828107"/>
                </a:lnTo>
                <a:close/>
                <a:lnTo>
                  <a:pt x="1123918" y="822394"/>
                </a:lnTo>
                <a:close/>
                <a:lnTo>
                  <a:pt x="1126284" y="816667"/>
                </a:lnTo>
                <a:close/>
                <a:lnTo>
                  <a:pt x="1128650" y="810926"/>
                </a:lnTo>
                <a:close/>
                <a:lnTo>
                  <a:pt x="1131017" y="805171"/>
                </a:lnTo>
                <a:close/>
                <a:lnTo>
                  <a:pt x="1133383" y="799403"/>
                </a:lnTo>
                <a:close/>
                <a:lnTo>
                  <a:pt x="1135749" y="793622"/>
                </a:lnTo>
                <a:close/>
                <a:lnTo>
                  <a:pt x="1138115" y="787827"/>
                </a:lnTo>
                <a:close/>
                <a:lnTo>
                  <a:pt x="1140481" y="782019"/>
                </a:lnTo>
                <a:close/>
                <a:lnTo>
                  <a:pt x="1142847" y="776199"/>
                </a:lnTo>
                <a:close/>
                <a:lnTo>
                  <a:pt x="1145213" y="770366"/>
                </a:lnTo>
                <a:close/>
                <a:lnTo>
                  <a:pt x="1147580" y="764520"/>
                </a:lnTo>
                <a:close/>
                <a:lnTo>
                  <a:pt x="1149946" y="758661"/>
                </a:lnTo>
                <a:close/>
                <a:lnTo>
                  <a:pt x="1152312" y="752789"/>
                </a:lnTo>
                <a:close/>
                <a:lnTo>
                  <a:pt x="1154678" y="746904"/>
                </a:lnTo>
                <a:close/>
                <a:lnTo>
                  <a:pt x="1157044" y="741005"/>
                </a:lnTo>
                <a:close/>
                <a:lnTo>
                  <a:pt x="1159410" y="735092"/>
                </a:lnTo>
                <a:close/>
                <a:lnTo>
                  <a:pt x="1161776" y="729165"/>
                </a:lnTo>
                <a:close/>
                <a:lnTo>
                  <a:pt x="1164143" y="723223"/>
                </a:lnTo>
                <a:close/>
                <a:lnTo>
                  <a:pt x="1166509" y="717267"/>
                </a:lnTo>
                <a:close/>
                <a:lnTo>
                  <a:pt x="1168875" y="711297"/>
                </a:lnTo>
                <a:close/>
                <a:lnTo>
                  <a:pt x="1171241" y="705311"/>
                </a:lnTo>
                <a:close/>
                <a:lnTo>
                  <a:pt x="1173607" y="699312"/>
                </a:lnTo>
                <a:close/>
                <a:lnTo>
                  <a:pt x="1175973" y="693298"/>
                </a:lnTo>
                <a:close/>
                <a:lnTo>
                  <a:pt x="1178339" y="687269"/>
                </a:lnTo>
                <a:close/>
                <a:lnTo>
                  <a:pt x="1180706" y="681226"/>
                </a:lnTo>
                <a:close/>
                <a:lnTo>
                  <a:pt x="1183072" y="675170"/>
                </a:lnTo>
                <a:close/>
                <a:lnTo>
                  <a:pt x="1185438" y="669099"/>
                </a:lnTo>
                <a:close/>
                <a:lnTo>
                  <a:pt x="1187804" y="663014"/>
                </a:lnTo>
                <a:close/>
                <a:lnTo>
                  <a:pt x="1190170" y="656915"/>
                </a:lnTo>
                <a:close/>
                <a:lnTo>
                  <a:pt x="1192536" y="650802"/>
                </a:lnTo>
                <a:close/>
                <a:lnTo>
                  <a:pt x="1194903" y="644675"/>
                </a:lnTo>
                <a:close/>
                <a:lnTo>
                  <a:pt x="1197269" y="638534"/>
                </a:lnTo>
                <a:close/>
                <a:lnTo>
                  <a:pt x="1199635" y="632379"/>
                </a:lnTo>
                <a:close/>
                <a:lnTo>
                  <a:pt x="1202001" y="626209"/>
                </a:lnTo>
                <a:close/>
                <a:lnTo>
                  <a:pt x="1204367" y="620024"/>
                </a:lnTo>
                <a:close/>
                <a:lnTo>
                  <a:pt x="1206733" y="613825"/>
                </a:lnTo>
                <a:close/>
                <a:lnTo>
                  <a:pt x="1209099" y="607612"/>
                </a:lnTo>
                <a:close/>
                <a:lnTo>
                  <a:pt x="1211466" y="601383"/>
                </a:lnTo>
                <a:close/>
                <a:lnTo>
                  <a:pt x="1213832" y="595139"/>
                </a:lnTo>
                <a:close/>
                <a:lnTo>
                  <a:pt x="1216198" y="588881"/>
                </a:lnTo>
                <a:close/>
                <a:lnTo>
                  <a:pt x="1218564" y="582607"/>
                </a:lnTo>
                <a:close/>
                <a:lnTo>
                  <a:pt x="1220930" y="576319"/>
                </a:lnTo>
                <a:close/>
                <a:lnTo>
                  <a:pt x="1223296" y="570016"/>
                </a:lnTo>
                <a:close/>
                <a:lnTo>
                  <a:pt x="1225662" y="563699"/>
                </a:lnTo>
                <a:close/>
                <a:lnTo>
                  <a:pt x="1228029" y="557367"/>
                </a:lnTo>
                <a:close/>
                <a:lnTo>
                  <a:pt x="1230395" y="551020"/>
                </a:lnTo>
                <a:close/>
                <a:lnTo>
                  <a:pt x="1232761" y="544659"/>
                </a:lnTo>
                <a:close/>
                <a:lnTo>
                  <a:pt x="1235127" y="538284"/>
                </a:lnTo>
                <a:close/>
                <a:lnTo>
                  <a:pt x="1237493" y="531895"/>
                </a:lnTo>
                <a:close/>
                <a:lnTo>
                  <a:pt x="1239859" y="525491"/>
                </a:lnTo>
                <a:close/>
                <a:lnTo>
                  <a:pt x="1242225" y="519072"/>
                </a:lnTo>
                <a:close/>
                <a:lnTo>
                  <a:pt x="1244592" y="512639"/>
                </a:lnTo>
                <a:close/>
                <a:lnTo>
                  <a:pt x="1246958" y="506190"/>
                </a:lnTo>
                <a:close/>
                <a:lnTo>
                  <a:pt x="1249324" y="499726"/>
                </a:lnTo>
                <a:close/>
                <a:lnTo>
                  <a:pt x="1251690" y="493246"/>
                </a:lnTo>
                <a:close/>
                <a:lnTo>
                  <a:pt x="1254056" y="486751"/>
                </a:lnTo>
                <a:close/>
                <a:lnTo>
                  <a:pt x="1256422" y="480240"/>
                </a:lnTo>
                <a:close/>
                <a:lnTo>
                  <a:pt x="1258788" y="473712"/>
                </a:lnTo>
                <a:close/>
                <a:lnTo>
                  <a:pt x="1261155" y="467169"/>
                </a:lnTo>
                <a:close/>
                <a:lnTo>
                  <a:pt x="1263521" y="460609"/>
                </a:lnTo>
                <a:close/>
                <a:lnTo>
                  <a:pt x="1265887" y="454034"/>
                </a:lnTo>
                <a:close/>
                <a:lnTo>
                  <a:pt x="1268253" y="447443"/>
                </a:lnTo>
                <a:close/>
                <a:lnTo>
                  <a:pt x="1270619" y="440836"/>
                </a:lnTo>
                <a:close/>
                <a:lnTo>
                  <a:pt x="1272985" y="434214"/>
                </a:lnTo>
                <a:close/>
                <a:lnTo>
                  <a:pt x="1275351" y="427576"/>
                </a:lnTo>
                <a:close/>
                <a:lnTo>
                  <a:pt x="1277718" y="420924"/>
                </a:lnTo>
                <a:close/>
                <a:lnTo>
                  <a:pt x="1280084" y="414256"/>
                </a:lnTo>
                <a:close/>
                <a:lnTo>
                  <a:pt x="1282450" y="407574"/>
                </a:lnTo>
                <a:close/>
                <a:lnTo>
                  <a:pt x="1284816" y="400876"/>
                </a:lnTo>
                <a:close/>
                <a:lnTo>
                  <a:pt x="1287182" y="394164"/>
                </a:lnTo>
                <a:close/>
                <a:lnTo>
                  <a:pt x="1289548" y="387437"/>
                </a:lnTo>
                <a:close/>
                <a:lnTo>
                  <a:pt x="1291914" y="380694"/>
                </a:lnTo>
                <a:close/>
                <a:lnTo>
                  <a:pt x="1294281" y="373936"/>
                </a:lnTo>
                <a:close/>
                <a:lnTo>
                  <a:pt x="1296647" y="367164"/>
                </a:lnTo>
                <a:close/>
                <a:lnTo>
                  <a:pt x="1299013" y="360375"/>
                </a:lnTo>
                <a:close/>
                <a:lnTo>
                  <a:pt x="1301379" y="353572"/>
                </a:lnTo>
                <a:close/>
                <a:lnTo>
                  <a:pt x="1303745" y="346753"/>
                </a:lnTo>
                <a:close/>
                <a:lnTo>
                  <a:pt x="1306111" y="339918"/>
                </a:lnTo>
                <a:close/>
                <a:lnTo>
                  <a:pt x="1308477" y="333068"/>
                </a:lnTo>
                <a:close/>
                <a:lnTo>
                  <a:pt x="1310844" y="326201"/>
                </a:lnTo>
                <a:close/>
                <a:lnTo>
                  <a:pt x="1313210" y="319319"/>
                </a:lnTo>
                <a:close/>
                <a:lnTo>
                  <a:pt x="1315576" y="312421"/>
                </a:lnTo>
                <a:close/>
                <a:lnTo>
                  <a:pt x="1317942" y="305506"/>
                </a:lnTo>
                <a:close/>
                <a:lnTo>
                  <a:pt x="1320308" y="298574"/>
                </a:lnTo>
                <a:close/>
                <a:lnTo>
                  <a:pt x="1322674" y="291625"/>
                </a:lnTo>
                <a:close/>
                <a:lnTo>
                  <a:pt x="1325040" y="284660"/>
                </a:lnTo>
                <a:close/>
                <a:lnTo>
                  <a:pt x="1327407" y="277677"/>
                </a:lnTo>
                <a:close/>
                <a:lnTo>
                  <a:pt x="1329773" y="270678"/>
                </a:lnTo>
                <a:close/>
                <a:lnTo>
                  <a:pt x="1332139" y="263661"/>
                </a:lnTo>
                <a:close/>
                <a:lnTo>
                  <a:pt x="1334505" y="256628"/>
                </a:lnTo>
                <a:close/>
                <a:lnTo>
                  <a:pt x="1336871" y="249578"/>
                </a:lnTo>
                <a:close/>
                <a:lnTo>
                  <a:pt x="1339237" y="242511"/>
                </a:lnTo>
                <a:close/>
                <a:lnTo>
                  <a:pt x="1341603" y="235429"/>
                </a:lnTo>
                <a:close/>
                <a:lnTo>
                  <a:pt x="1343970" y="228330"/>
                </a:lnTo>
                <a:close/>
                <a:lnTo>
                  <a:pt x="1346336" y="221216"/>
                </a:lnTo>
                <a:close/>
                <a:lnTo>
                  <a:pt x="1348702" y="214085"/>
                </a:lnTo>
                <a:close/>
                <a:lnTo>
                  <a:pt x="1351068" y="206939"/>
                </a:lnTo>
                <a:close/>
                <a:lnTo>
                  <a:pt x="1353434" y="199778"/>
                </a:lnTo>
                <a:close/>
                <a:lnTo>
                  <a:pt x="1355800" y="192600"/>
                </a:lnTo>
                <a:close/>
                <a:lnTo>
                  <a:pt x="1358166" y="185406"/>
                </a:lnTo>
                <a:close/>
                <a:lnTo>
                  <a:pt x="1360533" y="178196"/>
                </a:lnTo>
                <a:close/>
                <a:lnTo>
                  <a:pt x="1362899" y="170969"/>
                </a:lnTo>
                <a:close/>
                <a:lnTo>
                  <a:pt x="1365265" y="163725"/>
                </a:lnTo>
                <a:close/>
                <a:lnTo>
                  <a:pt x="1367631" y="156465"/>
                </a:lnTo>
                <a:close/>
                <a:lnTo>
                  <a:pt x="1369997" y="149187"/>
                </a:lnTo>
                <a:close/>
                <a:lnTo>
                  <a:pt x="1372363" y="141892"/>
                </a:lnTo>
                <a:close/>
                <a:lnTo>
                  <a:pt x="1374729" y="134579"/>
                </a:lnTo>
                <a:close/>
                <a:lnTo>
                  <a:pt x="1377096" y="127249"/>
                </a:lnTo>
                <a:close/>
                <a:lnTo>
                  <a:pt x="1379462" y="119901"/>
                </a:lnTo>
                <a:close/>
                <a:lnTo>
                  <a:pt x="1381828" y="112536"/>
                </a:lnTo>
                <a:close/>
                <a:lnTo>
                  <a:pt x="1384194" y="105154"/>
                </a:lnTo>
                <a:close/>
                <a:lnTo>
                  <a:pt x="1386560" y="97754"/>
                </a:lnTo>
                <a:close/>
                <a:lnTo>
                  <a:pt x="1388926" y="90337"/>
                </a:lnTo>
                <a:close/>
                <a:lnTo>
                  <a:pt x="1391292" y="82903"/>
                </a:lnTo>
                <a:close/>
                <a:lnTo>
                  <a:pt x="1393659" y="75452"/>
                </a:lnTo>
                <a:close/>
                <a:lnTo>
                  <a:pt x="1396025" y="67983"/>
                </a:lnTo>
                <a:close/>
                <a:lnTo>
                  <a:pt x="1398391" y="60497"/>
                </a:lnTo>
                <a:close/>
                <a:lnTo>
                  <a:pt x="1400757" y="52995"/>
                </a:lnTo>
                <a:close/>
                <a:lnTo>
                  <a:pt x="1403123" y="45475"/>
                </a:lnTo>
                <a:close/>
                <a:lnTo>
                  <a:pt x="1405489" y="37938"/>
                </a:lnTo>
                <a:close/>
                <a:lnTo>
                  <a:pt x="1407855" y="30384"/>
                </a:lnTo>
                <a:close/>
                <a:lnTo>
                  <a:pt x="1410222" y="22813"/>
                </a:lnTo>
                <a:close/>
                <a:lnTo>
                  <a:pt x="1412588" y="15226"/>
                </a:lnTo>
                <a:close/>
                <a:lnTo>
                  <a:pt x="1414954" y="7622"/>
                </a:lnTo>
                <a:close/>
                <a:lnTo>
                  <a:pt x="141732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943600.0" y="162123.11999999965"/>
            <a:ext cx="0.0" cy="2409626.8800000004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62123.11999999965"/>
            <a:ext cx="13716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54700" y="73223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257800.0" y="2571750.0"/>
            <a:ext cx="5943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035040.0" y="2571750.0"/>
            <a:ext cx="5943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623560.0" y="478048.32000000007"/>
            <a:ext cx="182880.0" cy="360227.8799999999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89320.0" y="-469452.95999999996"/>
            <a:ext cx="182880.0" cy="516407.3999999999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35320" y="-1174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96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3680" y="-155376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f(a)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