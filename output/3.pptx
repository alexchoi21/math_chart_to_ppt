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343400.0" y="2571750.0"/>
            <a:ext cx="20574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514350.0"/>
            <a:ext cx="0.0" cy="22860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reeform 3"/>
          <p:cNvSpPr/>
          <p:nvPr/>
        </p:nvSpPr>
        <p:spPr>
          <a:xfrm>
            <a:off x="4937760" y="628650"/>
            <a:ext cx="1600200" cy="1668780"/>
          </a:xfrm>
          <a:custGeom>
            <a:avLst/>
            <a:gdLst/>
            <a:ahLst/>
            <a:cxnLst/>
            <a:rect l="l" t="t" r="r" b="b"/>
            <a:pathLst>
              <a:path w="1600200" h="1668780">
                <a:moveTo>
                  <a:pt x="0" y="1668780"/>
                </a:moveTo>
                <a:lnTo>
                  <a:pt x="5352" y="1663428"/>
                </a:lnTo>
                <a:close/>
                <a:lnTo>
                  <a:pt x="10704" y="1658076"/>
                </a:lnTo>
                <a:close/>
                <a:lnTo>
                  <a:pt x="16056" y="1652724"/>
                </a:lnTo>
                <a:close/>
                <a:lnTo>
                  <a:pt x="21407" y="1647373"/>
                </a:lnTo>
                <a:close/>
                <a:lnTo>
                  <a:pt x="26759" y="1642021"/>
                </a:lnTo>
                <a:close/>
                <a:lnTo>
                  <a:pt x="32111" y="1636669"/>
                </a:lnTo>
                <a:close/>
                <a:lnTo>
                  <a:pt x="37463" y="1631317"/>
                </a:lnTo>
                <a:close/>
                <a:lnTo>
                  <a:pt x="42815" y="1625965"/>
                </a:lnTo>
                <a:close/>
                <a:lnTo>
                  <a:pt x="48167" y="1620613"/>
                </a:lnTo>
                <a:close/>
                <a:lnTo>
                  <a:pt x="53518" y="1615262"/>
                </a:lnTo>
                <a:close/>
                <a:lnTo>
                  <a:pt x="58870" y="1609910"/>
                </a:lnTo>
                <a:close/>
                <a:lnTo>
                  <a:pt x="64222" y="1604558"/>
                </a:lnTo>
                <a:close/>
                <a:lnTo>
                  <a:pt x="69574" y="1599206"/>
                </a:lnTo>
                <a:close/>
                <a:lnTo>
                  <a:pt x="74926" y="1593854"/>
                </a:lnTo>
                <a:close/>
                <a:lnTo>
                  <a:pt x="80278" y="1588502"/>
                </a:lnTo>
                <a:close/>
                <a:lnTo>
                  <a:pt x="85629" y="1583151"/>
                </a:lnTo>
                <a:close/>
                <a:lnTo>
                  <a:pt x="90981" y="1577799"/>
                </a:lnTo>
                <a:close/>
                <a:lnTo>
                  <a:pt x="96333" y="1572447"/>
                </a:lnTo>
                <a:close/>
                <a:lnTo>
                  <a:pt x="101685" y="1567095"/>
                </a:lnTo>
                <a:close/>
                <a:lnTo>
                  <a:pt x="107037" y="1561743"/>
                </a:lnTo>
                <a:close/>
                <a:lnTo>
                  <a:pt x="112389" y="1556391"/>
                </a:lnTo>
                <a:close/>
                <a:lnTo>
                  <a:pt x="117740" y="1551040"/>
                </a:lnTo>
                <a:close/>
                <a:lnTo>
                  <a:pt x="123092" y="1545688"/>
                </a:lnTo>
                <a:close/>
                <a:lnTo>
                  <a:pt x="128444" y="1540336"/>
                </a:lnTo>
                <a:close/>
                <a:lnTo>
                  <a:pt x="133796" y="1534984"/>
                </a:lnTo>
                <a:close/>
                <a:lnTo>
                  <a:pt x="139148" y="1529632"/>
                </a:lnTo>
                <a:close/>
                <a:lnTo>
                  <a:pt x="144500" y="1524280"/>
                </a:lnTo>
                <a:close/>
                <a:lnTo>
                  <a:pt x="149852" y="1518928"/>
                </a:lnTo>
                <a:close/>
                <a:lnTo>
                  <a:pt x="155203" y="1513577"/>
                </a:lnTo>
                <a:close/>
                <a:lnTo>
                  <a:pt x="160555" y="1508225"/>
                </a:lnTo>
                <a:close/>
                <a:lnTo>
                  <a:pt x="165907" y="1502872"/>
                </a:lnTo>
                <a:close/>
                <a:lnTo>
                  <a:pt x="171259" y="1497525"/>
                </a:lnTo>
                <a:close/>
                <a:lnTo>
                  <a:pt x="176611" y="1492151"/>
                </a:lnTo>
                <a:close/>
                <a:lnTo>
                  <a:pt x="181963" y="1486872"/>
                </a:lnTo>
                <a:close/>
                <a:lnTo>
                  <a:pt x="187314" y="1480589"/>
                </a:lnTo>
                <a:close/>
                <a:lnTo>
                  <a:pt x="192666" y="1473622"/>
                </a:lnTo>
                <a:close/>
                <a:lnTo>
                  <a:pt x="198018" y="1466777"/>
                </a:lnTo>
                <a:close/>
                <a:lnTo>
                  <a:pt x="203370" y="1460440"/>
                </a:lnTo>
                <a:close/>
                <a:lnTo>
                  <a:pt x="208722" y="1453712"/>
                </a:lnTo>
                <a:close/>
                <a:lnTo>
                  <a:pt x="214074" y="1446690"/>
                </a:lnTo>
                <a:close/>
                <a:lnTo>
                  <a:pt x="219425" y="1440216"/>
                </a:lnTo>
                <a:close/>
                <a:lnTo>
                  <a:pt x="224777" y="1433748"/>
                </a:lnTo>
                <a:close/>
                <a:lnTo>
                  <a:pt x="230129" y="1426728"/>
                </a:lnTo>
                <a:close/>
                <a:lnTo>
                  <a:pt x="235481" y="1419993"/>
                </a:lnTo>
                <a:close/>
                <a:lnTo>
                  <a:pt x="240833" y="1413655"/>
                </a:lnTo>
                <a:close/>
                <a:lnTo>
                  <a:pt x="246185" y="1406822"/>
                </a:lnTo>
                <a:close/>
                <a:lnTo>
                  <a:pt x="251536" y="1399851"/>
                </a:lnTo>
                <a:close/>
                <a:lnTo>
                  <a:pt x="256888" y="1393453"/>
                </a:lnTo>
                <a:close/>
                <a:lnTo>
                  <a:pt x="262240" y="1386890"/>
                </a:lnTo>
                <a:close/>
                <a:lnTo>
                  <a:pt x="267592" y="1379846"/>
                </a:lnTo>
                <a:close/>
                <a:lnTo>
                  <a:pt x="272944" y="1373220"/>
                </a:lnTo>
                <a:close/>
                <a:lnTo>
                  <a:pt x="278296" y="1366853"/>
                </a:lnTo>
                <a:close/>
                <a:lnTo>
                  <a:pt x="283647" y="1359927"/>
                </a:lnTo>
                <a:close/>
                <a:lnTo>
                  <a:pt x="288999" y="1353036"/>
                </a:lnTo>
                <a:close/>
                <a:lnTo>
                  <a:pt x="294351" y="1346685"/>
                </a:lnTo>
                <a:close/>
                <a:lnTo>
                  <a:pt x="299703" y="1340015"/>
                </a:lnTo>
                <a:close/>
                <a:lnTo>
                  <a:pt x="305055" y="1332977"/>
                </a:lnTo>
                <a:close/>
                <a:lnTo>
                  <a:pt x="310407" y="1326455"/>
                </a:lnTo>
                <a:close/>
                <a:lnTo>
                  <a:pt x="315759" y="1320029"/>
                </a:lnTo>
                <a:close/>
                <a:lnTo>
                  <a:pt x="321110" y="1313033"/>
                </a:lnTo>
                <a:close/>
                <a:lnTo>
                  <a:pt x="326462" y="1306242"/>
                </a:lnTo>
                <a:close/>
                <a:lnTo>
                  <a:pt x="331814" y="1299908"/>
                </a:lnTo>
                <a:close/>
                <a:lnTo>
                  <a:pt x="337166" y="1293128"/>
                </a:lnTo>
                <a:close/>
                <a:lnTo>
                  <a:pt x="342518" y="1286127"/>
                </a:lnTo>
                <a:close/>
                <a:lnTo>
                  <a:pt x="347870" y="1279693"/>
                </a:lnTo>
                <a:close/>
                <a:lnTo>
                  <a:pt x="353221" y="1273181"/>
                </a:lnTo>
                <a:close/>
                <a:lnTo>
                  <a:pt x="358573" y="1266146"/>
                </a:lnTo>
                <a:close/>
                <a:lnTo>
                  <a:pt x="363925" y="1259463"/>
                </a:lnTo>
                <a:close/>
                <a:lnTo>
                  <a:pt x="369277" y="1253116"/>
                </a:lnTo>
                <a:close/>
                <a:lnTo>
                  <a:pt x="374629" y="1246235"/>
                </a:lnTo>
                <a:close/>
                <a:lnTo>
                  <a:pt x="379981" y="1239300"/>
                </a:lnTo>
                <a:close/>
                <a:lnTo>
                  <a:pt x="385332" y="1232928"/>
                </a:lnTo>
                <a:close/>
                <a:lnTo>
                  <a:pt x="390684" y="1226314"/>
                </a:lnTo>
                <a:close/>
                <a:lnTo>
                  <a:pt x="396036" y="1219269"/>
                </a:lnTo>
                <a:close/>
                <a:lnTo>
                  <a:pt x="401388" y="1212695"/>
                </a:lnTo>
                <a:close/>
                <a:lnTo>
                  <a:pt x="406740" y="1206303"/>
                </a:lnTo>
                <a:close/>
                <a:lnTo>
                  <a:pt x="412092" y="1199340"/>
                </a:lnTo>
                <a:close/>
                <a:lnTo>
                  <a:pt x="417443" y="1192496"/>
                </a:lnTo>
                <a:close/>
                <a:lnTo>
                  <a:pt x="422795" y="1186156"/>
                </a:lnTo>
                <a:close/>
                <a:lnTo>
                  <a:pt x="428147" y="1179432"/>
                </a:lnTo>
                <a:close/>
                <a:lnTo>
                  <a:pt x="433499" y="1172409"/>
                </a:lnTo>
                <a:close/>
                <a:lnTo>
                  <a:pt x="438851" y="1165932"/>
                </a:lnTo>
                <a:close/>
                <a:lnTo>
                  <a:pt x="444203" y="1159466"/>
                </a:lnTo>
                <a:close/>
                <a:lnTo>
                  <a:pt x="449555" y="1152460"/>
                </a:lnTo>
                <a:close/>
                <a:lnTo>
                  <a:pt x="454906" y="1145646"/>
                </a:lnTo>
                <a:close/>
                <a:lnTo>
                  <a:pt x="460258" y="1139897"/>
                </a:lnTo>
                <a:close/>
                <a:lnTo>
                  <a:pt x="465610" y="1134596"/>
                </a:lnTo>
                <a:close/>
                <a:lnTo>
                  <a:pt x="470962" y="1129238"/>
                </a:lnTo>
                <a:close/>
                <a:lnTo>
                  <a:pt x="476314" y="1123886"/>
                </a:lnTo>
                <a:close/>
                <a:lnTo>
                  <a:pt x="481666" y="1118535"/>
                </a:lnTo>
                <a:close/>
                <a:lnTo>
                  <a:pt x="487017" y="1113183"/>
                </a:lnTo>
                <a:close/>
                <a:lnTo>
                  <a:pt x="492369" y="1107831"/>
                </a:lnTo>
                <a:close/>
                <a:lnTo>
                  <a:pt x="497721" y="1102479"/>
                </a:lnTo>
                <a:close/>
                <a:lnTo>
                  <a:pt x="503073" y="1097127"/>
                </a:lnTo>
                <a:close/>
                <a:lnTo>
                  <a:pt x="508425" y="1091775"/>
                </a:lnTo>
                <a:close/>
                <a:lnTo>
                  <a:pt x="513777" y="1086423"/>
                </a:lnTo>
                <a:close/>
                <a:lnTo>
                  <a:pt x="519128" y="1081072"/>
                </a:lnTo>
                <a:close/>
                <a:lnTo>
                  <a:pt x="524480" y="1075720"/>
                </a:lnTo>
                <a:close/>
                <a:lnTo>
                  <a:pt x="529832" y="1070368"/>
                </a:lnTo>
                <a:close/>
                <a:lnTo>
                  <a:pt x="535184" y="1065016"/>
                </a:lnTo>
                <a:close/>
                <a:lnTo>
                  <a:pt x="540536" y="1059664"/>
                </a:lnTo>
                <a:close/>
                <a:lnTo>
                  <a:pt x="545888" y="1054312"/>
                </a:lnTo>
                <a:close/>
                <a:lnTo>
                  <a:pt x="551239" y="1048961"/>
                </a:lnTo>
                <a:close/>
                <a:lnTo>
                  <a:pt x="556591" y="1043609"/>
                </a:lnTo>
                <a:close/>
                <a:lnTo>
                  <a:pt x="561943" y="1038257"/>
                </a:lnTo>
                <a:close/>
                <a:lnTo>
                  <a:pt x="567295" y="1032905"/>
                </a:lnTo>
                <a:close/>
                <a:lnTo>
                  <a:pt x="572647" y="1027553"/>
                </a:lnTo>
                <a:close/>
                <a:lnTo>
                  <a:pt x="577999" y="1022201"/>
                </a:lnTo>
                <a:close/>
                <a:lnTo>
                  <a:pt x="583351" y="1016849"/>
                </a:lnTo>
                <a:close/>
                <a:lnTo>
                  <a:pt x="588702" y="1011498"/>
                </a:lnTo>
                <a:close/>
                <a:lnTo>
                  <a:pt x="594054" y="1006146"/>
                </a:lnTo>
                <a:close/>
                <a:lnTo>
                  <a:pt x="599406" y="1000794"/>
                </a:lnTo>
                <a:close/>
                <a:lnTo>
                  <a:pt x="604758" y="995442"/>
                </a:lnTo>
                <a:close/>
                <a:lnTo>
                  <a:pt x="610110" y="990090"/>
                </a:lnTo>
                <a:close/>
                <a:lnTo>
                  <a:pt x="615462" y="984738"/>
                </a:lnTo>
                <a:close/>
                <a:lnTo>
                  <a:pt x="620813" y="979387"/>
                </a:lnTo>
                <a:close/>
                <a:lnTo>
                  <a:pt x="626165" y="974035"/>
                </a:lnTo>
                <a:close/>
                <a:lnTo>
                  <a:pt x="631517" y="968683"/>
                </a:lnTo>
                <a:close/>
                <a:lnTo>
                  <a:pt x="636869" y="963331"/>
                </a:lnTo>
                <a:close/>
                <a:lnTo>
                  <a:pt x="642221" y="957979"/>
                </a:lnTo>
                <a:close/>
                <a:lnTo>
                  <a:pt x="647573" y="952627"/>
                </a:lnTo>
                <a:close/>
                <a:lnTo>
                  <a:pt x="652924" y="947276"/>
                </a:lnTo>
                <a:close/>
                <a:lnTo>
                  <a:pt x="658276" y="941924"/>
                </a:lnTo>
                <a:close/>
                <a:lnTo>
                  <a:pt x="663628" y="936572"/>
                </a:lnTo>
                <a:close/>
                <a:lnTo>
                  <a:pt x="668980" y="931220"/>
                </a:lnTo>
                <a:close/>
                <a:lnTo>
                  <a:pt x="674332" y="925868"/>
                </a:lnTo>
                <a:close/>
                <a:lnTo>
                  <a:pt x="679684" y="920516"/>
                </a:lnTo>
                <a:close/>
                <a:lnTo>
                  <a:pt x="685035" y="915165"/>
                </a:lnTo>
                <a:close/>
                <a:lnTo>
                  <a:pt x="690387" y="909813"/>
                </a:lnTo>
                <a:close/>
                <a:lnTo>
                  <a:pt x="695739" y="904461"/>
                </a:lnTo>
                <a:close/>
                <a:lnTo>
                  <a:pt x="701091" y="899109"/>
                </a:lnTo>
                <a:close/>
                <a:lnTo>
                  <a:pt x="706443" y="893757"/>
                </a:lnTo>
                <a:close/>
                <a:lnTo>
                  <a:pt x="711795" y="888405"/>
                </a:lnTo>
                <a:close/>
                <a:lnTo>
                  <a:pt x="717146" y="883054"/>
                </a:lnTo>
                <a:close/>
                <a:lnTo>
                  <a:pt x="722498" y="877702"/>
                </a:lnTo>
                <a:close/>
                <a:lnTo>
                  <a:pt x="727850" y="872350"/>
                </a:lnTo>
                <a:close/>
                <a:lnTo>
                  <a:pt x="733202" y="866998"/>
                </a:lnTo>
                <a:close/>
                <a:lnTo>
                  <a:pt x="738554" y="861646"/>
                </a:lnTo>
                <a:close/>
                <a:lnTo>
                  <a:pt x="743906" y="856294"/>
                </a:lnTo>
                <a:close/>
                <a:lnTo>
                  <a:pt x="749258" y="850942"/>
                </a:lnTo>
                <a:close/>
                <a:lnTo>
                  <a:pt x="754609" y="845591"/>
                </a:lnTo>
                <a:close/>
                <a:lnTo>
                  <a:pt x="759961" y="840239"/>
                </a:lnTo>
                <a:close/>
                <a:lnTo>
                  <a:pt x="765313" y="834887"/>
                </a:lnTo>
                <a:close/>
                <a:lnTo>
                  <a:pt x="770665" y="829535"/>
                </a:lnTo>
                <a:close/>
                <a:lnTo>
                  <a:pt x="776017" y="824183"/>
                </a:lnTo>
                <a:close/>
                <a:lnTo>
                  <a:pt x="781369" y="818831"/>
                </a:lnTo>
                <a:close/>
                <a:lnTo>
                  <a:pt x="786720" y="813480"/>
                </a:lnTo>
                <a:close/>
                <a:lnTo>
                  <a:pt x="792072" y="808128"/>
                </a:lnTo>
                <a:close/>
                <a:lnTo>
                  <a:pt x="797424" y="802776"/>
                </a:lnTo>
                <a:close/>
                <a:lnTo>
                  <a:pt x="802776" y="797424"/>
                </a:lnTo>
                <a:close/>
                <a:lnTo>
                  <a:pt x="808128" y="792072"/>
                </a:lnTo>
                <a:close/>
                <a:lnTo>
                  <a:pt x="813480" y="786720"/>
                </a:lnTo>
                <a:close/>
                <a:lnTo>
                  <a:pt x="818831" y="781369"/>
                </a:lnTo>
                <a:close/>
                <a:lnTo>
                  <a:pt x="824183" y="776017"/>
                </a:lnTo>
                <a:close/>
                <a:lnTo>
                  <a:pt x="829535" y="770665"/>
                </a:lnTo>
                <a:close/>
                <a:lnTo>
                  <a:pt x="834887" y="765313"/>
                </a:lnTo>
                <a:close/>
                <a:lnTo>
                  <a:pt x="840239" y="759961"/>
                </a:lnTo>
                <a:close/>
                <a:lnTo>
                  <a:pt x="845591" y="754609"/>
                </a:lnTo>
                <a:close/>
                <a:lnTo>
                  <a:pt x="850942" y="749258"/>
                </a:lnTo>
                <a:close/>
                <a:lnTo>
                  <a:pt x="856294" y="743906"/>
                </a:lnTo>
                <a:close/>
                <a:lnTo>
                  <a:pt x="861646" y="738554"/>
                </a:lnTo>
                <a:close/>
                <a:lnTo>
                  <a:pt x="866998" y="733202"/>
                </a:lnTo>
                <a:close/>
                <a:lnTo>
                  <a:pt x="872350" y="727850"/>
                </a:lnTo>
                <a:close/>
                <a:lnTo>
                  <a:pt x="877702" y="722498"/>
                </a:lnTo>
                <a:close/>
                <a:lnTo>
                  <a:pt x="883054" y="717146"/>
                </a:lnTo>
                <a:close/>
                <a:lnTo>
                  <a:pt x="888405" y="711795"/>
                </a:lnTo>
                <a:close/>
                <a:lnTo>
                  <a:pt x="893757" y="706443"/>
                </a:lnTo>
                <a:close/>
                <a:lnTo>
                  <a:pt x="899109" y="701091"/>
                </a:lnTo>
                <a:close/>
                <a:lnTo>
                  <a:pt x="904461" y="695739"/>
                </a:lnTo>
                <a:close/>
                <a:lnTo>
                  <a:pt x="909813" y="690387"/>
                </a:lnTo>
                <a:close/>
                <a:lnTo>
                  <a:pt x="915165" y="685035"/>
                </a:lnTo>
                <a:close/>
                <a:lnTo>
                  <a:pt x="920516" y="679684"/>
                </a:lnTo>
                <a:close/>
                <a:lnTo>
                  <a:pt x="925868" y="674332"/>
                </a:lnTo>
                <a:close/>
                <a:lnTo>
                  <a:pt x="931220" y="668980"/>
                </a:lnTo>
                <a:close/>
                <a:lnTo>
                  <a:pt x="936572" y="663628"/>
                </a:lnTo>
                <a:close/>
                <a:lnTo>
                  <a:pt x="941924" y="658276"/>
                </a:lnTo>
                <a:close/>
                <a:lnTo>
                  <a:pt x="947276" y="652924"/>
                </a:lnTo>
                <a:close/>
                <a:lnTo>
                  <a:pt x="952627" y="647573"/>
                </a:lnTo>
                <a:close/>
                <a:lnTo>
                  <a:pt x="957979" y="642221"/>
                </a:lnTo>
                <a:close/>
                <a:lnTo>
                  <a:pt x="963331" y="636869"/>
                </a:lnTo>
                <a:close/>
                <a:lnTo>
                  <a:pt x="968683" y="631517"/>
                </a:lnTo>
                <a:close/>
                <a:lnTo>
                  <a:pt x="974035" y="626165"/>
                </a:lnTo>
                <a:close/>
                <a:lnTo>
                  <a:pt x="979387" y="620813"/>
                </a:lnTo>
                <a:close/>
                <a:lnTo>
                  <a:pt x="984738" y="615462"/>
                </a:lnTo>
                <a:close/>
                <a:lnTo>
                  <a:pt x="990090" y="610110"/>
                </a:lnTo>
                <a:close/>
                <a:lnTo>
                  <a:pt x="995442" y="604758"/>
                </a:lnTo>
                <a:close/>
                <a:lnTo>
                  <a:pt x="1000794" y="599406"/>
                </a:lnTo>
                <a:close/>
                <a:lnTo>
                  <a:pt x="1006146" y="594054"/>
                </a:lnTo>
                <a:close/>
                <a:lnTo>
                  <a:pt x="1011498" y="588702"/>
                </a:lnTo>
                <a:close/>
                <a:lnTo>
                  <a:pt x="1016849" y="583351"/>
                </a:lnTo>
                <a:close/>
                <a:lnTo>
                  <a:pt x="1022201" y="577999"/>
                </a:lnTo>
                <a:close/>
                <a:lnTo>
                  <a:pt x="1027553" y="572647"/>
                </a:lnTo>
                <a:close/>
                <a:lnTo>
                  <a:pt x="1032905" y="567295"/>
                </a:lnTo>
                <a:close/>
                <a:lnTo>
                  <a:pt x="1038257" y="561943"/>
                </a:lnTo>
                <a:close/>
                <a:lnTo>
                  <a:pt x="1043609" y="556591"/>
                </a:lnTo>
                <a:close/>
                <a:lnTo>
                  <a:pt x="1048961" y="551239"/>
                </a:lnTo>
                <a:close/>
                <a:lnTo>
                  <a:pt x="1054312" y="545888"/>
                </a:lnTo>
                <a:close/>
                <a:lnTo>
                  <a:pt x="1059664" y="540536"/>
                </a:lnTo>
                <a:close/>
                <a:lnTo>
                  <a:pt x="1065016" y="535184"/>
                </a:lnTo>
                <a:close/>
                <a:lnTo>
                  <a:pt x="1070368" y="529832"/>
                </a:lnTo>
                <a:close/>
                <a:lnTo>
                  <a:pt x="1075720" y="524480"/>
                </a:lnTo>
                <a:close/>
                <a:lnTo>
                  <a:pt x="1081072" y="519128"/>
                </a:lnTo>
                <a:close/>
                <a:lnTo>
                  <a:pt x="1086423" y="513777"/>
                </a:lnTo>
                <a:close/>
                <a:lnTo>
                  <a:pt x="1091775" y="508425"/>
                </a:lnTo>
                <a:close/>
                <a:lnTo>
                  <a:pt x="1097127" y="503073"/>
                </a:lnTo>
                <a:close/>
                <a:lnTo>
                  <a:pt x="1102479" y="497721"/>
                </a:lnTo>
                <a:close/>
                <a:lnTo>
                  <a:pt x="1107831" y="492369"/>
                </a:lnTo>
                <a:close/>
                <a:lnTo>
                  <a:pt x="1113183" y="487017"/>
                </a:lnTo>
                <a:close/>
                <a:lnTo>
                  <a:pt x="1118534" y="481666"/>
                </a:lnTo>
                <a:close/>
                <a:lnTo>
                  <a:pt x="1123886" y="476314"/>
                </a:lnTo>
                <a:close/>
                <a:lnTo>
                  <a:pt x="1129238" y="470962"/>
                </a:lnTo>
                <a:close/>
                <a:lnTo>
                  <a:pt x="1134590" y="465610"/>
                </a:lnTo>
                <a:close/>
                <a:lnTo>
                  <a:pt x="1139942" y="460258"/>
                </a:lnTo>
                <a:close/>
                <a:lnTo>
                  <a:pt x="1145294" y="454906"/>
                </a:lnTo>
                <a:close/>
                <a:lnTo>
                  <a:pt x="1150645" y="449555"/>
                </a:lnTo>
                <a:close/>
                <a:lnTo>
                  <a:pt x="1155997" y="444203"/>
                </a:lnTo>
                <a:close/>
                <a:lnTo>
                  <a:pt x="1161349" y="438851"/>
                </a:lnTo>
                <a:close/>
                <a:lnTo>
                  <a:pt x="1166701" y="433499"/>
                </a:lnTo>
                <a:close/>
                <a:lnTo>
                  <a:pt x="1172053" y="428147"/>
                </a:lnTo>
                <a:close/>
                <a:lnTo>
                  <a:pt x="1177405" y="422795"/>
                </a:lnTo>
                <a:close/>
                <a:lnTo>
                  <a:pt x="1182757" y="417443"/>
                </a:lnTo>
                <a:close/>
                <a:lnTo>
                  <a:pt x="1188108" y="412092"/>
                </a:lnTo>
                <a:close/>
                <a:lnTo>
                  <a:pt x="1193460" y="406740"/>
                </a:lnTo>
                <a:close/>
                <a:lnTo>
                  <a:pt x="1198812" y="401388"/>
                </a:lnTo>
                <a:close/>
                <a:lnTo>
                  <a:pt x="1204164" y="396036"/>
                </a:lnTo>
                <a:close/>
                <a:lnTo>
                  <a:pt x="1209516" y="390684"/>
                </a:lnTo>
                <a:close/>
                <a:lnTo>
                  <a:pt x="1214868" y="385332"/>
                </a:lnTo>
                <a:close/>
                <a:lnTo>
                  <a:pt x="1220219" y="379981"/>
                </a:lnTo>
                <a:close/>
                <a:lnTo>
                  <a:pt x="1225571" y="374629"/>
                </a:lnTo>
                <a:close/>
                <a:lnTo>
                  <a:pt x="1230923" y="369277"/>
                </a:lnTo>
                <a:close/>
                <a:lnTo>
                  <a:pt x="1236275" y="363925"/>
                </a:lnTo>
                <a:close/>
                <a:lnTo>
                  <a:pt x="1241627" y="358573"/>
                </a:lnTo>
                <a:close/>
                <a:lnTo>
                  <a:pt x="1246979" y="353221"/>
                </a:lnTo>
                <a:close/>
                <a:lnTo>
                  <a:pt x="1252330" y="347870"/>
                </a:lnTo>
                <a:close/>
                <a:lnTo>
                  <a:pt x="1257682" y="342518"/>
                </a:lnTo>
                <a:close/>
                <a:lnTo>
                  <a:pt x="1263034" y="337166"/>
                </a:lnTo>
                <a:close/>
                <a:lnTo>
                  <a:pt x="1268386" y="331814"/>
                </a:lnTo>
                <a:close/>
                <a:lnTo>
                  <a:pt x="1273738" y="326462"/>
                </a:lnTo>
                <a:close/>
                <a:lnTo>
                  <a:pt x="1279090" y="321110"/>
                </a:lnTo>
                <a:close/>
                <a:lnTo>
                  <a:pt x="1284441" y="315759"/>
                </a:lnTo>
                <a:close/>
                <a:lnTo>
                  <a:pt x="1289793" y="310407"/>
                </a:lnTo>
                <a:close/>
                <a:lnTo>
                  <a:pt x="1295145" y="305055"/>
                </a:lnTo>
                <a:close/>
                <a:lnTo>
                  <a:pt x="1300497" y="299703"/>
                </a:lnTo>
                <a:close/>
                <a:lnTo>
                  <a:pt x="1305849" y="294351"/>
                </a:lnTo>
                <a:close/>
                <a:lnTo>
                  <a:pt x="1311201" y="288999"/>
                </a:lnTo>
                <a:close/>
                <a:lnTo>
                  <a:pt x="1316553" y="283647"/>
                </a:lnTo>
                <a:close/>
                <a:lnTo>
                  <a:pt x="1321904" y="278296"/>
                </a:lnTo>
                <a:close/>
                <a:lnTo>
                  <a:pt x="1327256" y="272944"/>
                </a:lnTo>
                <a:close/>
                <a:lnTo>
                  <a:pt x="1332608" y="267592"/>
                </a:lnTo>
                <a:close/>
                <a:lnTo>
                  <a:pt x="1337960" y="262240"/>
                </a:lnTo>
                <a:close/>
                <a:lnTo>
                  <a:pt x="1343312" y="256888"/>
                </a:lnTo>
                <a:close/>
                <a:lnTo>
                  <a:pt x="1348664" y="251536"/>
                </a:lnTo>
                <a:close/>
                <a:lnTo>
                  <a:pt x="1354015" y="246185"/>
                </a:lnTo>
                <a:close/>
                <a:lnTo>
                  <a:pt x="1359367" y="240833"/>
                </a:lnTo>
                <a:close/>
                <a:lnTo>
                  <a:pt x="1364719" y="235481"/>
                </a:lnTo>
                <a:close/>
                <a:lnTo>
                  <a:pt x="1370071" y="230129"/>
                </a:lnTo>
                <a:close/>
                <a:lnTo>
                  <a:pt x="1375423" y="224777"/>
                </a:lnTo>
                <a:close/>
                <a:lnTo>
                  <a:pt x="1380775" y="219425"/>
                </a:lnTo>
                <a:close/>
                <a:lnTo>
                  <a:pt x="1386126" y="214074"/>
                </a:lnTo>
                <a:close/>
                <a:lnTo>
                  <a:pt x="1391478" y="208722"/>
                </a:lnTo>
                <a:close/>
                <a:lnTo>
                  <a:pt x="1396830" y="203370"/>
                </a:lnTo>
                <a:close/>
                <a:lnTo>
                  <a:pt x="1402182" y="198018"/>
                </a:lnTo>
                <a:close/>
                <a:lnTo>
                  <a:pt x="1407534" y="192666"/>
                </a:lnTo>
                <a:close/>
                <a:lnTo>
                  <a:pt x="1412886" y="187314"/>
                </a:lnTo>
                <a:close/>
                <a:lnTo>
                  <a:pt x="1418237" y="181963"/>
                </a:lnTo>
                <a:close/>
                <a:lnTo>
                  <a:pt x="1423589" y="176611"/>
                </a:lnTo>
                <a:close/>
                <a:lnTo>
                  <a:pt x="1428941" y="171259"/>
                </a:lnTo>
                <a:close/>
                <a:lnTo>
                  <a:pt x="1434293" y="165907"/>
                </a:lnTo>
                <a:close/>
                <a:lnTo>
                  <a:pt x="1439645" y="160555"/>
                </a:lnTo>
                <a:close/>
                <a:lnTo>
                  <a:pt x="1444997" y="155203"/>
                </a:lnTo>
                <a:close/>
                <a:lnTo>
                  <a:pt x="1450348" y="149852"/>
                </a:lnTo>
                <a:close/>
                <a:lnTo>
                  <a:pt x="1455700" y="144500"/>
                </a:lnTo>
                <a:close/>
                <a:lnTo>
                  <a:pt x="1461052" y="139148"/>
                </a:lnTo>
                <a:close/>
                <a:lnTo>
                  <a:pt x="1466404" y="133796"/>
                </a:lnTo>
                <a:close/>
                <a:lnTo>
                  <a:pt x="1471756" y="128444"/>
                </a:lnTo>
                <a:close/>
                <a:lnTo>
                  <a:pt x="1477108" y="123092"/>
                </a:lnTo>
                <a:close/>
                <a:lnTo>
                  <a:pt x="1482460" y="117740"/>
                </a:lnTo>
                <a:close/>
                <a:lnTo>
                  <a:pt x="1487811" y="112389"/>
                </a:lnTo>
                <a:close/>
                <a:lnTo>
                  <a:pt x="1493163" y="107037"/>
                </a:lnTo>
                <a:close/>
                <a:lnTo>
                  <a:pt x="1498515" y="101685"/>
                </a:lnTo>
                <a:close/>
                <a:lnTo>
                  <a:pt x="1503867" y="96333"/>
                </a:lnTo>
                <a:close/>
                <a:lnTo>
                  <a:pt x="1509219" y="90981"/>
                </a:lnTo>
                <a:close/>
                <a:lnTo>
                  <a:pt x="1514571" y="85629"/>
                </a:lnTo>
                <a:close/>
                <a:lnTo>
                  <a:pt x="1519922" y="80278"/>
                </a:lnTo>
                <a:close/>
                <a:lnTo>
                  <a:pt x="1525274" y="74926"/>
                </a:lnTo>
                <a:close/>
                <a:lnTo>
                  <a:pt x="1530626" y="69574"/>
                </a:lnTo>
                <a:close/>
                <a:lnTo>
                  <a:pt x="1535978" y="64222"/>
                </a:lnTo>
                <a:close/>
                <a:lnTo>
                  <a:pt x="1541330" y="58870"/>
                </a:lnTo>
                <a:close/>
                <a:lnTo>
                  <a:pt x="1546682" y="53518"/>
                </a:lnTo>
                <a:close/>
                <a:lnTo>
                  <a:pt x="1552033" y="48167"/>
                </a:lnTo>
                <a:close/>
                <a:lnTo>
                  <a:pt x="1557385" y="42815"/>
                </a:lnTo>
                <a:close/>
                <a:lnTo>
                  <a:pt x="1562737" y="37463"/>
                </a:lnTo>
                <a:close/>
                <a:lnTo>
                  <a:pt x="1568089" y="32111"/>
                </a:lnTo>
                <a:close/>
                <a:lnTo>
                  <a:pt x="1573441" y="26759"/>
                </a:lnTo>
                <a:close/>
                <a:lnTo>
                  <a:pt x="1578793" y="21407"/>
                </a:lnTo>
                <a:close/>
                <a:lnTo>
                  <a:pt x="1584144" y="16056"/>
                </a:lnTo>
                <a:close/>
                <a:lnTo>
                  <a:pt x="1589496" y="10704"/>
                </a:lnTo>
                <a:close/>
                <a:lnTo>
                  <a:pt x="1594848" y="5352"/>
                </a:lnTo>
                <a:close/>
                <a:lnTo>
                  <a:pt x="1600200" y="0"/>
                </a:lnTo>
                <a:close/>
              </a:path>
            </a:pathLst>
          </a:custGeom>
          <a:ln w="317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V="1">
            <a:off x="5943600.0" y="834390.0"/>
            <a:ext cx="0.0" cy="173736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572000.0" y="834390.0"/>
            <a:ext cx="1371600.0" cy="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892800" y="783590"/>
            <a:ext cx="101600" cy="10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486400.0" y="2571750.0"/>
            <a:ext cx="411480.0" cy="0.0"/>
          </a:xfrm>
          <a:prstGeom prst="line">
            <a:avLst/>
          </a:prstGeom>
          <a:ln w="15240">
            <a:solidFill>
              <a:srgbClr val="B4B4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5989320.0" y="2571750.0"/>
            <a:ext cx="365760.0" cy="0.0"/>
          </a:xfrm>
          <a:prstGeom prst="line">
            <a:avLst/>
          </a:prstGeom>
          <a:ln w="15240">
            <a:solidFill>
              <a:srgbClr val="B4B4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reeform 9"/>
          <p:cNvSpPr/>
          <p:nvPr/>
        </p:nvSpPr>
        <p:spPr>
          <a:xfrm>
            <a:off x="5394960" y="1227582"/>
            <a:ext cx="544068" cy="544068"/>
          </a:xfrm>
          <a:custGeom>
            <a:avLst/>
            <a:gdLst/>
            <a:ahLst/>
            <a:cxnLst/>
            <a:rect l="l" t="t" r="r" b="b"/>
            <a:pathLst>
              <a:path w="544068" h="544068">
                <a:moveTo>
                  <a:pt x="0" y="544068"/>
                </a:moveTo>
                <a:lnTo>
                  <a:pt x="5496" y="538572"/>
                </a:lnTo>
                <a:close/>
                <a:lnTo>
                  <a:pt x="10991" y="533077"/>
                </a:lnTo>
                <a:close/>
                <a:lnTo>
                  <a:pt x="16487" y="527581"/>
                </a:lnTo>
                <a:close/>
                <a:lnTo>
                  <a:pt x="21983" y="522085"/>
                </a:lnTo>
                <a:close/>
                <a:lnTo>
                  <a:pt x="27478" y="516590"/>
                </a:lnTo>
                <a:close/>
                <a:lnTo>
                  <a:pt x="32974" y="511094"/>
                </a:lnTo>
                <a:close/>
                <a:lnTo>
                  <a:pt x="38469" y="505599"/>
                </a:lnTo>
                <a:close/>
                <a:lnTo>
                  <a:pt x="43965" y="500103"/>
                </a:lnTo>
                <a:close/>
                <a:lnTo>
                  <a:pt x="49461" y="494607"/>
                </a:lnTo>
                <a:close/>
                <a:lnTo>
                  <a:pt x="54956" y="489112"/>
                </a:lnTo>
                <a:close/>
                <a:lnTo>
                  <a:pt x="60452" y="483616"/>
                </a:lnTo>
                <a:close/>
                <a:lnTo>
                  <a:pt x="65948" y="478120"/>
                </a:lnTo>
                <a:close/>
                <a:lnTo>
                  <a:pt x="71443" y="472625"/>
                </a:lnTo>
                <a:close/>
                <a:lnTo>
                  <a:pt x="76939" y="467129"/>
                </a:lnTo>
                <a:close/>
                <a:lnTo>
                  <a:pt x="82435" y="461633"/>
                </a:lnTo>
                <a:close/>
                <a:lnTo>
                  <a:pt x="87930" y="456138"/>
                </a:lnTo>
                <a:close/>
                <a:lnTo>
                  <a:pt x="93426" y="450642"/>
                </a:lnTo>
                <a:close/>
                <a:lnTo>
                  <a:pt x="98921" y="445147"/>
                </a:lnTo>
                <a:close/>
                <a:lnTo>
                  <a:pt x="104417" y="439651"/>
                </a:lnTo>
                <a:close/>
                <a:lnTo>
                  <a:pt x="109913" y="434155"/>
                </a:lnTo>
                <a:close/>
                <a:lnTo>
                  <a:pt x="115408" y="428660"/>
                </a:lnTo>
                <a:close/>
                <a:lnTo>
                  <a:pt x="120904" y="423164"/>
                </a:lnTo>
                <a:close/>
                <a:lnTo>
                  <a:pt x="126400" y="417668"/>
                </a:lnTo>
                <a:close/>
                <a:lnTo>
                  <a:pt x="131895" y="412173"/>
                </a:lnTo>
                <a:close/>
                <a:lnTo>
                  <a:pt x="137391" y="406677"/>
                </a:lnTo>
                <a:close/>
                <a:lnTo>
                  <a:pt x="142887" y="401181"/>
                </a:lnTo>
                <a:close/>
                <a:lnTo>
                  <a:pt x="148382" y="395686"/>
                </a:lnTo>
                <a:close/>
                <a:lnTo>
                  <a:pt x="153878" y="390190"/>
                </a:lnTo>
                <a:close/>
                <a:lnTo>
                  <a:pt x="159373" y="384695"/>
                </a:lnTo>
                <a:close/>
                <a:lnTo>
                  <a:pt x="164869" y="379199"/>
                </a:lnTo>
                <a:close/>
                <a:lnTo>
                  <a:pt x="170365" y="373703"/>
                </a:lnTo>
                <a:close/>
                <a:lnTo>
                  <a:pt x="175860" y="368208"/>
                </a:lnTo>
                <a:close/>
                <a:lnTo>
                  <a:pt x="181356" y="362712"/>
                </a:lnTo>
                <a:close/>
                <a:lnTo>
                  <a:pt x="186852" y="357216"/>
                </a:lnTo>
                <a:close/>
                <a:lnTo>
                  <a:pt x="192347" y="351721"/>
                </a:lnTo>
                <a:close/>
                <a:lnTo>
                  <a:pt x="197843" y="346225"/>
                </a:lnTo>
                <a:close/>
                <a:lnTo>
                  <a:pt x="203339" y="340729"/>
                </a:lnTo>
                <a:close/>
                <a:lnTo>
                  <a:pt x="208834" y="335234"/>
                </a:lnTo>
                <a:close/>
                <a:lnTo>
                  <a:pt x="214330" y="329738"/>
                </a:lnTo>
                <a:close/>
                <a:lnTo>
                  <a:pt x="219825" y="324243"/>
                </a:lnTo>
                <a:close/>
                <a:lnTo>
                  <a:pt x="225321" y="318747"/>
                </a:lnTo>
                <a:close/>
                <a:lnTo>
                  <a:pt x="230817" y="313251"/>
                </a:lnTo>
                <a:close/>
                <a:lnTo>
                  <a:pt x="236312" y="307756"/>
                </a:lnTo>
                <a:close/>
                <a:lnTo>
                  <a:pt x="241808" y="302260"/>
                </a:lnTo>
                <a:close/>
                <a:lnTo>
                  <a:pt x="247304" y="296764"/>
                </a:lnTo>
                <a:close/>
                <a:lnTo>
                  <a:pt x="252799" y="291269"/>
                </a:lnTo>
                <a:close/>
                <a:lnTo>
                  <a:pt x="258295" y="285773"/>
                </a:lnTo>
                <a:close/>
                <a:lnTo>
                  <a:pt x="263791" y="280277"/>
                </a:lnTo>
                <a:close/>
                <a:lnTo>
                  <a:pt x="269286" y="274782"/>
                </a:lnTo>
                <a:close/>
                <a:lnTo>
                  <a:pt x="274782" y="269286"/>
                </a:lnTo>
                <a:close/>
                <a:lnTo>
                  <a:pt x="280277" y="263791"/>
                </a:lnTo>
                <a:close/>
                <a:lnTo>
                  <a:pt x="285773" y="258295"/>
                </a:lnTo>
                <a:close/>
                <a:lnTo>
                  <a:pt x="291269" y="252799"/>
                </a:lnTo>
                <a:close/>
                <a:lnTo>
                  <a:pt x="296764" y="247304"/>
                </a:lnTo>
                <a:close/>
                <a:lnTo>
                  <a:pt x="302260" y="241808"/>
                </a:lnTo>
                <a:close/>
                <a:lnTo>
                  <a:pt x="307756" y="236312"/>
                </a:lnTo>
                <a:close/>
                <a:lnTo>
                  <a:pt x="313251" y="230817"/>
                </a:lnTo>
                <a:close/>
                <a:lnTo>
                  <a:pt x="318747" y="225321"/>
                </a:lnTo>
                <a:close/>
                <a:lnTo>
                  <a:pt x="324243" y="219825"/>
                </a:lnTo>
                <a:close/>
                <a:lnTo>
                  <a:pt x="329738" y="214330"/>
                </a:lnTo>
                <a:close/>
                <a:lnTo>
                  <a:pt x="335234" y="208834"/>
                </a:lnTo>
                <a:close/>
                <a:lnTo>
                  <a:pt x="340729" y="203339"/>
                </a:lnTo>
                <a:close/>
                <a:lnTo>
                  <a:pt x="346225" y="197843"/>
                </a:lnTo>
                <a:close/>
                <a:lnTo>
                  <a:pt x="351721" y="192347"/>
                </a:lnTo>
                <a:close/>
                <a:lnTo>
                  <a:pt x="357216" y="186852"/>
                </a:lnTo>
                <a:close/>
                <a:lnTo>
                  <a:pt x="362712" y="181356"/>
                </a:lnTo>
                <a:close/>
                <a:lnTo>
                  <a:pt x="368208" y="175860"/>
                </a:lnTo>
                <a:close/>
                <a:lnTo>
                  <a:pt x="373703" y="170365"/>
                </a:lnTo>
                <a:close/>
                <a:lnTo>
                  <a:pt x="379199" y="164869"/>
                </a:lnTo>
                <a:close/>
                <a:lnTo>
                  <a:pt x="384695" y="159373"/>
                </a:lnTo>
                <a:close/>
                <a:lnTo>
                  <a:pt x="390190" y="153878"/>
                </a:lnTo>
                <a:close/>
                <a:lnTo>
                  <a:pt x="395686" y="148382"/>
                </a:lnTo>
                <a:close/>
                <a:lnTo>
                  <a:pt x="401181" y="142887"/>
                </a:lnTo>
                <a:close/>
                <a:lnTo>
                  <a:pt x="406677" y="137391"/>
                </a:lnTo>
                <a:close/>
                <a:lnTo>
                  <a:pt x="412173" y="131895"/>
                </a:lnTo>
                <a:close/>
                <a:lnTo>
                  <a:pt x="417668" y="126400"/>
                </a:lnTo>
                <a:close/>
                <a:lnTo>
                  <a:pt x="423164" y="120904"/>
                </a:lnTo>
                <a:close/>
                <a:lnTo>
                  <a:pt x="428660" y="115408"/>
                </a:lnTo>
                <a:close/>
                <a:lnTo>
                  <a:pt x="434155" y="109913"/>
                </a:lnTo>
                <a:close/>
                <a:lnTo>
                  <a:pt x="439651" y="104417"/>
                </a:lnTo>
                <a:close/>
                <a:lnTo>
                  <a:pt x="445147" y="98921"/>
                </a:lnTo>
                <a:close/>
                <a:lnTo>
                  <a:pt x="450642" y="93426"/>
                </a:lnTo>
                <a:close/>
                <a:lnTo>
                  <a:pt x="456138" y="87930"/>
                </a:lnTo>
                <a:close/>
                <a:lnTo>
                  <a:pt x="461633" y="82435"/>
                </a:lnTo>
                <a:close/>
                <a:lnTo>
                  <a:pt x="467129" y="76939"/>
                </a:lnTo>
                <a:close/>
                <a:lnTo>
                  <a:pt x="472625" y="71443"/>
                </a:lnTo>
                <a:close/>
                <a:lnTo>
                  <a:pt x="478120" y="65948"/>
                </a:lnTo>
                <a:close/>
                <a:lnTo>
                  <a:pt x="483616" y="60452"/>
                </a:lnTo>
                <a:close/>
                <a:lnTo>
                  <a:pt x="489112" y="54956"/>
                </a:lnTo>
                <a:close/>
                <a:lnTo>
                  <a:pt x="494607" y="49461"/>
                </a:lnTo>
                <a:close/>
                <a:lnTo>
                  <a:pt x="500103" y="43965"/>
                </a:lnTo>
                <a:close/>
                <a:lnTo>
                  <a:pt x="505599" y="38469"/>
                </a:lnTo>
                <a:close/>
                <a:lnTo>
                  <a:pt x="511094" y="32974"/>
                </a:lnTo>
                <a:close/>
                <a:lnTo>
                  <a:pt x="516590" y="27478"/>
                </a:lnTo>
                <a:close/>
                <a:lnTo>
                  <a:pt x="522085" y="21983"/>
                </a:lnTo>
                <a:close/>
                <a:lnTo>
                  <a:pt x="527581" y="16487"/>
                </a:lnTo>
                <a:close/>
                <a:lnTo>
                  <a:pt x="533077" y="10991"/>
                </a:lnTo>
                <a:close/>
                <a:lnTo>
                  <a:pt x="538572" y="5496"/>
                </a:lnTo>
                <a:close/>
                <a:lnTo>
                  <a:pt x="544068" y="0"/>
                </a:lnTo>
                <a:close/>
              </a:path>
            </a:pathLst>
          </a:custGeom>
          <a:ln w="1905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5948172" y="1040130"/>
            <a:ext cx="178308" cy="178308"/>
          </a:xfrm>
          <a:custGeom>
            <a:avLst/>
            <a:gdLst/>
            <a:ahLst/>
            <a:cxnLst/>
            <a:rect l="l" t="t" r="r" b="b"/>
            <a:pathLst>
              <a:path w="178308" h="178308">
                <a:moveTo>
                  <a:pt x="178308" y="0"/>
                </a:moveTo>
                <a:lnTo>
                  <a:pt x="176507" y="1801"/>
                </a:lnTo>
                <a:close/>
                <a:lnTo>
                  <a:pt x="174706" y="3602"/>
                </a:lnTo>
                <a:close/>
                <a:lnTo>
                  <a:pt x="172905" y="5403"/>
                </a:lnTo>
                <a:close/>
                <a:lnTo>
                  <a:pt x="171104" y="7204"/>
                </a:lnTo>
                <a:close/>
                <a:lnTo>
                  <a:pt x="169303" y="9005"/>
                </a:lnTo>
                <a:close/>
                <a:lnTo>
                  <a:pt x="167501" y="10807"/>
                </a:lnTo>
                <a:close/>
                <a:lnTo>
                  <a:pt x="165700" y="12608"/>
                </a:lnTo>
                <a:close/>
                <a:lnTo>
                  <a:pt x="163899" y="14409"/>
                </a:lnTo>
                <a:close/>
                <a:lnTo>
                  <a:pt x="162098" y="16210"/>
                </a:lnTo>
                <a:close/>
                <a:lnTo>
                  <a:pt x="160297" y="18011"/>
                </a:lnTo>
                <a:close/>
                <a:lnTo>
                  <a:pt x="158496" y="19812"/>
                </a:lnTo>
                <a:close/>
                <a:lnTo>
                  <a:pt x="156695" y="21613"/>
                </a:lnTo>
                <a:close/>
                <a:lnTo>
                  <a:pt x="154894" y="23414"/>
                </a:lnTo>
                <a:close/>
                <a:lnTo>
                  <a:pt x="153093" y="25215"/>
                </a:lnTo>
                <a:close/>
                <a:lnTo>
                  <a:pt x="151292" y="27016"/>
                </a:lnTo>
                <a:close/>
                <a:lnTo>
                  <a:pt x="149491" y="28817"/>
                </a:lnTo>
                <a:close/>
                <a:lnTo>
                  <a:pt x="147689" y="30619"/>
                </a:lnTo>
                <a:close/>
                <a:lnTo>
                  <a:pt x="145888" y="32420"/>
                </a:lnTo>
                <a:close/>
                <a:lnTo>
                  <a:pt x="144087" y="34221"/>
                </a:lnTo>
                <a:close/>
                <a:lnTo>
                  <a:pt x="142286" y="36022"/>
                </a:lnTo>
                <a:close/>
                <a:lnTo>
                  <a:pt x="140485" y="37823"/>
                </a:lnTo>
                <a:close/>
                <a:lnTo>
                  <a:pt x="138684" y="39624"/>
                </a:lnTo>
                <a:close/>
                <a:lnTo>
                  <a:pt x="136883" y="41425"/>
                </a:lnTo>
                <a:close/>
                <a:lnTo>
                  <a:pt x="135082" y="43226"/>
                </a:lnTo>
                <a:close/>
                <a:lnTo>
                  <a:pt x="133281" y="45027"/>
                </a:lnTo>
                <a:close/>
                <a:lnTo>
                  <a:pt x="131480" y="46828"/>
                </a:lnTo>
                <a:close/>
                <a:lnTo>
                  <a:pt x="129679" y="48629"/>
                </a:lnTo>
                <a:close/>
                <a:lnTo>
                  <a:pt x="127877" y="50431"/>
                </a:lnTo>
                <a:close/>
                <a:lnTo>
                  <a:pt x="126076" y="52232"/>
                </a:lnTo>
                <a:close/>
                <a:lnTo>
                  <a:pt x="124275" y="54033"/>
                </a:lnTo>
                <a:close/>
                <a:lnTo>
                  <a:pt x="122474" y="55834"/>
                </a:lnTo>
                <a:close/>
                <a:lnTo>
                  <a:pt x="120673" y="57635"/>
                </a:lnTo>
                <a:close/>
                <a:lnTo>
                  <a:pt x="118872" y="59436"/>
                </a:lnTo>
                <a:close/>
                <a:lnTo>
                  <a:pt x="117071" y="61237"/>
                </a:lnTo>
                <a:close/>
                <a:lnTo>
                  <a:pt x="115270" y="63038"/>
                </a:lnTo>
                <a:close/>
                <a:lnTo>
                  <a:pt x="113469" y="64839"/>
                </a:lnTo>
                <a:close/>
                <a:lnTo>
                  <a:pt x="111668" y="66640"/>
                </a:lnTo>
                <a:close/>
                <a:lnTo>
                  <a:pt x="109867" y="68441"/>
                </a:lnTo>
                <a:close/>
                <a:lnTo>
                  <a:pt x="108065" y="70243"/>
                </a:lnTo>
                <a:close/>
                <a:lnTo>
                  <a:pt x="106264" y="72044"/>
                </a:lnTo>
                <a:close/>
                <a:lnTo>
                  <a:pt x="104463" y="73845"/>
                </a:lnTo>
                <a:close/>
                <a:lnTo>
                  <a:pt x="102662" y="75646"/>
                </a:lnTo>
                <a:close/>
                <a:lnTo>
                  <a:pt x="100861" y="77447"/>
                </a:lnTo>
                <a:close/>
                <a:lnTo>
                  <a:pt x="99060" y="79248"/>
                </a:lnTo>
                <a:close/>
                <a:lnTo>
                  <a:pt x="97259" y="81049"/>
                </a:lnTo>
                <a:close/>
                <a:lnTo>
                  <a:pt x="95458" y="82850"/>
                </a:lnTo>
                <a:close/>
                <a:lnTo>
                  <a:pt x="93657" y="84651"/>
                </a:lnTo>
                <a:close/>
                <a:lnTo>
                  <a:pt x="91856" y="86452"/>
                </a:lnTo>
                <a:close/>
                <a:lnTo>
                  <a:pt x="90055" y="88253"/>
                </a:lnTo>
                <a:close/>
                <a:lnTo>
                  <a:pt x="88253" y="90055"/>
                </a:lnTo>
                <a:close/>
                <a:lnTo>
                  <a:pt x="86452" y="91856"/>
                </a:lnTo>
                <a:close/>
                <a:lnTo>
                  <a:pt x="84651" y="93657"/>
                </a:lnTo>
                <a:close/>
                <a:lnTo>
                  <a:pt x="82850" y="95458"/>
                </a:lnTo>
                <a:close/>
                <a:lnTo>
                  <a:pt x="81049" y="97259"/>
                </a:lnTo>
                <a:close/>
                <a:lnTo>
                  <a:pt x="79248" y="99060"/>
                </a:lnTo>
                <a:close/>
                <a:lnTo>
                  <a:pt x="77447" y="100861"/>
                </a:lnTo>
                <a:close/>
                <a:lnTo>
                  <a:pt x="75646" y="102662"/>
                </a:lnTo>
                <a:close/>
                <a:lnTo>
                  <a:pt x="73845" y="104463"/>
                </a:lnTo>
                <a:close/>
                <a:lnTo>
                  <a:pt x="72044" y="106264"/>
                </a:lnTo>
                <a:close/>
                <a:lnTo>
                  <a:pt x="70243" y="108065"/>
                </a:lnTo>
                <a:close/>
                <a:lnTo>
                  <a:pt x="68441" y="109867"/>
                </a:lnTo>
                <a:close/>
                <a:lnTo>
                  <a:pt x="66640" y="111668"/>
                </a:lnTo>
                <a:close/>
                <a:lnTo>
                  <a:pt x="64839" y="113469"/>
                </a:lnTo>
                <a:close/>
                <a:lnTo>
                  <a:pt x="63038" y="115270"/>
                </a:lnTo>
                <a:close/>
                <a:lnTo>
                  <a:pt x="61237" y="117071"/>
                </a:lnTo>
                <a:close/>
                <a:lnTo>
                  <a:pt x="59436" y="118872"/>
                </a:lnTo>
                <a:close/>
                <a:lnTo>
                  <a:pt x="57635" y="120673"/>
                </a:lnTo>
                <a:close/>
                <a:lnTo>
                  <a:pt x="55834" y="122474"/>
                </a:lnTo>
                <a:close/>
                <a:lnTo>
                  <a:pt x="54033" y="124275"/>
                </a:lnTo>
                <a:close/>
                <a:lnTo>
                  <a:pt x="52232" y="126076"/>
                </a:lnTo>
                <a:close/>
                <a:lnTo>
                  <a:pt x="50431" y="127877"/>
                </a:lnTo>
                <a:close/>
                <a:lnTo>
                  <a:pt x="48629" y="129679"/>
                </a:lnTo>
                <a:close/>
                <a:lnTo>
                  <a:pt x="46828" y="131480"/>
                </a:lnTo>
                <a:close/>
                <a:lnTo>
                  <a:pt x="45027" y="133281"/>
                </a:lnTo>
                <a:close/>
                <a:lnTo>
                  <a:pt x="43226" y="135082"/>
                </a:lnTo>
                <a:close/>
                <a:lnTo>
                  <a:pt x="41425" y="136883"/>
                </a:lnTo>
                <a:close/>
                <a:lnTo>
                  <a:pt x="39624" y="138684"/>
                </a:lnTo>
                <a:close/>
                <a:lnTo>
                  <a:pt x="37823" y="140485"/>
                </a:lnTo>
                <a:close/>
                <a:lnTo>
                  <a:pt x="36022" y="142286"/>
                </a:lnTo>
                <a:close/>
                <a:lnTo>
                  <a:pt x="34221" y="144087"/>
                </a:lnTo>
                <a:close/>
                <a:lnTo>
                  <a:pt x="32420" y="145888"/>
                </a:lnTo>
                <a:close/>
                <a:lnTo>
                  <a:pt x="30619" y="147689"/>
                </a:lnTo>
                <a:close/>
                <a:lnTo>
                  <a:pt x="28817" y="149491"/>
                </a:lnTo>
                <a:close/>
                <a:lnTo>
                  <a:pt x="27016" y="151292"/>
                </a:lnTo>
                <a:close/>
                <a:lnTo>
                  <a:pt x="25215" y="153093"/>
                </a:lnTo>
                <a:close/>
                <a:lnTo>
                  <a:pt x="23414" y="154894"/>
                </a:lnTo>
                <a:close/>
                <a:lnTo>
                  <a:pt x="21613" y="156695"/>
                </a:lnTo>
                <a:close/>
                <a:lnTo>
                  <a:pt x="19812" y="158496"/>
                </a:lnTo>
                <a:close/>
                <a:lnTo>
                  <a:pt x="18011" y="160297"/>
                </a:lnTo>
                <a:close/>
                <a:lnTo>
                  <a:pt x="16210" y="162098"/>
                </a:lnTo>
                <a:close/>
                <a:lnTo>
                  <a:pt x="14409" y="163899"/>
                </a:lnTo>
                <a:close/>
                <a:lnTo>
                  <a:pt x="12608" y="165700"/>
                </a:lnTo>
                <a:close/>
                <a:lnTo>
                  <a:pt x="10807" y="167501"/>
                </a:lnTo>
                <a:close/>
                <a:lnTo>
                  <a:pt x="9005" y="169303"/>
                </a:lnTo>
                <a:close/>
                <a:lnTo>
                  <a:pt x="7204" y="171104"/>
                </a:lnTo>
                <a:close/>
                <a:lnTo>
                  <a:pt x="5403" y="172905"/>
                </a:lnTo>
                <a:close/>
                <a:lnTo>
                  <a:pt x="3602" y="174706"/>
                </a:lnTo>
                <a:close/>
                <a:lnTo>
                  <a:pt x="1801" y="176507"/>
                </a:lnTo>
                <a:close/>
                <a:lnTo>
                  <a:pt x="0" y="178308"/>
                </a:lnTo>
                <a:close/>
              </a:path>
            </a:pathLst>
          </a:custGeom>
          <a:ln w="1905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89400" y="51689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Inter"/>
              </a:defRPr>
            </a:pPr>
            <a:r>
              <a:t>f(a)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89600" y="239141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Inter"/>
              </a:defRPr>
            </a:pPr>
            <a: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49420" y="234569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Inter"/>
              </a:defRPr>
            </a:pPr>
            <a:r>
              <a:t>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01080" y="234569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Inter"/>
              </a:defRPr>
            </a:pPr>
            <a:r>
              <a:t>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6560" y="242569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Inter"/>
              </a:defRPr>
            </a:pPr>
            <a:r>
              <a:t>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