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937760" y="-1218438"/>
            <a:ext cx="1623060" cy="2665882"/>
          </a:xfrm>
          <a:custGeom>
            <a:avLst/>
            <a:gdLst/>
            <a:ahLst/>
            <a:cxnLst/>
            <a:rect l="l" t="t" r="r" b="b"/>
            <a:pathLst>
              <a:path w="1623060" h="2665882">
                <a:moveTo>
                  <a:pt x="0" y="2633472"/>
                </a:moveTo>
                <a:lnTo>
                  <a:pt x="2504" y="2635205"/>
                </a:lnTo>
                <a:close/>
                <a:lnTo>
                  <a:pt x="5007" y="2636760"/>
                </a:lnTo>
                <a:close/>
                <a:lnTo>
                  <a:pt x="7511" y="2638150"/>
                </a:lnTo>
                <a:close/>
                <a:lnTo>
                  <a:pt x="10014" y="2639391"/>
                </a:lnTo>
                <a:close/>
                <a:lnTo>
                  <a:pt x="12518" y="2640497"/>
                </a:lnTo>
                <a:close/>
                <a:lnTo>
                  <a:pt x="15021" y="2641484"/>
                </a:lnTo>
                <a:close/>
                <a:lnTo>
                  <a:pt x="17525" y="2642366"/>
                </a:lnTo>
                <a:close/>
                <a:lnTo>
                  <a:pt x="20028" y="2643157"/>
                </a:lnTo>
                <a:close/>
                <a:lnTo>
                  <a:pt x="22532" y="2643874"/>
                </a:lnTo>
                <a:close/>
                <a:lnTo>
                  <a:pt x="25035" y="2644529"/>
                </a:lnTo>
                <a:close/>
                <a:lnTo>
                  <a:pt x="27539" y="2645139"/>
                </a:lnTo>
                <a:close/>
                <a:lnTo>
                  <a:pt x="30042" y="2645717"/>
                </a:lnTo>
                <a:close/>
                <a:lnTo>
                  <a:pt x="32546" y="2646280"/>
                </a:lnTo>
                <a:close/>
                <a:lnTo>
                  <a:pt x="35049" y="2646840"/>
                </a:lnTo>
                <a:close/>
                <a:lnTo>
                  <a:pt x="37553" y="2647414"/>
                </a:lnTo>
                <a:close/>
                <a:lnTo>
                  <a:pt x="40057" y="2648008"/>
                </a:lnTo>
                <a:close/>
                <a:lnTo>
                  <a:pt x="42560" y="2648620"/>
                </a:lnTo>
                <a:close/>
                <a:lnTo>
                  <a:pt x="45064" y="2649245"/>
                </a:lnTo>
                <a:close/>
                <a:lnTo>
                  <a:pt x="47567" y="2649881"/>
                </a:lnTo>
                <a:close/>
                <a:lnTo>
                  <a:pt x="50071" y="2650523"/>
                </a:lnTo>
                <a:close/>
                <a:lnTo>
                  <a:pt x="52574" y="2651169"/>
                </a:lnTo>
                <a:close/>
                <a:lnTo>
                  <a:pt x="55078" y="2651815"/>
                </a:lnTo>
                <a:close/>
                <a:lnTo>
                  <a:pt x="57581" y="2652458"/>
                </a:lnTo>
                <a:close/>
                <a:lnTo>
                  <a:pt x="60085" y="2653096"/>
                </a:lnTo>
                <a:close/>
                <a:lnTo>
                  <a:pt x="62588" y="2653730"/>
                </a:lnTo>
                <a:close/>
                <a:lnTo>
                  <a:pt x="65092" y="2654358"/>
                </a:lnTo>
                <a:close/>
                <a:lnTo>
                  <a:pt x="67595" y="2654979"/>
                </a:lnTo>
                <a:close/>
                <a:lnTo>
                  <a:pt x="70099" y="2655594"/>
                </a:lnTo>
                <a:close/>
                <a:lnTo>
                  <a:pt x="72602" y="2656200"/>
                </a:lnTo>
                <a:close/>
                <a:lnTo>
                  <a:pt x="75106" y="2656798"/>
                </a:lnTo>
                <a:close/>
                <a:lnTo>
                  <a:pt x="77610" y="2657393"/>
                </a:lnTo>
                <a:close/>
                <a:lnTo>
                  <a:pt x="80113" y="2657990"/>
                </a:lnTo>
                <a:close/>
                <a:lnTo>
                  <a:pt x="82617" y="2658597"/>
                </a:lnTo>
                <a:close/>
                <a:lnTo>
                  <a:pt x="85120" y="2659219"/>
                </a:lnTo>
                <a:close/>
                <a:lnTo>
                  <a:pt x="87624" y="2659864"/>
                </a:lnTo>
                <a:close/>
                <a:lnTo>
                  <a:pt x="90127" y="2660537"/>
                </a:lnTo>
                <a:close/>
                <a:lnTo>
                  <a:pt x="92631" y="2661245"/>
                </a:lnTo>
                <a:close/>
                <a:lnTo>
                  <a:pt x="95134" y="2661979"/>
                </a:lnTo>
                <a:close/>
                <a:lnTo>
                  <a:pt x="97638" y="2662714"/>
                </a:lnTo>
                <a:close/>
                <a:lnTo>
                  <a:pt x="100141" y="2663425"/>
                </a:lnTo>
                <a:close/>
                <a:lnTo>
                  <a:pt x="102645" y="2664087"/>
                </a:lnTo>
                <a:close/>
                <a:lnTo>
                  <a:pt x="105148" y="2664675"/>
                </a:lnTo>
                <a:close/>
                <a:lnTo>
                  <a:pt x="107652" y="2665164"/>
                </a:lnTo>
                <a:close/>
                <a:lnTo>
                  <a:pt x="110155" y="2665528"/>
                </a:lnTo>
                <a:close/>
                <a:lnTo>
                  <a:pt x="112659" y="2665756"/>
                </a:lnTo>
                <a:close/>
                <a:lnTo>
                  <a:pt x="115162" y="2665866"/>
                </a:lnTo>
                <a:close/>
                <a:lnTo>
                  <a:pt x="117666" y="2665882"/>
                </a:lnTo>
                <a:close/>
                <a:lnTo>
                  <a:pt x="120170" y="2665829"/>
                </a:lnTo>
                <a:close/>
                <a:lnTo>
                  <a:pt x="122673" y="2665730"/>
                </a:lnTo>
                <a:close/>
                <a:lnTo>
                  <a:pt x="125177" y="2665609"/>
                </a:lnTo>
                <a:close/>
                <a:lnTo>
                  <a:pt x="127680" y="2665490"/>
                </a:lnTo>
                <a:close/>
                <a:lnTo>
                  <a:pt x="130184" y="2665395"/>
                </a:lnTo>
                <a:close/>
                <a:lnTo>
                  <a:pt x="132687" y="2665329"/>
                </a:lnTo>
                <a:close/>
                <a:lnTo>
                  <a:pt x="135191" y="2665292"/>
                </a:lnTo>
                <a:close/>
                <a:lnTo>
                  <a:pt x="137694" y="2665285"/>
                </a:lnTo>
                <a:close/>
                <a:lnTo>
                  <a:pt x="140198" y="2665305"/>
                </a:lnTo>
                <a:close/>
                <a:lnTo>
                  <a:pt x="142701" y="2665355"/>
                </a:lnTo>
                <a:close/>
                <a:lnTo>
                  <a:pt x="145205" y="2665433"/>
                </a:lnTo>
                <a:close/>
                <a:lnTo>
                  <a:pt x="147708" y="2665538"/>
                </a:lnTo>
                <a:close/>
                <a:lnTo>
                  <a:pt x="150212" y="2665659"/>
                </a:lnTo>
                <a:close/>
                <a:lnTo>
                  <a:pt x="152715" y="2665771"/>
                </a:lnTo>
                <a:close/>
                <a:lnTo>
                  <a:pt x="155219" y="2665852"/>
                </a:lnTo>
                <a:close/>
                <a:lnTo>
                  <a:pt x="157723" y="2665878"/>
                </a:lnTo>
                <a:close/>
                <a:lnTo>
                  <a:pt x="160226" y="2665825"/>
                </a:lnTo>
                <a:close/>
                <a:lnTo>
                  <a:pt x="162730" y="2665671"/>
                </a:lnTo>
                <a:close/>
                <a:lnTo>
                  <a:pt x="165233" y="2665391"/>
                </a:lnTo>
                <a:close/>
                <a:lnTo>
                  <a:pt x="167737" y="2664978"/>
                </a:lnTo>
                <a:close/>
                <a:lnTo>
                  <a:pt x="170240" y="2664452"/>
                </a:lnTo>
                <a:close/>
                <a:lnTo>
                  <a:pt x="172744" y="2663835"/>
                </a:lnTo>
                <a:close/>
                <a:lnTo>
                  <a:pt x="175247" y="2663153"/>
                </a:lnTo>
                <a:close/>
                <a:lnTo>
                  <a:pt x="177751" y="2662427"/>
                </a:lnTo>
                <a:close/>
                <a:lnTo>
                  <a:pt x="180254" y="2661681"/>
                </a:lnTo>
                <a:close/>
                <a:lnTo>
                  <a:pt x="182758" y="2660940"/>
                </a:lnTo>
                <a:close/>
                <a:lnTo>
                  <a:pt x="185261" y="2660222"/>
                </a:lnTo>
                <a:close/>
                <a:lnTo>
                  <a:pt x="187765" y="2659532"/>
                </a:lnTo>
                <a:close/>
                <a:lnTo>
                  <a:pt x="190268" y="2658871"/>
                </a:lnTo>
                <a:close/>
                <a:lnTo>
                  <a:pt x="192772" y="2658239"/>
                </a:lnTo>
                <a:close/>
                <a:lnTo>
                  <a:pt x="195276" y="2657636"/>
                </a:lnTo>
                <a:close/>
                <a:lnTo>
                  <a:pt x="197779" y="2657062"/>
                </a:lnTo>
                <a:close/>
                <a:lnTo>
                  <a:pt x="200283" y="2656518"/>
                </a:lnTo>
                <a:close/>
                <a:lnTo>
                  <a:pt x="202786" y="2656001"/>
                </a:lnTo>
                <a:close/>
                <a:lnTo>
                  <a:pt x="205290" y="2655499"/>
                </a:lnTo>
                <a:close/>
                <a:lnTo>
                  <a:pt x="207793" y="2654987"/>
                </a:lnTo>
                <a:close/>
                <a:lnTo>
                  <a:pt x="210297" y="2654440"/>
                </a:lnTo>
                <a:close/>
                <a:lnTo>
                  <a:pt x="212800" y="2653835"/>
                </a:lnTo>
                <a:close/>
                <a:lnTo>
                  <a:pt x="215304" y="2653147"/>
                </a:lnTo>
                <a:close/>
                <a:lnTo>
                  <a:pt x="217807" y="2652353"/>
                </a:lnTo>
                <a:close/>
                <a:lnTo>
                  <a:pt x="220311" y="2651428"/>
                </a:lnTo>
                <a:close/>
                <a:lnTo>
                  <a:pt x="222814" y="2650368"/>
                </a:lnTo>
                <a:close/>
                <a:lnTo>
                  <a:pt x="225318" y="2649196"/>
                </a:lnTo>
                <a:close/>
                <a:lnTo>
                  <a:pt x="227821" y="2647939"/>
                </a:lnTo>
                <a:close/>
                <a:lnTo>
                  <a:pt x="230325" y="2646621"/>
                </a:lnTo>
                <a:close/>
                <a:lnTo>
                  <a:pt x="232829" y="2645269"/>
                </a:lnTo>
                <a:close/>
                <a:lnTo>
                  <a:pt x="235332" y="2643909"/>
                </a:lnTo>
                <a:close/>
                <a:lnTo>
                  <a:pt x="237836" y="2642568"/>
                </a:lnTo>
                <a:close/>
                <a:lnTo>
                  <a:pt x="240339" y="2641263"/>
                </a:lnTo>
                <a:close/>
                <a:lnTo>
                  <a:pt x="242843" y="2639991"/>
                </a:lnTo>
                <a:close/>
                <a:lnTo>
                  <a:pt x="245346" y="2638744"/>
                </a:lnTo>
                <a:close/>
                <a:lnTo>
                  <a:pt x="247850" y="2637511"/>
                </a:lnTo>
                <a:close/>
                <a:lnTo>
                  <a:pt x="250353" y="2636284"/>
                </a:lnTo>
                <a:close/>
                <a:lnTo>
                  <a:pt x="252857" y="2635053"/>
                </a:lnTo>
                <a:close/>
                <a:lnTo>
                  <a:pt x="255360" y="2633809"/>
                </a:lnTo>
                <a:close/>
                <a:lnTo>
                  <a:pt x="257864" y="2632544"/>
                </a:lnTo>
                <a:close/>
                <a:lnTo>
                  <a:pt x="260367" y="2631263"/>
                </a:lnTo>
                <a:close/>
                <a:lnTo>
                  <a:pt x="262871" y="2629976"/>
                </a:lnTo>
                <a:close/>
                <a:lnTo>
                  <a:pt x="265374" y="2628694"/>
                </a:lnTo>
                <a:close/>
                <a:lnTo>
                  <a:pt x="267878" y="2627429"/>
                </a:lnTo>
                <a:close/>
                <a:lnTo>
                  <a:pt x="270382" y="2626192"/>
                </a:lnTo>
                <a:close/>
                <a:lnTo>
                  <a:pt x="272885" y="2624993"/>
                </a:lnTo>
                <a:close/>
                <a:lnTo>
                  <a:pt x="275389" y="2623844"/>
                </a:lnTo>
                <a:close/>
                <a:lnTo>
                  <a:pt x="277892" y="2622734"/>
                </a:lnTo>
                <a:close/>
                <a:lnTo>
                  <a:pt x="280396" y="2621630"/>
                </a:lnTo>
                <a:close/>
                <a:lnTo>
                  <a:pt x="282899" y="2620498"/>
                </a:lnTo>
                <a:close/>
                <a:lnTo>
                  <a:pt x="285403" y="2619301"/>
                </a:lnTo>
                <a:close/>
                <a:lnTo>
                  <a:pt x="287906" y="2618006"/>
                </a:lnTo>
                <a:close/>
                <a:lnTo>
                  <a:pt x="290410" y="2616577"/>
                </a:lnTo>
                <a:close/>
                <a:lnTo>
                  <a:pt x="292913" y="2614979"/>
                </a:lnTo>
                <a:close/>
                <a:lnTo>
                  <a:pt x="295417" y="2613199"/>
                </a:lnTo>
                <a:close/>
                <a:lnTo>
                  <a:pt x="297920" y="2611285"/>
                </a:lnTo>
                <a:close/>
                <a:lnTo>
                  <a:pt x="300424" y="2609296"/>
                </a:lnTo>
                <a:close/>
                <a:lnTo>
                  <a:pt x="302927" y="2607290"/>
                </a:lnTo>
                <a:close/>
                <a:lnTo>
                  <a:pt x="305431" y="2605326"/>
                </a:lnTo>
                <a:close/>
                <a:lnTo>
                  <a:pt x="307935" y="2603463"/>
                </a:lnTo>
                <a:close/>
                <a:lnTo>
                  <a:pt x="310438" y="2601758"/>
                </a:lnTo>
                <a:close/>
                <a:lnTo>
                  <a:pt x="312942" y="2600260"/>
                </a:lnTo>
                <a:close/>
                <a:lnTo>
                  <a:pt x="315445" y="2598943"/>
                </a:lnTo>
                <a:close/>
                <a:lnTo>
                  <a:pt x="317949" y="2597748"/>
                </a:lnTo>
                <a:close/>
                <a:lnTo>
                  <a:pt x="320452" y="2596616"/>
                </a:lnTo>
                <a:close/>
                <a:lnTo>
                  <a:pt x="322956" y="2595488"/>
                </a:lnTo>
                <a:close/>
                <a:lnTo>
                  <a:pt x="325459" y="2594307"/>
                </a:lnTo>
                <a:close/>
                <a:lnTo>
                  <a:pt x="327963" y="2593014"/>
                </a:lnTo>
                <a:close/>
                <a:lnTo>
                  <a:pt x="330466" y="2591551"/>
                </a:lnTo>
                <a:close/>
                <a:lnTo>
                  <a:pt x="332970" y="2589908"/>
                </a:lnTo>
                <a:close/>
                <a:lnTo>
                  <a:pt x="335473" y="2588119"/>
                </a:lnTo>
                <a:close/>
                <a:lnTo>
                  <a:pt x="337977" y="2586218"/>
                </a:lnTo>
                <a:close/>
                <a:lnTo>
                  <a:pt x="340480" y="2584241"/>
                </a:lnTo>
                <a:close/>
                <a:lnTo>
                  <a:pt x="342984" y="2582221"/>
                </a:lnTo>
                <a:close/>
                <a:lnTo>
                  <a:pt x="345487" y="2580195"/>
                </a:lnTo>
                <a:close/>
                <a:lnTo>
                  <a:pt x="347991" y="2578198"/>
                </a:lnTo>
                <a:close/>
                <a:lnTo>
                  <a:pt x="350495" y="2576250"/>
                </a:lnTo>
                <a:close/>
                <a:lnTo>
                  <a:pt x="352998" y="2574346"/>
                </a:lnTo>
                <a:close/>
                <a:lnTo>
                  <a:pt x="355502" y="2572472"/>
                </a:lnTo>
                <a:close/>
                <a:lnTo>
                  <a:pt x="358005" y="2570620"/>
                </a:lnTo>
                <a:close/>
                <a:lnTo>
                  <a:pt x="360509" y="2568777"/>
                </a:lnTo>
                <a:close/>
                <a:lnTo>
                  <a:pt x="363012" y="2566932"/>
                </a:lnTo>
                <a:close/>
                <a:lnTo>
                  <a:pt x="365516" y="2565074"/>
                </a:lnTo>
                <a:close/>
                <a:lnTo>
                  <a:pt x="368019" y="2563195"/>
                </a:lnTo>
                <a:close/>
                <a:lnTo>
                  <a:pt x="370523" y="2561300"/>
                </a:lnTo>
                <a:close/>
                <a:lnTo>
                  <a:pt x="373026" y="2559398"/>
                </a:lnTo>
                <a:close/>
                <a:lnTo>
                  <a:pt x="375530" y="2557498"/>
                </a:lnTo>
                <a:close/>
                <a:lnTo>
                  <a:pt x="378033" y="2555609"/>
                </a:lnTo>
                <a:close/>
                <a:lnTo>
                  <a:pt x="380537" y="2553742"/>
                </a:lnTo>
                <a:close/>
                <a:lnTo>
                  <a:pt x="383040" y="2551905"/>
                </a:lnTo>
                <a:close/>
                <a:lnTo>
                  <a:pt x="385544" y="2550106"/>
                </a:lnTo>
                <a:close/>
                <a:lnTo>
                  <a:pt x="388048" y="2548335"/>
                </a:lnTo>
                <a:close/>
                <a:lnTo>
                  <a:pt x="390551" y="2546565"/>
                </a:lnTo>
                <a:close/>
                <a:lnTo>
                  <a:pt x="393055" y="2544770"/>
                </a:lnTo>
                <a:close/>
                <a:lnTo>
                  <a:pt x="395558" y="2542924"/>
                </a:lnTo>
                <a:close/>
                <a:lnTo>
                  <a:pt x="398062" y="2541000"/>
                </a:lnTo>
                <a:close/>
                <a:lnTo>
                  <a:pt x="400565" y="2538972"/>
                </a:lnTo>
                <a:close/>
                <a:lnTo>
                  <a:pt x="403069" y="2536813"/>
                </a:lnTo>
                <a:close/>
                <a:lnTo>
                  <a:pt x="405572" y="2534516"/>
                </a:lnTo>
                <a:close/>
                <a:lnTo>
                  <a:pt x="408076" y="2532104"/>
                </a:lnTo>
                <a:close/>
                <a:lnTo>
                  <a:pt x="410579" y="2529601"/>
                </a:lnTo>
                <a:close/>
                <a:lnTo>
                  <a:pt x="413083" y="2527034"/>
                </a:lnTo>
                <a:close/>
                <a:lnTo>
                  <a:pt x="415586" y="2524428"/>
                </a:lnTo>
                <a:close/>
                <a:lnTo>
                  <a:pt x="418090" y="2521809"/>
                </a:lnTo>
                <a:close/>
                <a:lnTo>
                  <a:pt x="420593" y="2519204"/>
                </a:lnTo>
                <a:close/>
                <a:lnTo>
                  <a:pt x="423097" y="2516631"/>
                </a:lnTo>
                <a:close/>
                <a:lnTo>
                  <a:pt x="425601" y="2514092"/>
                </a:lnTo>
                <a:close/>
                <a:lnTo>
                  <a:pt x="428104" y="2511579"/>
                </a:lnTo>
                <a:close/>
                <a:lnTo>
                  <a:pt x="430608" y="2509087"/>
                </a:lnTo>
                <a:close/>
                <a:lnTo>
                  <a:pt x="433111" y="2506608"/>
                </a:lnTo>
                <a:close/>
                <a:lnTo>
                  <a:pt x="435615" y="2504137"/>
                </a:lnTo>
                <a:close/>
                <a:lnTo>
                  <a:pt x="438118" y="2501668"/>
                </a:lnTo>
                <a:close/>
                <a:lnTo>
                  <a:pt x="440622" y="2499194"/>
                </a:lnTo>
                <a:close/>
                <a:lnTo>
                  <a:pt x="443125" y="2496712"/>
                </a:lnTo>
                <a:close/>
                <a:lnTo>
                  <a:pt x="445629" y="2494223"/>
                </a:lnTo>
                <a:close/>
                <a:lnTo>
                  <a:pt x="448132" y="2491725"/>
                </a:lnTo>
                <a:close/>
                <a:lnTo>
                  <a:pt x="450636" y="2489218"/>
                </a:lnTo>
                <a:close/>
                <a:lnTo>
                  <a:pt x="453139" y="2486701"/>
                </a:lnTo>
                <a:close/>
                <a:lnTo>
                  <a:pt x="455643" y="2484173"/>
                </a:lnTo>
                <a:close/>
                <a:lnTo>
                  <a:pt x="458146" y="2481635"/>
                </a:lnTo>
                <a:close/>
                <a:lnTo>
                  <a:pt x="460650" y="2479089"/>
                </a:lnTo>
                <a:close/>
                <a:lnTo>
                  <a:pt x="463154" y="2476544"/>
                </a:lnTo>
                <a:close/>
                <a:lnTo>
                  <a:pt x="465657" y="2474008"/>
                </a:lnTo>
                <a:close/>
                <a:lnTo>
                  <a:pt x="468161" y="2471490"/>
                </a:lnTo>
                <a:close/>
                <a:lnTo>
                  <a:pt x="470664" y="2468999"/>
                </a:lnTo>
                <a:close/>
                <a:lnTo>
                  <a:pt x="473168" y="2466544"/>
                </a:lnTo>
                <a:close/>
                <a:lnTo>
                  <a:pt x="475671" y="2464133"/>
                </a:lnTo>
                <a:close/>
                <a:lnTo>
                  <a:pt x="478175" y="2461767"/>
                </a:lnTo>
                <a:close/>
                <a:lnTo>
                  <a:pt x="480678" y="2459416"/>
                </a:lnTo>
                <a:close/>
                <a:lnTo>
                  <a:pt x="483182" y="2457046"/>
                </a:lnTo>
                <a:close/>
                <a:lnTo>
                  <a:pt x="485685" y="2454623"/>
                </a:lnTo>
                <a:close/>
                <a:lnTo>
                  <a:pt x="488189" y="2452113"/>
                </a:lnTo>
                <a:close/>
                <a:lnTo>
                  <a:pt x="490692" y="2449481"/>
                </a:lnTo>
                <a:close/>
                <a:lnTo>
                  <a:pt x="493196" y="2446692"/>
                </a:lnTo>
                <a:close/>
                <a:lnTo>
                  <a:pt x="495699" y="2443720"/>
                </a:lnTo>
                <a:close/>
                <a:lnTo>
                  <a:pt x="498203" y="2440594"/>
                </a:lnTo>
                <a:close/>
                <a:lnTo>
                  <a:pt x="500707" y="2437373"/>
                </a:lnTo>
                <a:close/>
                <a:lnTo>
                  <a:pt x="503210" y="2434115"/>
                </a:lnTo>
                <a:close/>
                <a:lnTo>
                  <a:pt x="505714" y="2430878"/>
                </a:lnTo>
                <a:close/>
                <a:lnTo>
                  <a:pt x="508217" y="2427721"/>
                </a:lnTo>
                <a:close/>
                <a:lnTo>
                  <a:pt x="510721" y="2424702"/>
                </a:lnTo>
                <a:close/>
                <a:lnTo>
                  <a:pt x="513224" y="2421878"/>
                </a:lnTo>
                <a:close/>
                <a:lnTo>
                  <a:pt x="515728" y="2419252"/>
                </a:lnTo>
                <a:close/>
                <a:lnTo>
                  <a:pt x="518231" y="2416768"/>
                </a:lnTo>
                <a:close/>
                <a:lnTo>
                  <a:pt x="520735" y="2414368"/>
                </a:lnTo>
                <a:close/>
                <a:lnTo>
                  <a:pt x="523238" y="2411994"/>
                </a:lnTo>
                <a:close/>
                <a:lnTo>
                  <a:pt x="525742" y="2409587"/>
                </a:lnTo>
                <a:close/>
                <a:lnTo>
                  <a:pt x="528245" y="2407088"/>
                </a:lnTo>
                <a:close/>
                <a:lnTo>
                  <a:pt x="530749" y="2404440"/>
                </a:lnTo>
                <a:close/>
                <a:lnTo>
                  <a:pt x="533252" y="2401607"/>
                </a:lnTo>
                <a:close/>
                <a:lnTo>
                  <a:pt x="535756" y="2398616"/>
                </a:lnTo>
                <a:close/>
                <a:lnTo>
                  <a:pt x="538259" y="2395501"/>
                </a:lnTo>
                <a:close/>
                <a:lnTo>
                  <a:pt x="540763" y="2392295"/>
                </a:lnTo>
                <a:close/>
                <a:lnTo>
                  <a:pt x="543267" y="2389035"/>
                </a:lnTo>
                <a:close/>
                <a:lnTo>
                  <a:pt x="545770" y="2385754"/>
                </a:lnTo>
                <a:close/>
                <a:lnTo>
                  <a:pt x="548274" y="2382487"/>
                </a:lnTo>
                <a:close/>
                <a:lnTo>
                  <a:pt x="550777" y="2379264"/>
                </a:lnTo>
                <a:close/>
                <a:lnTo>
                  <a:pt x="553281" y="2376086"/>
                </a:lnTo>
                <a:close/>
                <a:lnTo>
                  <a:pt x="555784" y="2372944"/>
                </a:lnTo>
                <a:close/>
                <a:lnTo>
                  <a:pt x="558288" y="2369829"/>
                </a:lnTo>
                <a:close/>
                <a:lnTo>
                  <a:pt x="560791" y="2366732"/>
                </a:lnTo>
                <a:close/>
                <a:lnTo>
                  <a:pt x="563295" y="2363642"/>
                </a:lnTo>
                <a:close/>
                <a:lnTo>
                  <a:pt x="565798" y="2360550"/>
                </a:lnTo>
                <a:close/>
                <a:lnTo>
                  <a:pt x="568302" y="2357448"/>
                </a:lnTo>
                <a:close/>
                <a:lnTo>
                  <a:pt x="570805" y="2354332"/>
                </a:lnTo>
                <a:close/>
                <a:lnTo>
                  <a:pt x="573309" y="2351206"/>
                </a:lnTo>
                <a:close/>
                <a:lnTo>
                  <a:pt x="575812" y="2348073"/>
                </a:lnTo>
                <a:close/>
                <a:lnTo>
                  <a:pt x="578316" y="2344935"/>
                </a:lnTo>
                <a:close/>
                <a:lnTo>
                  <a:pt x="580820" y="2341797"/>
                </a:lnTo>
                <a:close/>
                <a:lnTo>
                  <a:pt x="583323" y="2338660"/>
                </a:lnTo>
                <a:close/>
                <a:lnTo>
                  <a:pt x="585827" y="2335529"/>
                </a:lnTo>
                <a:close/>
                <a:lnTo>
                  <a:pt x="588330" y="2332404"/>
                </a:lnTo>
                <a:close/>
                <a:lnTo>
                  <a:pt x="590834" y="2329283"/>
                </a:lnTo>
                <a:close/>
                <a:lnTo>
                  <a:pt x="593337" y="2326163"/>
                </a:lnTo>
                <a:close/>
                <a:lnTo>
                  <a:pt x="595841" y="2323040"/>
                </a:lnTo>
                <a:close/>
                <a:lnTo>
                  <a:pt x="598344" y="2319911"/>
                </a:lnTo>
                <a:close/>
                <a:lnTo>
                  <a:pt x="600848" y="2316774"/>
                </a:lnTo>
                <a:close/>
                <a:lnTo>
                  <a:pt x="603351" y="2313624"/>
                </a:lnTo>
                <a:close/>
                <a:lnTo>
                  <a:pt x="605855" y="2310462"/>
                </a:lnTo>
                <a:close/>
                <a:lnTo>
                  <a:pt x="608358" y="2307292"/>
                </a:lnTo>
                <a:close/>
                <a:lnTo>
                  <a:pt x="610862" y="2304126"/>
                </a:lnTo>
                <a:close/>
                <a:lnTo>
                  <a:pt x="613365" y="2300972"/>
                </a:lnTo>
                <a:close/>
                <a:lnTo>
                  <a:pt x="615869" y="2297840"/>
                </a:lnTo>
                <a:close/>
                <a:lnTo>
                  <a:pt x="618373" y="2294740"/>
                </a:lnTo>
                <a:close/>
                <a:lnTo>
                  <a:pt x="620876" y="2291680"/>
                </a:lnTo>
                <a:close/>
                <a:lnTo>
                  <a:pt x="623380" y="2288668"/>
                </a:lnTo>
                <a:close/>
                <a:lnTo>
                  <a:pt x="625883" y="2285687"/>
                </a:lnTo>
                <a:close/>
                <a:lnTo>
                  <a:pt x="628387" y="2282704"/>
                </a:lnTo>
                <a:close/>
                <a:lnTo>
                  <a:pt x="630890" y="2279683"/>
                </a:lnTo>
                <a:close/>
                <a:lnTo>
                  <a:pt x="633394" y="2276590"/>
                </a:lnTo>
                <a:close/>
                <a:lnTo>
                  <a:pt x="635897" y="2273390"/>
                </a:lnTo>
                <a:close/>
                <a:lnTo>
                  <a:pt x="638401" y="2270049"/>
                </a:lnTo>
                <a:close/>
                <a:lnTo>
                  <a:pt x="640904" y="2266533"/>
                </a:lnTo>
                <a:close/>
                <a:lnTo>
                  <a:pt x="643408" y="2262842"/>
                </a:lnTo>
                <a:close/>
                <a:lnTo>
                  <a:pt x="645911" y="2259030"/>
                </a:lnTo>
                <a:close/>
                <a:lnTo>
                  <a:pt x="648415" y="2255155"/>
                </a:lnTo>
                <a:close/>
                <a:lnTo>
                  <a:pt x="650918" y="2251276"/>
                </a:lnTo>
                <a:close/>
                <a:lnTo>
                  <a:pt x="653422" y="2247451"/>
                </a:lnTo>
                <a:close/>
                <a:lnTo>
                  <a:pt x="655926" y="2243738"/>
                </a:lnTo>
                <a:close/>
                <a:lnTo>
                  <a:pt x="658429" y="2240196"/>
                </a:lnTo>
                <a:close/>
                <a:lnTo>
                  <a:pt x="660933" y="2236863"/>
                </a:lnTo>
                <a:close/>
                <a:lnTo>
                  <a:pt x="663436" y="2233698"/>
                </a:lnTo>
                <a:close/>
                <a:lnTo>
                  <a:pt x="665940" y="2230642"/>
                </a:lnTo>
                <a:close/>
                <a:lnTo>
                  <a:pt x="668443" y="2227638"/>
                </a:lnTo>
                <a:close/>
                <a:lnTo>
                  <a:pt x="670947" y="2224626"/>
                </a:lnTo>
                <a:close/>
                <a:lnTo>
                  <a:pt x="673450" y="2221549"/>
                </a:lnTo>
                <a:close/>
                <a:lnTo>
                  <a:pt x="675954" y="2218348"/>
                </a:lnTo>
                <a:close/>
                <a:lnTo>
                  <a:pt x="678457" y="2214970"/>
                </a:lnTo>
                <a:close/>
                <a:lnTo>
                  <a:pt x="680961" y="2211419"/>
                </a:lnTo>
                <a:close/>
                <a:lnTo>
                  <a:pt x="683464" y="2207728"/>
                </a:lnTo>
                <a:close/>
                <a:lnTo>
                  <a:pt x="685968" y="2203932"/>
                </a:lnTo>
                <a:close/>
                <a:lnTo>
                  <a:pt x="688471" y="2200065"/>
                </a:lnTo>
                <a:close/>
                <a:lnTo>
                  <a:pt x="690975" y="2196163"/>
                </a:lnTo>
                <a:close/>
                <a:lnTo>
                  <a:pt x="693479" y="2192260"/>
                </a:lnTo>
                <a:close/>
                <a:lnTo>
                  <a:pt x="695982" y="2188389"/>
                </a:lnTo>
                <a:close/>
                <a:lnTo>
                  <a:pt x="698486" y="2184567"/>
                </a:lnTo>
                <a:close/>
                <a:lnTo>
                  <a:pt x="700989" y="2180784"/>
                </a:lnTo>
                <a:close/>
                <a:lnTo>
                  <a:pt x="703493" y="2177033"/>
                </a:lnTo>
                <a:close/>
                <a:lnTo>
                  <a:pt x="705996" y="2173303"/>
                </a:lnTo>
                <a:close/>
                <a:lnTo>
                  <a:pt x="708500" y="2169585"/>
                </a:lnTo>
                <a:close/>
                <a:lnTo>
                  <a:pt x="711003" y="2165869"/>
                </a:lnTo>
                <a:close/>
                <a:lnTo>
                  <a:pt x="713507" y="2162147"/>
                </a:lnTo>
                <a:close/>
                <a:lnTo>
                  <a:pt x="716010" y="2158411"/>
                </a:lnTo>
                <a:close/>
                <a:lnTo>
                  <a:pt x="718514" y="2154663"/>
                </a:lnTo>
                <a:close/>
                <a:lnTo>
                  <a:pt x="721017" y="2150907"/>
                </a:lnTo>
                <a:close/>
                <a:lnTo>
                  <a:pt x="723521" y="2147145"/>
                </a:lnTo>
                <a:close/>
                <a:lnTo>
                  <a:pt x="726024" y="2143380"/>
                </a:lnTo>
                <a:close/>
                <a:lnTo>
                  <a:pt x="728528" y="2139617"/>
                </a:lnTo>
                <a:close/>
                <a:lnTo>
                  <a:pt x="731032" y="2135857"/>
                </a:lnTo>
                <a:close/>
                <a:lnTo>
                  <a:pt x="733535" y="2132104"/>
                </a:lnTo>
                <a:close/>
                <a:lnTo>
                  <a:pt x="736039" y="2128356"/>
                </a:lnTo>
                <a:close/>
                <a:lnTo>
                  <a:pt x="738542" y="2124609"/>
                </a:lnTo>
                <a:close/>
                <a:lnTo>
                  <a:pt x="741046" y="2120862"/>
                </a:lnTo>
                <a:close/>
                <a:lnTo>
                  <a:pt x="743549" y="2117110"/>
                </a:lnTo>
                <a:close/>
                <a:lnTo>
                  <a:pt x="746053" y="2113351"/>
                </a:lnTo>
                <a:close/>
                <a:lnTo>
                  <a:pt x="748556" y="2109582"/>
                </a:lnTo>
                <a:close/>
                <a:lnTo>
                  <a:pt x="751060" y="2105799"/>
                </a:lnTo>
                <a:close/>
                <a:lnTo>
                  <a:pt x="753563" y="2102005"/>
                </a:lnTo>
                <a:close/>
                <a:lnTo>
                  <a:pt x="756067" y="2098211"/>
                </a:lnTo>
                <a:close/>
                <a:lnTo>
                  <a:pt x="758570" y="2094424"/>
                </a:lnTo>
                <a:close/>
                <a:lnTo>
                  <a:pt x="761074" y="2090656"/>
                </a:lnTo>
                <a:close/>
                <a:lnTo>
                  <a:pt x="763577" y="2086914"/>
                </a:lnTo>
                <a:close/>
                <a:lnTo>
                  <a:pt x="766081" y="2083209"/>
                </a:lnTo>
                <a:close/>
                <a:lnTo>
                  <a:pt x="768584" y="2079550"/>
                </a:lnTo>
                <a:close/>
                <a:lnTo>
                  <a:pt x="771088" y="2075934"/>
                </a:lnTo>
                <a:close/>
                <a:lnTo>
                  <a:pt x="773592" y="2072330"/>
                </a:lnTo>
                <a:close/>
                <a:lnTo>
                  <a:pt x="776095" y="2068704"/>
                </a:lnTo>
                <a:close/>
                <a:lnTo>
                  <a:pt x="778599" y="2065021"/>
                </a:lnTo>
                <a:close/>
                <a:lnTo>
                  <a:pt x="781102" y="2061246"/>
                </a:lnTo>
                <a:close/>
                <a:lnTo>
                  <a:pt x="783606" y="2057346"/>
                </a:lnTo>
                <a:close/>
                <a:lnTo>
                  <a:pt x="786109" y="2053285"/>
                </a:lnTo>
                <a:close/>
                <a:lnTo>
                  <a:pt x="788613" y="2049040"/>
                </a:lnTo>
                <a:close/>
                <a:lnTo>
                  <a:pt x="791116" y="2044648"/>
                </a:lnTo>
                <a:close/>
                <a:lnTo>
                  <a:pt x="793620" y="2040167"/>
                </a:lnTo>
                <a:close/>
                <a:lnTo>
                  <a:pt x="796123" y="2035657"/>
                </a:lnTo>
                <a:close/>
                <a:lnTo>
                  <a:pt x="798627" y="2031175"/>
                </a:lnTo>
                <a:close/>
                <a:lnTo>
                  <a:pt x="801130" y="2026780"/>
                </a:lnTo>
                <a:close/>
                <a:lnTo>
                  <a:pt x="803634" y="2022530"/>
                </a:lnTo>
                <a:close/>
                <a:lnTo>
                  <a:pt x="806137" y="2018480"/>
                </a:lnTo>
                <a:close/>
                <a:lnTo>
                  <a:pt x="808641" y="2014622"/>
                </a:lnTo>
                <a:close/>
                <a:lnTo>
                  <a:pt x="811145" y="2010900"/>
                </a:lnTo>
                <a:close/>
                <a:lnTo>
                  <a:pt x="813648" y="2007254"/>
                </a:lnTo>
                <a:close/>
                <a:lnTo>
                  <a:pt x="816152" y="2003627"/>
                </a:lnTo>
                <a:close/>
                <a:lnTo>
                  <a:pt x="818655" y="1999960"/>
                </a:lnTo>
                <a:close/>
                <a:lnTo>
                  <a:pt x="821159" y="1996195"/>
                </a:lnTo>
                <a:close/>
                <a:lnTo>
                  <a:pt x="823662" y="1992273"/>
                </a:lnTo>
                <a:close/>
                <a:lnTo>
                  <a:pt x="826166" y="1988168"/>
                </a:lnTo>
                <a:close/>
                <a:lnTo>
                  <a:pt x="828669" y="1983908"/>
                </a:lnTo>
                <a:close/>
                <a:lnTo>
                  <a:pt x="831173" y="1979528"/>
                </a:lnTo>
                <a:close/>
                <a:lnTo>
                  <a:pt x="833676" y="1975062"/>
                </a:lnTo>
                <a:close/>
                <a:lnTo>
                  <a:pt x="836180" y="1970545"/>
                </a:lnTo>
                <a:close/>
                <a:lnTo>
                  <a:pt x="838683" y="1966012"/>
                </a:lnTo>
                <a:close/>
                <a:lnTo>
                  <a:pt x="841187" y="1961498"/>
                </a:lnTo>
                <a:close/>
                <a:lnTo>
                  <a:pt x="843690" y="1957029"/>
                </a:lnTo>
                <a:close/>
                <a:lnTo>
                  <a:pt x="846194" y="1952604"/>
                </a:lnTo>
                <a:close/>
                <a:lnTo>
                  <a:pt x="848698" y="1948214"/>
                </a:lnTo>
                <a:close/>
                <a:lnTo>
                  <a:pt x="851201" y="1943850"/>
                </a:lnTo>
                <a:close/>
                <a:lnTo>
                  <a:pt x="853705" y="1939502"/>
                </a:lnTo>
                <a:close/>
                <a:lnTo>
                  <a:pt x="856208" y="1935161"/>
                </a:lnTo>
                <a:close/>
                <a:lnTo>
                  <a:pt x="858712" y="1930817"/>
                </a:lnTo>
                <a:close/>
                <a:lnTo>
                  <a:pt x="861215" y="1926461"/>
                </a:lnTo>
                <a:close/>
                <a:lnTo>
                  <a:pt x="863719" y="1922092"/>
                </a:lnTo>
                <a:close/>
                <a:lnTo>
                  <a:pt x="866222" y="1917713"/>
                </a:lnTo>
                <a:close/>
                <a:lnTo>
                  <a:pt x="868726" y="1913327"/>
                </a:lnTo>
                <a:close/>
                <a:lnTo>
                  <a:pt x="871229" y="1908938"/>
                </a:lnTo>
                <a:close/>
                <a:lnTo>
                  <a:pt x="873733" y="1904547"/>
                </a:lnTo>
                <a:close/>
                <a:lnTo>
                  <a:pt x="876236" y="1900160"/>
                </a:lnTo>
                <a:close/>
                <a:lnTo>
                  <a:pt x="878740" y="1895778"/>
                </a:lnTo>
                <a:close/>
                <a:lnTo>
                  <a:pt x="881243" y="1891402"/>
                </a:lnTo>
                <a:close/>
                <a:lnTo>
                  <a:pt x="883747" y="1887029"/>
                </a:lnTo>
                <a:close/>
                <a:lnTo>
                  <a:pt x="886251" y="1882657"/>
                </a:lnTo>
                <a:close/>
                <a:lnTo>
                  <a:pt x="888754" y="1878282"/>
                </a:lnTo>
                <a:close/>
                <a:lnTo>
                  <a:pt x="891258" y="1873900"/>
                </a:lnTo>
                <a:close/>
                <a:lnTo>
                  <a:pt x="893761" y="1869510"/>
                </a:lnTo>
                <a:close/>
                <a:lnTo>
                  <a:pt x="896265" y="1865107"/>
                </a:lnTo>
                <a:close/>
                <a:lnTo>
                  <a:pt x="898768" y="1860691"/>
                </a:lnTo>
                <a:close/>
                <a:lnTo>
                  <a:pt x="901272" y="1856270"/>
                </a:lnTo>
                <a:close/>
                <a:lnTo>
                  <a:pt x="903775" y="1851853"/>
                </a:lnTo>
                <a:close/>
                <a:lnTo>
                  <a:pt x="906279" y="1847450"/>
                </a:lnTo>
                <a:close/>
                <a:lnTo>
                  <a:pt x="908782" y="1843069"/>
                </a:lnTo>
                <a:close/>
                <a:lnTo>
                  <a:pt x="911286" y="1838721"/>
                </a:lnTo>
                <a:close/>
                <a:lnTo>
                  <a:pt x="913789" y="1834415"/>
                </a:lnTo>
                <a:close/>
                <a:lnTo>
                  <a:pt x="916293" y="1830157"/>
                </a:lnTo>
                <a:close/>
                <a:lnTo>
                  <a:pt x="918796" y="1825926"/>
                </a:lnTo>
                <a:close/>
                <a:lnTo>
                  <a:pt x="921300" y="1821688"/>
                </a:lnTo>
                <a:close/>
                <a:lnTo>
                  <a:pt x="923804" y="1817408"/>
                </a:lnTo>
                <a:close/>
                <a:lnTo>
                  <a:pt x="926307" y="1813052"/>
                </a:lnTo>
                <a:close/>
                <a:lnTo>
                  <a:pt x="928811" y="1808585"/>
                </a:lnTo>
                <a:close/>
                <a:lnTo>
                  <a:pt x="931314" y="1803973"/>
                </a:lnTo>
                <a:close/>
                <a:lnTo>
                  <a:pt x="933818" y="1799183"/>
                </a:lnTo>
                <a:close/>
                <a:lnTo>
                  <a:pt x="936321" y="1794222"/>
                </a:lnTo>
                <a:close/>
                <a:lnTo>
                  <a:pt x="938825" y="1789147"/>
                </a:lnTo>
                <a:close/>
                <a:lnTo>
                  <a:pt x="941328" y="1784017"/>
                </a:lnTo>
                <a:close/>
                <a:lnTo>
                  <a:pt x="943832" y="1778889"/>
                </a:lnTo>
                <a:close/>
                <a:lnTo>
                  <a:pt x="946335" y="1773823"/>
                </a:lnTo>
                <a:close/>
                <a:lnTo>
                  <a:pt x="948839" y="1768876"/>
                </a:lnTo>
                <a:close/>
                <a:lnTo>
                  <a:pt x="951342" y="1764107"/>
                </a:lnTo>
                <a:close/>
                <a:lnTo>
                  <a:pt x="953846" y="1759546"/>
                </a:lnTo>
                <a:close/>
                <a:lnTo>
                  <a:pt x="956349" y="1755146"/>
                </a:lnTo>
                <a:close/>
                <a:lnTo>
                  <a:pt x="958853" y="1750848"/>
                </a:lnTo>
                <a:close/>
                <a:lnTo>
                  <a:pt x="961357" y="1746594"/>
                </a:lnTo>
                <a:close/>
                <a:lnTo>
                  <a:pt x="963860" y="1742326"/>
                </a:lnTo>
                <a:close/>
                <a:lnTo>
                  <a:pt x="966364" y="1737985"/>
                </a:lnTo>
                <a:close/>
                <a:lnTo>
                  <a:pt x="968867" y="1733513"/>
                </a:lnTo>
                <a:close/>
                <a:lnTo>
                  <a:pt x="971371" y="1728860"/>
                </a:lnTo>
                <a:close/>
                <a:lnTo>
                  <a:pt x="973874" y="1724038"/>
                </a:lnTo>
                <a:close/>
                <a:lnTo>
                  <a:pt x="976378" y="1719081"/>
                </a:lnTo>
                <a:close/>
                <a:lnTo>
                  <a:pt x="978881" y="1714023"/>
                </a:lnTo>
                <a:close/>
                <a:lnTo>
                  <a:pt x="981385" y="1708898"/>
                </a:lnTo>
                <a:close/>
                <a:lnTo>
                  <a:pt x="983888" y="1703742"/>
                </a:lnTo>
                <a:close/>
                <a:lnTo>
                  <a:pt x="986392" y="1698589"/>
                </a:lnTo>
                <a:close/>
                <a:lnTo>
                  <a:pt x="988895" y="1693473"/>
                </a:lnTo>
                <a:close/>
                <a:lnTo>
                  <a:pt x="991399" y="1688404"/>
                </a:lnTo>
                <a:close/>
                <a:lnTo>
                  <a:pt x="993902" y="1683374"/>
                </a:lnTo>
                <a:close/>
                <a:lnTo>
                  <a:pt x="996406" y="1678374"/>
                </a:lnTo>
                <a:close/>
                <a:lnTo>
                  <a:pt x="998909" y="1673394"/>
                </a:lnTo>
                <a:close/>
                <a:lnTo>
                  <a:pt x="1001413" y="1668425"/>
                </a:lnTo>
                <a:close/>
                <a:lnTo>
                  <a:pt x="1003917" y="1663458"/>
                </a:lnTo>
                <a:close/>
                <a:lnTo>
                  <a:pt x="1006420" y="1658482"/>
                </a:lnTo>
                <a:close/>
                <a:lnTo>
                  <a:pt x="1008924" y="1653493"/>
                </a:lnTo>
                <a:close/>
                <a:lnTo>
                  <a:pt x="1011427" y="1648492"/>
                </a:lnTo>
                <a:close/>
                <a:lnTo>
                  <a:pt x="1013931" y="1643483"/>
                </a:lnTo>
                <a:close/>
                <a:lnTo>
                  <a:pt x="1016434" y="1638469"/>
                </a:lnTo>
                <a:close/>
                <a:lnTo>
                  <a:pt x="1018938" y="1633452"/>
                </a:lnTo>
                <a:close/>
                <a:lnTo>
                  <a:pt x="1021441" y="1628437"/>
                </a:lnTo>
                <a:close/>
                <a:lnTo>
                  <a:pt x="1023945" y="1623426"/>
                </a:lnTo>
                <a:close/>
                <a:lnTo>
                  <a:pt x="1026448" y="1618422"/>
                </a:lnTo>
                <a:close/>
                <a:lnTo>
                  <a:pt x="1028952" y="1613423"/>
                </a:lnTo>
                <a:close/>
                <a:lnTo>
                  <a:pt x="1031455" y="1608425"/>
                </a:lnTo>
                <a:close/>
                <a:lnTo>
                  <a:pt x="1033959" y="1603425"/>
                </a:lnTo>
                <a:close/>
                <a:lnTo>
                  <a:pt x="1036462" y="1598421"/>
                </a:lnTo>
                <a:close/>
                <a:lnTo>
                  <a:pt x="1038966" y="1593409"/>
                </a:lnTo>
                <a:close/>
                <a:lnTo>
                  <a:pt x="1041470" y="1588386"/>
                </a:lnTo>
                <a:close/>
                <a:lnTo>
                  <a:pt x="1043973" y="1583350"/>
                </a:lnTo>
                <a:close/>
                <a:lnTo>
                  <a:pt x="1046477" y="1578304"/>
                </a:lnTo>
                <a:close/>
                <a:lnTo>
                  <a:pt x="1048980" y="1573259"/>
                </a:lnTo>
                <a:close/>
                <a:lnTo>
                  <a:pt x="1051484" y="1568222"/>
                </a:lnTo>
                <a:close/>
                <a:lnTo>
                  <a:pt x="1053987" y="1563205"/>
                </a:lnTo>
                <a:close/>
                <a:lnTo>
                  <a:pt x="1056491" y="1558215"/>
                </a:lnTo>
                <a:close/>
                <a:lnTo>
                  <a:pt x="1058994" y="1553263"/>
                </a:lnTo>
                <a:close/>
                <a:lnTo>
                  <a:pt x="1061498" y="1548358"/>
                </a:lnTo>
                <a:close/>
                <a:lnTo>
                  <a:pt x="1064001" y="1543493"/>
                </a:lnTo>
                <a:close/>
                <a:lnTo>
                  <a:pt x="1066505" y="1538636"/>
                </a:lnTo>
                <a:close/>
                <a:lnTo>
                  <a:pt x="1069008" y="1533752"/>
                </a:lnTo>
                <a:close/>
                <a:lnTo>
                  <a:pt x="1071512" y="1528808"/>
                </a:lnTo>
                <a:close/>
                <a:lnTo>
                  <a:pt x="1074016" y="1523768"/>
                </a:lnTo>
                <a:close/>
                <a:lnTo>
                  <a:pt x="1076519" y="1518599"/>
                </a:lnTo>
                <a:close/>
                <a:lnTo>
                  <a:pt x="1079023" y="1513266"/>
                </a:lnTo>
                <a:close/>
                <a:lnTo>
                  <a:pt x="1081526" y="1507750"/>
                </a:lnTo>
                <a:close/>
                <a:lnTo>
                  <a:pt x="1084030" y="1502095"/>
                </a:lnTo>
                <a:close/>
                <a:lnTo>
                  <a:pt x="1086533" y="1496358"/>
                </a:lnTo>
                <a:close/>
                <a:lnTo>
                  <a:pt x="1089037" y="1490598"/>
                </a:lnTo>
                <a:close/>
                <a:lnTo>
                  <a:pt x="1091540" y="1484871"/>
                </a:lnTo>
                <a:close/>
                <a:lnTo>
                  <a:pt x="1094044" y="1479237"/>
                </a:lnTo>
                <a:close/>
                <a:lnTo>
                  <a:pt x="1096547" y="1473753"/>
                </a:lnTo>
                <a:close/>
                <a:lnTo>
                  <a:pt x="1099051" y="1468469"/>
                </a:lnTo>
                <a:close/>
                <a:lnTo>
                  <a:pt x="1101555" y="1463370"/>
                </a:lnTo>
                <a:close/>
                <a:lnTo>
                  <a:pt x="1104058" y="1458399"/>
                </a:lnTo>
                <a:close/>
                <a:lnTo>
                  <a:pt x="1106562" y="1453501"/>
                </a:lnTo>
                <a:close/>
                <a:lnTo>
                  <a:pt x="1109066" y="1448618"/>
                </a:lnTo>
                <a:close/>
                <a:lnTo>
                  <a:pt x="1111569" y="1443696"/>
                </a:lnTo>
                <a:close/>
                <a:lnTo>
                  <a:pt x="1114072" y="1438677"/>
                </a:lnTo>
                <a:close/>
                <a:lnTo>
                  <a:pt x="1116575" y="1433506"/>
                </a:lnTo>
                <a:close/>
                <a:lnTo>
                  <a:pt x="1119078" y="1428162"/>
                </a:lnTo>
                <a:close/>
                <a:lnTo>
                  <a:pt x="1121581" y="1422669"/>
                </a:lnTo>
                <a:close/>
                <a:lnTo>
                  <a:pt x="1124084" y="1417053"/>
                </a:lnTo>
                <a:close/>
                <a:lnTo>
                  <a:pt x="1126587" y="1411341"/>
                </a:lnTo>
                <a:close/>
                <a:lnTo>
                  <a:pt x="1129091" y="1405559"/>
                </a:lnTo>
                <a:close/>
                <a:lnTo>
                  <a:pt x="1131595" y="1399733"/>
                </a:lnTo>
                <a:close/>
                <a:lnTo>
                  <a:pt x="1134100" y="1393890"/>
                </a:lnTo>
                <a:close/>
                <a:lnTo>
                  <a:pt x="1136606" y="1388055"/>
                </a:lnTo>
                <a:close/>
                <a:lnTo>
                  <a:pt x="1139112" y="1382250"/>
                </a:lnTo>
                <a:close/>
                <a:lnTo>
                  <a:pt x="1141618" y="1376495"/>
                </a:lnTo>
                <a:close/>
                <a:lnTo>
                  <a:pt x="1144123" y="1370812"/>
                </a:lnTo>
                <a:close/>
                <a:lnTo>
                  <a:pt x="1146626" y="1365222"/>
                </a:lnTo>
                <a:close/>
                <a:lnTo>
                  <a:pt x="1149127" y="1359744"/>
                </a:lnTo>
                <a:close/>
                <a:lnTo>
                  <a:pt x="1151626" y="1354401"/>
                </a:lnTo>
                <a:close/>
                <a:lnTo>
                  <a:pt x="1154122" y="1349202"/>
                </a:lnTo>
                <a:close/>
                <a:lnTo>
                  <a:pt x="1156617" y="1344075"/>
                </a:lnTo>
                <a:close/>
                <a:lnTo>
                  <a:pt x="1159112" y="1338910"/>
                </a:lnTo>
                <a:close/>
                <a:lnTo>
                  <a:pt x="1161610" y="1333597"/>
                </a:lnTo>
                <a:close/>
                <a:lnTo>
                  <a:pt x="1164112" y="1328027"/>
                </a:lnTo>
                <a:close/>
                <a:lnTo>
                  <a:pt x="1166621" y="1322088"/>
                </a:lnTo>
                <a:close/>
                <a:lnTo>
                  <a:pt x="1169138" y="1315671"/>
                </a:lnTo>
                <a:close/>
                <a:lnTo>
                  <a:pt x="1171667" y="1308677"/>
                </a:lnTo>
                <a:close/>
                <a:lnTo>
                  <a:pt x="1174203" y="1301255"/>
                </a:lnTo>
                <a:close/>
                <a:lnTo>
                  <a:pt x="1176739" y="1293812"/>
                </a:lnTo>
                <a:close/>
                <a:lnTo>
                  <a:pt x="1179269" y="1286767"/>
                </a:lnTo>
                <a:close/>
                <a:lnTo>
                  <a:pt x="1181783" y="1280541"/>
                </a:lnTo>
                <a:close/>
                <a:lnTo>
                  <a:pt x="1184275" y="1275551"/>
                </a:lnTo>
                <a:close/>
                <a:lnTo>
                  <a:pt x="1186736" y="1272218"/>
                </a:lnTo>
                <a:close/>
                <a:lnTo>
                  <a:pt x="1189160" y="1270958"/>
                </a:lnTo>
                <a:close/>
                <a:lnTo>
                  <a:pt x="1191548" y="1271649"/>
                </a:lnTo>
                <a:close/>
                <a:lnTo>
                  <a:pt x="1193926" y="1272905"/>
                </a:lnTo>
                <a:close/>
                <a:lnTo>
                  <a:pt x="1196322" y="1273158"/>
                </a:lnTo>
                <a:close/>
                <a:lnTo>
                  <a:pt x="1198765" y="1270842"/>
                </a:lnTo>
                <a:close/>
                <a:lnTo>
                  <a:pt x="1201284" y="1264390"/>
                </a:lnTo>
                <a:close/>
                <a:lnTo>
                  <a:pt x="1203906" y="1252235"/>
                </a:lnTo>
                <a:close/>
                <a:lnTo>
                  <a:pt x="1206662" y="1232810"/>
                </a:lnTo>
                <a:close/>
                <a:lnTo>
                  <a:pt x="1209563" y="1205385"/>
                </a:lnTo>
                <a:close/>
                <a:lnTo>
                  <a:pt x="1212535" y="1174069"/>
                </a:lnTo>
                <a:close/>
                <a:lnTo>
                  <a:pt x="1215471" y="1144710"/>
                </a:lnTo>
                <a:close/>
                <a:lnTo>
                  <a:pt x="1218266" y="1123153"/>
                </a:lnTo>
                <a:close/>
                <a:lnTo>
                  <a:pt x="1220811" y="1115249"/>
                </a:lnTo>
                <a:close/>
                <a:lnTo>
                  <a:pt x="1223000" y="1126846"/>
                </a:lnTo>
                <a:close/>
                <a:lnTo>
                  <a:pt x="1224726" y="1163791"/>
                </a:lnTo>
                <a:close/>
                <a:lnTo>
                  <a:pt x="1225895" y="1231458"/>
                </a:lnTo>
                <a:close/>
                <a:lnTo>
                  <a:pt x="1226601" y="1327292"/>
                </a:lnTo>
                <a:close/>
                <a:lnTo>
                  <a:pt x="1227098" y="1442189"/>
                </a:lnTo>
                <a:close/>
                <a:lnTo>
                  <a:pt x="1227642" y="1566850"/>
                </a:lnTo>
                <a:close/>
                <a:lnTo>
                  <a:pt x="1228492" y="1691975"/>
                </a:lnTo>
                <a:close/>
                <a:lnTo>
                  <a:pt x="1229904" y="1808266"/>
                </a:lnTo>
                <a:close/>
                <a:lnTo>
                  <a:pt x="1232138" y="1906421"/>
                </a:lnTo>
                <a:close/>
                <a:lnTo>
                  <a:pt x="1235447" y="1977190"/>
                </a:lnTo>
                <a:close/>
                <a:lnTo>
                  <a:pt x="1239933" y="2016217"/>
                </a:lnTo>
                <a:close/>
                <a:lnTo>
                  <a:pt x="1245407" y="2028187"/>
                </a:lnTo>
                <a:close/>
                <a:lnTo>
                  <a:pt x="1251649" y="2018764"/>
                </a:lnTo>
                <a:close/>
                <a:lnTo>
                  <a:pt x="1258440" y="1993611"/>
                </a:lnTo>
                <a:close/>
                <a:lnTo>
                  <a:pt x="1265559" y="1958390"/>
                </a:lnTo>
                <a:close/>
                <a:lnTo>
                  <a:pt x="1272787" y="1918765"/>
                </a:lnTo>
                <a:close/>
                <a:lnTo>
                  <a:pt x="1279905" y="1880399"/>
                </a:lnTo>
                <a:close/>
                <a:lnTo>
                  <a:pt x="1286733" y="1847914"/>
                </a:lnTo>
                <a:close/>
                <a:lnTo>
                  <a:pt x="1293279" y="1821288"/>
                </a:lnTo>
                <a:close/>
                <a:lnTo>
                  <a:pt x="1299602" y="1799202"/>
                </a:lnTo>
                <a:close/>
                <a:lnTo>
                  <a:pt x="1305758" y="1780338"/>
                </a:lnTo>
                <a:close/>
                <a:lnTo>
                  <a:pt x="1311807" y="1763377"/>
                </a:lnTo>
                <a:close/>
                <a:lnTo>
                  <a:pt x="1317807" y="1747001"/>
                </a:lnTo>
                <a:close/>
                <a:lnTo>
                  <a:pt x="1323816" y="1729890"/>
                </a:lnTo>
                <a:close/>
                <a:lnTo>
                  <a:pt x="1329888" y="1710805"/>
                </a:lnTo>
                <a:close/>
                <a:lnTo>
                  <a:pt x="1336039" y="1689436"/>
                </a:lnTo>
                <a:close/>
                <a:lnTo>
                  <a:pt x="1342254" y="1666086"/>
                </a:lnTo>
                <a:close/>
                <a:lnTo>
                  <a:pt x="1348522" y="1641070"/>
                </a:lnTo>
                <a:close/>
                <a:lnTo>
                  <a:pt x="1354827" y="1614704"/>
                </a:lnTo>
                <a:close/>
                <a:lnTo>
                  <a:pt x="1361158" y="1587301"/>
                </a:lnTo>
                <a:close/>
                <a:lnTo>
                  <a:pt x="1367501" y="1559177"/>
                </a:lnTo>
                <a:close/>
                <a:lnTo>
                  <a:pt x="1373842" y="1530645"/>
                </a:lnTo>
                <a:close/>
                <a:lnTo>
                  <a:pt x="1380171" y="1501891"/>
                </a:lnTo>
                <a:close/>
                <a:lnTo>
                  <a:pt x="1386483" y="1472919"/>
                </a:lnTo>
                <a:close/>
                <a:lnTo>
                  <a:pt x="1392774" y="1443718"/>
                </a:lnTo>
                <a:close/>
                <a:lnTo>
                  <a:pt x="1399038" y="1414277"/>
                </a:lnTo>
                <a:close/>
                <a:lnTo>
                  <a:pt x="1405270" y="1384584"/>
                </a:lnTo>
                <a:close/>
                <a:lnTo>
                  <a:pt x="1411465" y="1354628"/>
                </a:lnTo>
                <a:close/>
                <a:lnTo>
                  <a:pt x="1417619" y="1324399"/>
                </a:lnTo>
                <a:close/>
                <a:lnTo>
                  <a:pt x="1423734" y="1293848"/>
                </a:lnTo>
                <a:close/>
                <a:lnTo>
                  <a:pt x="1429836" y="1262803"/>
                </a:lnTo>
                <a:close/>
                <a:lnTo>
                  <a:pt x="1435961" y="1231064"/>
                </a:lnTo>
                <a:close/>
                <a:lnTo>
                  <a:pt x="1442140" y="1198432"/>
                </a:lnTo>
                <a:close/>
                <a:lnTo>
                  <a:pt x="1448406" y="1164707"/>
                </a:lnTo>
                <a:close/>
                <a:lnTo>
                  <a:pt x="1454794" y="1129689"/>
                </a:lnTo>
                <a:close/>
                <a:lnTo>
                  <a:pt x="1461336" y="1093178"/>
                </a:lnTo>
                <a:close/>
                <a:lnTo>
                  <a:pt x="1468054" y="1055045"/>
                </a:lnTo>
                <a:close/>
                <a:lnTo>
                  <a:pt x="1474872" y="1015774"/>
                </a:lnTo>
                <a:close/>
                <a:lnTo>
                  <a:pt x="1481664" y="976172"/>
                </a:lnTo>
                <a:close/>
                <a:lnTo>
                  <a:pt x="1488301" y="937049"/>
                </a:lnTo>
                <a:close/>
                <a:lnTo>
                  <a:pt x="1494656" y="899215"/>
                </a:lnTo>
                <a:close/>
                <a:lnTo>
                  <a:pt x="1500601" y="863480"/>
                </a:lnTo>
                <a:close/>
                <a:lnTo>
                  <a:pt x="1506009" y="830654"/>
                </a:lnTo>
                <a:close/>
                <a:lnTo>
                  <a:pt x="1510756" y="801526"/>
                </a:lnTo>
                <a:close/>
                <a:lnTo>
                  <a:pt x="1514828" y="776210"/>
                </a:lnTo>
                <a:close/>
                <a:lnTo>
                  <a:pt x="1518345" y="754035"/>
                </a:lnTo>
                <a:close/>
                <a:lnTo>
                  <a:pt x="1521431" y="734282"/>
                </a:lnTo>
                <a:close/>
                <a:lnTo>
                  <a:pt x="1524212" y="716235"/>
                </a:lnTo>
                <a:close/>
                <a:lnTo>
                  <a:pt x="1526813" y="699175"/>
                </a:lnTo>
                <a:close/>
                <a:lnTo>
                  <a:pt x="1529361" y="682385"/>
                </a:lnTo>
                <a:close/>
                <a:lnTo>
                  <a:pt x="1531980" y="665148"/>
                </a:lnTo>
                <a:close/>
                <a:lnTo>
                  <a:pt x="1534760" y="646941"/>
                </a:lnTo>
                <a:close/>
                <a:lnTo>
                  <a:pt x="1537695" y="627767"/>
                </a:lnTo>
                <a:close/>
                <a:lnTo>
                  <a:pt x="1540762" y="607716"/>
                </a:lnTo>
                <a:close/>
                <a:lnTo>
                  <a:pt x="1543939" y="586879"/>
                </a:lnTo>
                <a:close/>
                <a:lnTo>
                  <a:pt x="1547203" y="565345"/>
                </a:lnTo>
                <a:close/>
                <a:lnTo>
                  <a:pt x="1550531" y="543205"/>
                </a:lnTo>
                <a:close/>
                <a:lnTo>
                  <a:pt x="1553902" y="520549"/>
                </a:lnTo>
                <a:close/>
                <a:lnTo>
                  <a:pt x="1557291" y="497486"/>
                </a:lnTo>
                <a:close/>
                <a:lnTo>
                  <a:pt x="1560666" y="474251"/>
                </a:lnTo>
                <a:close/>
                <a:lnTo>
                  <a:pt x="1563992" y="451129"/>
                </a:lnTo>
                <a:close/>
                <a:lnTo>
                  <a:pt x="1567234" y="428407"/>
                </a:lnTo>
                <a:close/>
                <a:lnTo>
                  <a:pt x="1570356" y="406372"/>
                </a:lnTo>
                <a:close/>
                <a:lnTo>
                  <a:pt x="1573322" y="385311"/>
                </a:lnTo>
                <a:close/>
                <a:lnTo>
                  <a:pt x="1576097" y="365509"/>
                </a:lnTo>
                <a:close/>
                <a:lnTo>
                  <a:pt x="1578648" y="347242"/>
                </a:lnTo>
                <a:close/>
                <a:lnTo>
                  <a:pt x="1580968" y="330555"/>
                </a:lnTo>
                <a:close/>
                <a:lnTo>
                  <a:pt x="1583081" y="315275"/>
                </a:lnTo>
                <a:close/>
                <a:lnTo>
                  <a:pt x="1585011" y="301221"/>
                </a:lnTo>
                <a:close/>
                <a:lnTo>
                  <a:pt x="1586780" y="288214"/>
                </a:lnTo>
                <a:close/>
                <a:lnTo>
                  <a:pt x="1588413" y="276072"/>
                </a:lnTo>
                <a:close/>
                <a:lnTo>
                  <a:pt x="1589933" y="264615"/>
                </a:lnTo>
                <a:close/>
                <a:lnTo>
                  <a:pt x="1591364" y="253662"/>
                </a:lnTo>
                <a:close/>
                <a:lnTo>
                  <a:pt x="1592724" y="243070"/>
                </a:lnTo>
                <a:close/>
                <a:lnTo>
                  <a:pt x="1594028" y="232772"/>
                </a:lnTo>
                <a:close/>
                <a:lnTo>
                  <a:pt x="1595287" y="222711"/>
                </a:lnTo>
                <a:close/>
                <a:lnTo>
                  <a:pt x="1596512" y="212831"/>
                </a:lnTo>
                <a:close/>
                <a:lnTo>
                  <a:pt x="1597714" y="203075"/>
                </a:lnTo>
                <a:close/>
                <a:lnTo>
                  <a:pt x="1598906" y="193386"/>
                </a:lnTo>
                <a:close/>
                <a:lnTo>
                  <a:pt x="1600098" y="183708"/>
                </a:lnTo>
                <a:close/>
                <a:lnTo>
                  <a:pt x="1601301" y="173988"/>
                </a:lnTo>
                <a:close/>
                <a:lnTo>
                  <a:pt x="1602518" y="164204"/>
                </a:lnTo>
                <a:close/>
                <a:lnTo>
                  <a:pt x="1603749" y="154340"/>
                </a:lnTo>
                <a:close/>
                <a:lnTo>
                  <a:pt x="1604996" y="144383"/>
                </a:lnTo>
                <a:close/>
                <a:lnTo>
                  <a:pt x="1606258" y="134317"/>
                </a:lnTo>
                <a:close/>
                <a:lnTo>
                  <a:pt x="1607537" y="124127"/>
                </a:lnTo>
                <a:close/>
                <a:lnTo>
                  <a:pt x="1608833" y="113799"/>
                </a:lnTo>
                <a:close/>
                <a:lnTo>
                  <a:pt x="1610147" y="103323"/>
                </a:lnTo>
                <a:close/>
                <a:lnTo>
                  <a:pt x="1611470" y="92761"/>
                </a:lnTo>
                <a:close/>
                <a:lnTo>
                  <a:pt x="1612788" y="82226"/>
                </a:lnTo>
                <a:close/>
                <a:lnTo>
                  <a:pt x="1614087" y="71833"/>
                </a:lnTo>
                <a:close/>
                <a:lnTo>
                  <a:pt x="1615352" y="61700"/>
                </a:lnTo>
                <a:close/>
                <a:lnTo>
                  <a:pt x="1616571" y="51940"/>
                </a:lnTo>
                <a:close/>
                <a:lnTo>
                  <a:pt x="1617728" y="42670"/>
                </a:lnTo>
                <a:close/>
                <a:lnTo>
                  <a:pt x="1618809" y="34005"/>
                </a:lnTo>
                <a:close/>
                <a:lnTo>
                  <a:pt x="1619800" y="26061"/>
                </a:lnTo>
                <a:close/>
                <a:lnTo>
                  <a:pt x="1620687" y="18953"/>
                </a:lnTo>
                <a:close/>
                <a:lnTo>
                  <a:pt x="1621455" y="12797"/>
                </a:lnTo>
                <a:close/>
                <a:lnTo>
                  <a:pt x="1622091" y="7708"/>
                </a:lnTo>
                <a:close/>
                <a:lnTo>
                  <a:pt x="1622580" y="3802"/>
                </a:lnTo>
                <a:close/>
                <a:lnTo>
                  <a:pt x="1622907" y="1194"/>
                </a:lnTo>
                <a:close/>
                <a:lnTo>
                  <a:pt x="162306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172200.0" y="742950.0"/>
            <a:ext cx="0.0" cy="18288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742950.0"/>
            <a:ext cx="1600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083300" y="6540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257800.0" y="2503170.0"/>
            <a:ext cx="8229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263640.0" y="2503170.0"/>
            <a:ext cx="50292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18200" y="-17691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6520" y="4254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f(a)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8200" y="25285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