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86200.0" y="2571750.0"/>
            <a:ext cx="27432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71450.0"/>
            <a:ext cx="0.0" cy="3200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800600" y="241859"/>
            <a:ext cx="1234440" cy="1826971"/>
          </a:xfrm>
          <a:custGeom>
            <a:avLst/>
            <a:gdLst/>
            <a:ahLst/>
            <a:cxnLst/>
            <a:rect l="l" t="t" r="r" b="b"/>
            <a:pathLst>
              <a:path w="1234440" h="1826971">
                <a:moveTo>
                  <a:pt x="0" y="1826971"/>
                </a:moveTo>
                <a:lnTo>
                  <a:pt x="4129" y="1825305"/>
                </a:lnTo>
                <a:close/>
                <a:lnTo>
                  <a:pt x="8257" y="1823609"/>
                </a:lnTo>
                <a:close/>
                <a:lnTo>
                  <a:pt x="12386" y="1821883"/>
                </a:lnTo>
                <a:close/>
                <a:lnTo>
                  <a:pt x="16514" y="1820127"/>
                </a:lnTo>
                <a:close/>
                <a:lnTo>
                  <a:pt x="20643" y="1818341"/>
                </a:lnTo>
                <a:close/>
                <a:lnTo>
                  <a:pt x="24771" y="1816526"/>
                </a:lnTo>
                <a:close/>
                <a:lnTo>
                  <a:pt x="28900" y="1814680"/>
                </a:lnTo>
                <a:close/>
                <a:lnTo>
                  <a:pt x="33028" y="1812805"/>
                </a:lnTo>
                <a:close/>
                <a:lnTo>
                  <a:pt x="37157" y="1810900"/>
                </a:lnTo>
                <a:close/>
                <a:lnTo>
                  <a:pt x="41286" y="1808965"/>
                </a:lnTo>
                <a:close/>
                <a:lnTo>
                  <a:pt x="45414" y="1807001"/>
                </a:lnTo>
                <a:close/>
                <a:lnTo>
                  <a:pt x="49543" y="1805006"/>
                </a:lnTo>
                <a:close/>
                <a:lnTo>
                  <a:pt x="53671" y="1802982"/>
                </a:lnTo>
                <a:close/>
                <a:lnTo>
                  <a:pt x="57800" y="1800928"/>
                </a:lnTo>
                <a:close/>
                <a:lnTo>
                  <a:pt x="61928" y="1798844"/>
                </a:lnTo>
                <a:close/>
                <a:lnTo>
                  <a:pt x="66057" y="1796731"/>
                </a:lnTo>
                <a:close/>
                <a:lnTo>
                  <a:pt x="70186" y="1794587"/>
                </a:lnTo>
                <a:close/>
                <a:lnTo>
                  <a:pt x="74314" y="1792414"/>
                </a:lnTo>
                <a:close/>
                <a:lnTo>
                  <a:pt x="78443" y="1790211"/>
                </a:lnTo>
                <a:close/>
                <a:lnTo>
                  <a:pt x="82571" y="1787977"/>
                </a:lnTo>
                <a:close/>
                <a:lnTo>
                  <a:pt x="86700" y="1785715"/>
                </a:lnTo>
                <a:close/>
                <a:lnTo>
                  <a:pt x="90828" y="1783422"/>
                </a:lnTo>
                <a:close/>
                <a:lnTo>
                  <a:pt x="94957" y="1781100"/>
                </a:lnTo>
                <a:close/>
                <a:lnTo>
                  <a:pt x="99085" y="1778747"/>
                </a:lnTo>
                <a:close/>
                <a:lnTo>
                  <a:pt x="103214" y="1776365"/>
                </a:lnTo>
                <a:close/>
                <a:lnTo>
                  <a:pt x="107343" y="1773953"/>
                </a:lnTo>
                <a:close/>
                <a:lnTo>
                  <a:pt x="111471" y="1771511"/>
                </a:lnTo>
                <a:close/>
                <a:lnTo>
                  <a:pt x="115600" y="1769040"/>
                </a:lnTo>
                <a:close/>
                <a:lnTo>
                  <a:pt x="119728" y="1766538"/>
                </a:lnTo>
                <a:close/>
                <a:lnTo>
                  <a:pt x="123857" y="1764007"/>
                </a:lnTo>
                <a:close/>
                <a:lnTo>
                  <a:pt x="127985" y="1761446"/>
                </a:lnTo>
                <a:close/>
                <a:lnTo>
                  <a:pt x="132114" y="1758855"/>
                </a:lnTo>
                <a:close/>
                <a:lnTo>
                  <a:pt x="136243" y="1756234"/>
                </a:lnTo>
                <a:close/>
                <a:lnTo>
                  <a:pt x="140371" y="1753584"/>
                </a:lnTo>
                <a:close/>
                <a:lnTo>
                  <a:pt x="144500" y="1750903"/>
                </a:lnTo>
                <a:close/>
                <a:lnTo>
                  <a:pt x="148628" y="1748193"/>
                </a:lnTo>
                <a:close/>
                <a:lnTo>
                  <a:pt x="152757" y="1745453"/>
                </a:lnTo>
                <a:close/>
                <a:lnTo>
                  <a:pt x="156885" y="1742683"/>
                </a:lnTo>
                <a:close/>
                <a:lnTo>
                  <a:pt x="161014" y="1739883"/>
                </a:lnTo>
                <a:close/>
                <a:lnTo>
                  <a:pt x="165142" y="1737054"/>
                </a:lnTo>
                <a:close/>
                <a:lnTo>
                  <a:pt x="169271" y="1734195"/>
                </a:lnTo>
                <a:close/>
                <a:lnTo>
                  <a:pt x="173400" y="1731305"/>
                </a:lnTo>
                <a:close/>
                <a:lnTo>
                  <a:pt x="177528" y="1728386"/>
                </a:lnTo>
                <a:close/>
                <a:lnTo>
                  <a:pt x="181657" y="1725438"/>
                </a:lnTo>
                <a:close/>
                <a:lnTo>
                  <a:pt x="185785" y="1722459"/>
                </a:lnTo>
                <a:close/>
                <a:lnTo>
                  <a:pt x="189914" y="1719451"/>
                </a:lnTo>
                <a:close/>
                <a:lnTo>
                  <a:pt x="194042" y="1716412"/>
                </a:lnTo>
                <a:close/>
                <a:lnTo>
                  <a:pt x="198171" y="1713344"/>
                </a:lnTo>
                <a:close/>
                <a:lnTo>
                  <a:pt x="202300" y="1710246"/>
                </a:lnTo>
                <a:close/>
                <a:lnTo>
                  <a:pt x="206428" y="1707118"/>
                </a:lnTo>
                <a:close/>
                <a:lnTo>
                  <a:pt x="210557" y="1703961"/>
                </a:lnTo>
                <a:close/>
                <a:lnTo>
                  <a:pt x="214685" y="1700773"/>
                </a:lnTo>
                <a:close/>
                <a:lnTo>
                  <a:pt x="218814" y="1697556"/>
                </a:lnTo>
                <a:close/>
                <a:lnTo>
                  <a:pt x="222942" y="1694309"/>
                </a:lnTo>
                <a:close/>
                <a:lnTo>
                  <a:pt x="227071" y="1691032"/>
                </a:lnTo>
                <a:close/>
                <a:lnTo>
                  <a:pt x="231199" y="1687726"/>
                </a:lnTo>
                <a:close/>
                <a:lnTo>
                  <a:pt x="235328" y="1684389"/>
                </a:lnTo>
                <a:close/>
                <a:lnTo>
                  <a:pt x="239457" y="1681023"/>
                </a:lnTo>
                <a:close/>
                <a:lnTo>
                  <a:pt x="243585" y="1677626"/>
                </a:lnTo>
                <a:close/>
                <a:lnTo>
                  <a:pt x="247714" y="1674200"/>
                </a:lnTo>
                <a:close/>
                <a:lnTo>
                  <a:pt x="251842" y="1670745"/>
                </a:lnTo>
                <a:close/>
                <a:lnTo>
                  <a:pt x="255971" y="1667259"/>
                </a:lnTo>
                <a:close/>
                <a:lnTo>
                  <a:pt x="260099" y="1663743"/>
                </a:lnTo>
                <a:close/>
                <a:lnTo>
                  <a:pt x="264228" y="1660198"/>
                </a:lnTo>
                <a:close/>
                <a:lnTo>
                  <a:pt x="268357" y="1656623"/>
                </a:lnTo>
                <a:close/>
                <a:lnTo>
                  <a:pt x="272485" y="1653018"/>
                </a:lnTo>
                <a:close/>
                <a:lnTo>
                  <a:pt x="276614" y="1649383"/>
                </a:lnTo>
                <a:close/>
                <a:lnTo>
                  <a:pt x="280742" y="1645719"/>
                </a:lnTo>
                <a:close/>
                <a:lnTo>
                  <a:pt x="284871" y="1642024"/>
                </a:lnTo>
                <a:close/>
                <a:lnTo>
                  <a:pt x="288999" y="1638300"/>
                </a:lnTo>
                <a:close/>
                <a:lnTo>
                  <a:pt x="293128" y="1634546"/>
                </a:lnTo>
                <a:close/>
                <a:lnTo>
                  <a:pt x="297256" y="1630762"/>
                </a:lnTo>
                <a:close/>
                <a:lnTo>
                  <a:pt x="301385" y="1626948"/>
                </a:lnTo>
                <a:close/>
                <a:lnTo>
                  <a:pt x="305514" y="1623105"/>
                </a:lnTo>
                <a:close/>
                <a:lnTo>
                  <a:pt x="309642" y="1619231"/>
                </a:lnTo>
                <a:close/>
                <a:lnTo>
                  <a:pt x="313771" y="1615328"/>
                </a:lnTo>
                <a:close/>
                <a:lnTo>
                  <a:pt x="317899" y="1611395"/>
                </a:lnTo>
                <a:close/>
                <a:lnTo>
                  <a:pt x="322028" y="1607432"/>
                </a:lnTo>
                <a:close/>
                <a:lnTo>
                  <a:pt x="326156" y="1603439"/>
                </a:lnTo>
                <a:close/>
                <a:lnTo>
                  <a:pt x="330285" y="1599417"/>
                </a:lnTo>
                <a:close/>
                <a:lnTo>
                  <a:pt x="334414" y="1595364"/>
                </a:lnTo>
                <a:close/>
                <a:lnTo>
                  <a:pt x="338542" y="1591282"/>
                </a:lnTo>
                <a:close/>
                <a:lnTo>
                  <a:pt x="342671" y="1587170"/>
                </a:lnTo>
                <a:close/>
                <a:lnTo>
                  <a:pt x="346799" y="1583029"/>
                </a:lnTo>
                <a:close/>
                <a:lnTo>
                  <a:pt x="350928" y="1578857"/>
                </a:lnTo>
                <a:close/>
                <a:lnTo>
                  <a:pt x="355056" y="1574655"/>
                </a:lnTo>
                <a:close/>
                <a:lnTo>
                  <a:pt x="359185" y="1570424"/>
                </a:lnTo>
                <a:close/>
                <a:lnTo>
                  <a:pt x="363313" y="1566163"/>
                </a:lnTo>
                <a:close/>
                <a:lnTo>
                  <a:pt x="367442" y="1561872"/>
                </a:lnTo>
                <a:close/>
                <a:lnTo>
                  <a:pt x="371571" y="1557551"/>
                </a:lnTo>
                <a:close/>
                <a:lnTo>
                  <a:pt x="375699" y="1553201"/>
                </a:lnTo>
                <a:close/>
                <a:lnTo>
                  <a:pt x="379828" y="1548820"/>
                </a:lnTo>
                <a:close/>
                <a:lnTo>
                  <a:pt x="383956" y="1544410"/>
                </a:lnTo>
                <a:close/>
                <a:lnTo>
                  <a:pt x="388085" y="1539970"/>
                </a:lnTo>
                <a:close/>
                <a:lnTo>
                  <a:pt x="392213" y="1535500"/>
                </a:lnTo>
                <a:close/>
                <a:lnTo>
                  <a:pt x="396342" y="1531000"/>
                </a:lnTo>
                <a:close/>
                <a:lnTo>
                  <a:pt x="400471" y="1526471"/>
                </a:lnTo>
                <a:close/>
                <a:lnTo>
                  <a:pt x="404599" y="1521911"/>
                </a:lnTo>
                <a:close/>
                <a:lnTo>
                  <a:pt x="408728" y="1517322"/>
                </a:lnTo>
                <a:close/>
                <a:lnTo>
                  <a:pt x="412856" y="1512703"/>
                </a:lnTo>
                <a:close/>
                <a:lnTo>
                  <a:pt x="416985" y="1508054"/>
                </a:lnTo>
                <a:close/>
                <a:lnTo>
                  <a:pt x="421113" y="1503376"/>
                </a:lnTo>
                <a:close/>
                <a:lnTo>
                  <a:pt x="425242" y="1498667"/>
                </a:lnTo>
                <a:close/>
                <a:lnTo>
                  <a:pt x="429370" y="1493929"/>
                </a:lnTo>
                <a:close/>
                <a:lnTo>
                  <a:pt x="433499" y="1489161"/>
                </a:lnTo>
                <a:close/>
                <a:lnTo>
                  <a:pt x="437628" y="1484363"/>
                </a:lnTo>
                <a:close/>
                <a:lnTo>
                  <a:pt x="441756" y="1479535"/>
                </a:lnTo>
                <a:close/>
                <a:lnTo>
                  <a:pt x="445885" y="1474677"/>
                </a:lnTo>
                <a:close/>
                <a:lnTo>
                  <a:pt x="450013" y="1469790"/>
                </a:lnTo>
                <a:close/>
                <a:lnTo>
                  <a:pt x="454142" y="1464873"/>
                </a:lnTo>
                <a:close/>
                <a:lnTo>
                  <a:pt x="458270" y="1459926"/>
                </a:lnTo>
                <a:close/>
                <a:lnTo>
                  <a:pt x="462399" y="1454949"/>
                </a:lnTo>
                <a:close/>
                <a:lnTo>
                  <a:pt x="466527" y="1449942"/>
                </a:lnTo>
                <a:close/>
                <a:lnTo>
                  <a:pt x="470656" y="1444905"/>
                </a:lnTo>
                <a:close/>
                <a:lnTo>
                  <a:pt x="474785" y="1439839"/>
                </a:lnTo>
                <a:close/>
                <a:lnTo>
                  <a:pt x="478913" y="1434743"/>
                </a:lnTo>
                <a:close/>
                <a:lnTo>
                  <a:pt x="483042" y="1429617"/>
                </a:lnTo>
                <a:close/>
                <a:lnTo>
                  <a:pt x="487170" y="1424461"/>
                </a:lnTo>
                <a:close/>
                <a:lnTo>
                  <a:pt x="491299" y="1419275"/>
                </a:lnTo>
                <a:close/>
                <a:lnTo>
                  <a:pt x="495427" y="1414060"/>
                </a:lnTo>
                <a:close/>
                <a:lnTo>
                  <a:pt x="499556" y="1408814"/>
                </a:lnTo>
                <a:close/>
                <a:lnTo>
                  <a:pt x="503685" y="1403539"/>
                </a:lnTo>
                <a:close/>
                <a:lnTo>
                  <a:pt x="507813" y="1398234"/>
                </a:lnTo>
                <a:close/>
                <a:lnTo>
                  <a:pt x="511942" y="1392899"/>
                </a:lnTo>
                <a:close/>
                <a:lnTo>
                  <a:pt x="516070" y="1387535"/>
                </a:lnTo>
                <a:close/>
                <a:lnTo>
                  <a:pt x="520199" y="1382140"/>
                </a:lnTo>
                <a:close/>
                <a:lnTo>
                  <a:pt x="524327" y="1376716"/>
                </a:lnTo>
                <a:close/>
                <a:lnTo>
                  <a:pt x="528456" y="1371262"/>
                </a:lnTo>
                <a:close/>
                <a:lnTo>
                  <a:pt x="532584" y="1365778"/>
                </a:lnTo>
                <a:close/>
                <a:lnTo>
                  <a:pt x="536713" y="1360264"/>
                </a:lnTo>
                <a:close/>
                <a:lnTo>
                  <a:pt x="540842" y="1354720"/>
                </a:lnTo>
                <a:close/>
                <a:lnTo>
                  <a:pt x="544970" y="1349147"/>
                </a:lnTo>
                <a:close/>
                <a:lnTo>
                  <a:pt x="549099" y="1343544"/>
                </a:lnTo>
                <a:close/>
                <a:lnTo>
                  <a:pt x="553227" y="1337911"/>
                </a:lnTo>
                <a:close/>
                <a:lnTo>
                  <a:pt x="557356" y="1332248"/>
                </a:lnTo>
                <a:close/>
                <a:lnTo>
                  <a:pt x="561484" y="1326555"/>
                </a:lnTo>
                <a:close/>
                <a:lnTo>
                  <a:pt x="565613" y="1320833"/>
                </a:lnTo>
                <a:close/>
                <a:lnTo>
                  <a:pt x="569742" y="1315080"/>
                </a:lnTo>
                <a:close/>
                <a:lnTo>
                  <a:pt x="573870" y="1309298"/>
                </a:lnTo>
                <a:close/>
                <a:lnTo>
                  <a:pt x="577999" y="1303486"/>
                </a:lnTo>
                <a:close/>
                <a:lnTo>
                  <a:pt x="582127" y="1297644"/>
                </a:lnTo>
                <a:close/>
                <a:lnTo>
                  <a:pt x="586256" y="1291772"/>
                </a:lnTo>
                <a:close/>
                <a:lnTo>
                  <a:pt x="590384" y="1285871"/>
                </a:lnTo>
                <a:close/>
                <a:lnTo>
                  <a:pt x="594513" y="1279940"/>
                </a:lnTo>
                <a:close/>
                <a:lnTo>
                  <a:pt x="598641" y="1273978"/>
                </a:lnTo>
                <a:close/>
                <a:lnTo>
                  <a:pt x="602770" y="1267987"/>
                </a:lnTo>
                <a:close/>
                <a:lnTo>
                  <a:pt x="606899" y="1261967"/>
                </a:lnTo>
                <a:close/>
                <a:lnTo>
                  <a:pt x="611027" y="1255916"/>
                </a:lnTo>
                <a:close/>
                <a:lnTo>
                  <a:pt x="615156" y="1249836"/>
                </a:lnTo>
                <a:close/>
                <a:lnTo>
                  <a:pt x="619284" y="1243725"/>
                </a:lnTo>
                <a:close/>
                <a:lnTo>
                  <a:pt x="623413" y="1237585"/>
                </a:lnTo>
                <a:close/>
                <a:lnTo>
                  <a:pt x="627541" y="1231415"/>
                </a:lnTo>
                <a:close/>
                <a:lnTo>
                  <a:pt x="631670" y="1225216"/>
                </a:lnTo>
                <a:close/>
                <a:lnTo>
                  <a:pt x="635799" y="1218986"/>
                </a:lnTo>
                <a:close/>
                <a:lnTo>
                  <a:pt x="639927" y="1212727"/>
                </a:lnTo>
                <a:close/>
                <a:lnTo>
                  <a:pt x="644056" y="1206437"/>
                </a:lnTo>
                <a:close/>
                <a:lnTo>
                  <a:pt x="648184" y="1200118"/>
                </a:lnTo>
                <a:close/>
                <a:lnTo>
                  <a:pt x="652313" y="1193769"/>
                </a:lnTo>
                <a:close/>
                <a:lnTo>
                  <a:pt x="656441" y="1187391"/>
                </a:lnTo>
                <a:close/>
                <a:lnTo>
                  <a:pt x="660570" y="1180982"/>
                </a:lnTo>
                <a:close/>
                <a:lnTo>
                  <a:pt x="664698" y="1174544"/>
                </a:lnTo>
                <a:close/>
                <a:lnTo>
                  <a:pt x="668827" y="1168076"/>
                </a:lnTo>
                <a:close/>
                <a:lnTo>
                  <a:pt x="672956" y="1161578"/>
                </a:lnTo>
                <a:close/>
                <a:lnTo>
                  <a:pt x="677084" y="1155050"/>
                </a:lnTo>
                <a:close/>
                <a:lnTo>
                  <a:pt x="681213" y="1148492"/>
                </a:lnTo>
                <a:close/>
                <a:lnTo>
                  <a:pt x="685341" y="1141905"/>
                </a:lnTo>
                <a:close/>
                <a:lnTo>
                  <a:pt x="689470" y="1135287"/>
                </a:lnTo>
                <a:close/>
                <a:lnTo>
                  <a:pt x="693598" y="1128640"/>
                </a:lnTo>
                <a:close/>
                <a:lnTo>
                  <a:pt x="697727" y="1121963"/>
                </a:lnTo>
                <a:close/>
                <a:lnTo>
                  <a:pt x="701856" y="1115257"/>
                </a:lnTo>
                <a:close/>
                <a:lnTo>
                  <a:pt x="705984" y="1108520"/>
                </a:lnTo>
                <a:close/>
                <a:lnTo>
                  <a:pt x="710113" y="1101754"/>
                </a:lnTo>
                <a:close/>
                <a:lnTo>
                  <a:pt x="714241" y="1094957"/>
                </a:lnTo>
                <a:close/>
                <a:lnTo>
                  <a:pt x="718370" y="1088131"/>
                </a:lnTo>
                <a:close/>
                <a:lnTo>
                  <a:pt x="722498" y="1081275"/>
                </a:lnTo>
                <a:close/>
                <a:lnTo>
                  <a:pt x="726627" y="1074390"/>
                </a:lnTo>
                <a:close/>
                <a:lnTo>
                  <a:pt x="730755" y="1067474"/>
                </a:lnTo>
                <a:close/>
                <a:lnTo>
                  <a:pt x="734884" y="1060529"/>
                </a:lnTo>
                <a:close/>
                <a:lnTo>
                  <a:pt x="739013" y="1053554"/>
                </a:lnTo>
                <a:close/>
                <a:lnTo>
                  <a:pt x="743141" y="1046549"/>
                </a:lnTo>
                <a:close/>
                <a:lnTo>
                  <a:pt x="747270" y="1039514"/>
                </a:lnTo>
                <a:close/>
                <a:lnTo>
                  <a:pt x="751398" y="1032449"/>
                </a:lnTo>
                <a:close/>
                <a:lnTo>
                  <a:pt x="755527" y="1025355"/>
                </a:lnTo>
                <a:close/>
                <a:lnTo>
                  <a:pt x="759655" y="1018230"/>
                </a:lnTo>
                <a:close/>
                <a:lnTo>
                  <a:pt x="763784" y="1011076"/>
                </a:lnTo>
                <a:close/>
                <a:lnTo>
                  <a:pt x="767913" y="1003892"/>
                </a:lnTo>
                <a:close/>
                <a:lnTo>
                  <a:pt x="772041" y="996678"/>
                </a:lnTo>
                <a:close/>
                <a:lnTo>
                  <a:pt x="776170" y="989435"/>
                </a:lnTo>
                <a:close/>
                <a:lnTo>
                  <a:pt x="780298" y="982161"/>
                </a:lnTo>
                <a:close/>
                <a:lnTo>
                  <a:pt x="784427" y="974858"/>
                </a:lnTo>
                <a:close/>
                <a:lnTo>
                  <a:pt x="788555" y="967525"/>
                </a:lnTo>
                <a:close/>
                <a:lnTo>
                  <a:pt x="792684" y="960162"/>
                </a:lnTo>
                <a:close/>
                <a:lnTo>
                  <a:pt x="796812" y="952769"/>
                </a:lnTo>
                <a:close/>
                <a:lnTo>
                  <a:pt x="800941" y="945347"/>
                </a:lnTo>
                <a:close/>
                <a:lnTo>
                  <a:pt x="805070" y="937894"/>
                </a:lnTo>
                <a:close/>
                <a:lnTo>
                  <a:pt x="809198" y="930412"/>
                </a:lnTo>
                <a:close/>
                <a:lnTo>
                  <a:pt x="813327" y="922900"/>
                </a:lnTo>
                <a:close/>
                <a:lnTo>
                  <a:pt x="817455" y="915358"/>
                </a:lnTo>
                <a:close/>
                <a:lnTo>
                  <a:pt x="821584" y="907786"/>
                </a:lnTo>
                <a:close/>
                <a:lnTo>
                  <a:pt x="825712" y="900185"/>
                </a:lnTo>
                <a:close/>
                <a:lnTo>
                  <a:pt x="829841" y="892553"/>
                </a:lnTo>
                <a:close/>
                <a:lnTo>
                  <a:pt x="833969" y="884892"/>
                </a:lnTo>
                <a:close/>
                <a:lnTo>
                  <a:pt x="838098" y="877201"/>
                </a:lnTo>
                <a:close/>
                <a:lnTo>
                  <a:pt x="842227" y="869480"/>
                </a:lnTo>
                <a:close/>
                <a:lnTo>
                  <a:pt x="846355" y="861730"/>
                </a:lnTo>
                <a:close/>
                <a:lnTo>
                  <a:pt x="850484" y="853949"/>
                </a:lnTo>
                <a:close/>
                <a:lnTo>
                  <a:pt x="854612" y="846139"/>
                </a:lnTo>
                <a:close/>
                <a:lnTo>
                  <a:pt x="858741" y="838299"/>
                </a:lnTo>
                <a:close/>
                <a:lnTo>
                  <a:pt x="862869" y="830429"/>
                </a:lnTo>
                <a:close/>
                <a:lnTo>
                  <a:pt x="866998" y="822529"/>
                </a:lnTo>
                <a:close/>
                <a:lnTo>
                  <a:pt x="871127" y="814600"/>
                </a:lnTo>
                <a:close/>
                <a:lnTo>
                  <a:pt x="875255" y="806640"/>
                </a:lnTo>
                <a:close/>
                <a:lnTo>
                  <a:pt x="879384" y="798651"/>
                </a:lnTo>
                <a:close/>
                <a:lnTo>
                  <a:pt x="883512" y="790632"/>
                </a:lnTo>
                <a:close/>
                <a:lnTo>
                  <a:pt x="887641" y="782583"/>
                </a:lnTo>
                <a:close/>
                <a:lnTo>
                  <a:pt x="891769" y="774504"/>
                </a:lnTo>
                <a:close/>
                <a:lnTo>
                  <a:pt x="895898" y="766396"/>
                </a:lnTo>
                <a:close/>
                <a:lnTo>
                  <a:pt x="900026" y="758257"/>
                </a:lnTo>
                <a:close/>
                <a:lnTo>
                  <a:pt x="904155" y="750089"/>
                </a:lnTo>
                <a:close/>
                <a:lnTo>
                  <a:pt x="908284" y="741891"/>
                </a:lnTo>
                <a:close/>
                <a:lnTo>
                  <a:pt x="912412" y="733663"/>
                </a:lnTo>
                <a:close/>
                <a:lnTo>
                  <a:pt x="916541" y="725406"/>
                </a:lnTo>
                <a:close/>
                <a:lnTo>
                  <a:pt x="920669" y="717118"/>
                </a:lnTo>
                <a:close/>
                <a:lnTo>
                  <a:pt x="924798" y="708801"/>
                </a:lnTo>
                <a:close/>
                <a:lnTo>
                  <a:pt x="928926" y="700454"/>
                </a:lnTo>
                <a:close/>
                <a:lnTo>
                  <a:pt x="933055" y="692077"/>
                </a:lnTo>
                <a:close/>
                <a:lnTo>
                  <a:pt x="937184" y="683670"/>
                </a:lnTo>
                <a:close/>
                <a:lnTo>
                  <a:pt x="941312" y="675233"/>
                </a:lnTo>
                <a:close/>
                <a:lnTo>
                  <a:pt x="945441" y="666767"/>
                </a:lnTo>
                <a:close/>
                <a:lnTo>
                  <a:pt x="949569" y="658270"/>
                </a:lnTo>
                <a:close/>
                <a:lnTo>
                  <a:pt x="953698" y="649744"/>
                </a:lnTo>
                <a:close/>
                <a:lnTo>
                  <a:pt x="957826" y="641188"/>
                </a:lnTo>
                <a:close/>
                <a:lnTo>
                  <a:pt x="961955" y="632603"/>
                </a:lnTo>
                <a:close/>
                <a:lnTo>
                  <a:pt x="966083" y="623987"/>
                </a:lnTo>
                <a:close/>
                <a:lnTo>
                  <a:pt x="970212" y="615342"/>
                </a:lnTo>
                <a:close/>
                <a:lnTo>
                  <a:pt x="974341" y="606666"/>
                </a:lnTo>
                <a:close/>
                <a:lnTo>
                  <a:pt x="978469" y="597961"/>
                </a:lnTo>
                <a:close/>
                <a:lnTo>
                  <a:pt x="982598" y="589226"/>
                </a:lnTo>
                <a:close/>
                <a:lnTo>
                  <a:pt x="986726" y="580462"/>
                </a:lnTo>
                <a:close/>
                <a:lnTo>
                  <a:pt x="990855" y="571667"/>
                </a:lnTo>
                <a:close/>
                <a:lnTo>
                  <a:pt x="994983" y="562843"/>
                </a:lnTo>
                <a:close/>
                <a:lnTo>
                  <a:pt x="999112" y="553989"/>
                </a:lnTo>
                <a:close/>
                <a:lnTo>
                  <a:pt x="1003241" y="545105"/>
                </a:lnTo>
                <a:close/>
                <a:lnTo>
                  <a:pt x="1007369" y="536191"/>
                </a:lnTo>
                <a:close/>
                <a:lnTo>
                  <a:pt x="1011498" y="527247"/>
                </a:lnTo>
                <a:close/>
                <a:lnTo>
                  <a:pt x="1015626" y="518274"/>
                </a:lnTo>
                <a:close/>
                <a:lnTo>
                  <a:pt x="1019755" y="509270"/>
                </a:lnTo>
                <a:close/>
                <a:lnTo>
                  <a:pt x="1023883" y="500237"/>
                </a:lnTo>
                <a:close/>
                <a:lnTo>
                  <a:pt x="1028012" y="491174"/>
                </a:lnTo>
                <a:close/>
                <a:lnTo>
                  <a:pt x="1032140" y="482082"/>
                </a:lnTo>
                <a:close/>
                <a:lnTo>
                  <a:pt x="1036269" y="472959"/>
                </a:lnTo>
                <a:close/>
                <a:lnTo>
                  <a:pt x="1040398" y="463807"/>
                </a:lnTo>
                <a:close/>
                <a:lnTo>
                  <a:pt x="1044526" y="454624"/>
                </a:lnTo>
                <a:close/>
                <a:lnTo>
                  <a:pt x="1048655" y="445412"/>
                </a:lnTo>
                <a:close/>
                <a:lnTo>
                  <a:pt x="1052783" y="436170"/>
                </a:lnTo>
                <a:close/>
                <a:lnTo>
                  <a:pt x="1056912" y="426899"/>
                </a:lnTo>
                <a:close/>
                <a:lnTo>
                  <a:pt x="1061040" y="417597"/>
                </a:lnTo>
                <a:close/>
                <a:lnTo>
                  <a:pt x="1065169" y="408266"/>
                </a:lnTo>
                <a:close/>
                <a:lnTo>
                  <a:pt x="1069298" y="398904"/>
                </a:lnTo>
                <a:close/>
                <a:lnTo>
                  <a:pt x="1073426" y="389513"/>
                </a:lnTo>
                <a:close/>
                <a:lnTo>
                  <a:pt x="1077555" y="380093"/>
                </a:lnTo>
                <a:close/>
                <a:lnTo>
                  <a:pt x="1081683" y="370642"/>
                </a:lnTo>
                <a:close/>
                <a:lnTo>
                  <a:pt x="1085812" y="361161"/>
                </a:lnTo>
                <a:close/>
                <a:lnTo>
                  <a:pt x="1089940" y="351651"/>
                </a:lnTo>
                <a:close/>
                <a:lnTo>
                  <a:pt x="1094069" y="342111"/>
                </a:lnTo>
                <a:close/>
                <a:lnTo>
                  <a:pt x="1098197" y="332541"/>
                </a:lnTo>
                <a:close/>
                <a:lnTo>
                  <a:pt x="1102326" y="322941"/>
                </a:lnTo>
                <a:close/>
                <a:lnTo>
                  <a:pt x="1106455" y="313312"/>
                </a:lnTo>
                <a:close/>
                <a:lnTo>
                  <a:pt x="1110583" y="303652"/>
                </a:lnTo>
                <a:close/>
                <a:lnTo>
                  <a:pt x="1114712" y="293963"/>
                </a:lnTo>
                <a:close/>
                <a:lnTo>
                  <a:pt x="1118840" y="284244"/>
                </a:lnTo>
                <a:close/>
                <a:lnTo>
                  <a:pt x="1122969" y="274495"/>
                </a:lnTo>
                <a:close/>
                <a:lnTo>
                  <a:pt x="1127097" y="264716"/>
                </a:lnTo>
                <a:close/>
                <a:lnTo>
                  <a:pt x="1131226" y="254907"/>
                </a:lnTo>
                <a:close/>
                <a:lnTo>
                  <a:pt x="1135355" y="245069"/>
                </a:lnTo>
                <a:close/>
                <a:lnTo>
                  <a:pt x="1139483" y="235201"/>
                </a:lnTo>
                <a:close/>
                <a:lnTo>
                  <a:pt x="1143612" y="225303"/>
                </a:lnTo>
                <a:close/>
                <a:lnTo>
                  <a:pt x="1147740" y="215375"/>
                </a:lnTo>
                <a:close/>
                <a:lnTo>
                  <a:pt x="1151869" y="205417"/>
                </a:lnTo>
                <a:close/>
                <a:lnTo>
                  <a:pt x="1155997" y="195430"/>
                </a:lnTo>
                <a:close/>
                <a:lnTo>
                  <a:pt x="1160126" y="185412"/>
                </a:lnTo>
                <a:close/>
                <a:lnTo>
                  <a:pt x="1164254" y="175365"/>
                </a:lnTo>
                <a:close/>
                <a:lnTo>
                  <a:pt x="1168383" y="165288"/>
                </a:lnTo>
                <a:close/>
                <a:lnTo>
                  <a:pt x="1172512" y="155181"/>
                </a:lnTo>
                <a:close/>
                <a:lnTo>
                  <a:pt x="1176640" y="145045"/>
                </a:lnTo>
                <a:close/>
                <a:lnTo>
                  <a:pt x="1180769" y="134878"/>
                </a:lnTo>
                <a:close/>
                <a:lnTo>
                  <a:pt x="1184897" y="124682"/>
                </a:lnTo>
                <a:close/>
                <a:lnTo>
                  <a:pt x="1189026" y="114456"/>
                </a:lnTo>
                <a:close/>
                <a:lnTo>
                  <a:pt x="1193154" y="104200"/>
                </a:lnTo>
                <a:close/>
                <a:lnTo>
                  <a:pt x="1197283" y="93914"/>
                </a:lnTo>
                <a:close/>
                <a:lnTo>
                  <a:pt x="1201412" y="83598"/>
                </a:lnTo>
                <a:close/>
                <a:lnTo>
                  <a:pt x="1205540" y="73253"/>
                </a:lnTo>
                <a:close/>
                <a:lnTo>
                  <a:pt x="1209669" y="62878"/>
                </a:lnTo>
                <a:close/>
                <a:lnTo>
                  <a:pt x="1213797" y="52473"/>
                </a:lnTo>
                <a:close/>
                <a:lnTo>
                  <a:pt x="1217926" y="42038"/>
                </a:lnTo>
                <a:close/>
                <a:lnTo>
                  <a:pt x="1222054" y="31573"/>
                </a:lnTo>
                <a:close/>
                <a:lnTo>
                  <a:pt x="1226183" y="21078"/>
                </a:lnTo>
                <a:close/>
                <a:lnTo>
                  <a:pt x="1230311" y="10554"/>
                </a:lnTo>
                <a:close/>
                <a:lnTo>
                  <a:pt x="123444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577840.0" y="1229410.8"/>
            <a:ext cx="0.0" cy="1342339.2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229410.8"/>
            <a:ext cx="100584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501640" y="115321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349240" y="1308049"/>
            <a:ext cx="182880" cy="277978"/>
          </a:xfrm>
          <a:custGeom>
            <a:avLst/>
            <a:gdLst/>
            <a:ahLst/>
            <a:cxnLst/>
            <a:rect l="l" t="t" r="r" b="b"/>
            <a:pathLst>
              <a:path w="182880" h="277978">
                <a:moveTo>
                  <a:pt x="0" y="277978"/>
                </a:moveTo>
                <a:lnTo>
                  <a:pt x="1847" y="275463"/>
                </a:lnTo>
                <a:close/>
                <a:lnTo>
                  <a:pt x="3695" y="272941"/>
                </a:lnTo>
                <a:close/>
                <a:lnTo>
                  <a:pt x="5542" y="270414"/>
                </a:lnTo>
                <a:close/>
                <a:lnTo>
                  <a:pt x="7389" y="267881"/>
                </a:lnTo>
                <a:close/>
                <a:lnTo>
                  <a:pt x="9236" y="265342"/>
                </a:lnTo>
                <a:close/>
                <a:lnTo>
                  <a:pt x="11084" y="262797"/>
                </a:lnTo>
                <a:close/>
                <a:lnTo>
                  <a:pt x="12931" y="260245"/>
                </a:lnTo>
                <a:close/>
                <a:lnTo>
                  <a:pt x="14778" y="257688"/>
                </a:lnTo>
                <a:close/>
                <a:lnTo>
                  <a:pt x="16625" y="255125"/>
                </a:lnTo>
                <a:close/>
                <a:lnTo>
                  <a:pt x="18473" y="252556"/>
                </a:lnTo>
                <a:close/>
                <a:lnTo>
                  <a:pt x="20320" y="249981"/>
                </a:lnTo>
                <a:close/>
                <a:lnTo>
                  <a:pt x="22167" y="247400"/>
                </a:lnTo>
                <a:close/>
                <a:lnTo>
                  <a:pt x="24015" y="244813"/>
                </a:lnTo>
                <a:close/>
                <a:lnTo>
                  <a:pt x="25862" y="242221"/>
                </a:lnTo>
                <a:close/>
                <a:lnTo>
                  <a:pt x="27709" y="239622"/>
                </a:lnTo>
                <a:close/>
                <a:lnTo>
                  <a:pt x="29556" y="237017"/>
                </a:lnTo>
                <a:close/>
                <a:lnTo>
                  <a:pt x="31404" y="234406"/>
                </a:lnTo>
                <a:close/>
                <a:lnTo>
                  <a:pt x="33251" y="231789"/>
                </a:lnTo>
                <a:close/>
                <a:lnTo>
                  <a:pt x="35098" y="229167"/>
                </a:lnTo>
                <a:close/>
                <a:lnTo>
                  <a:pt x="36945" y="226538"/>
                </a:lnTo>
                <a:close/>
                <a:lnTo>
                  <a:pt x="38793" y="223903"/>
                </a:lnTo>
                <a:close/>
                <a:lnTo>
                  <a:pt x="40640" y="221262"/>
                </a:lnTo>
                <a:close/>
                <a:lnTo>
                  <a:pt x="42487" y="218616"/>
                </a:lnTo>
                <a:close/>
                <a:lnTo>
                  <a:pt x="44335" y="215963"/>
                </a:lnTo>
                <a:close/>
                <a:lnTo>
                  <a:pt x="46182" y="213305"/>
                </a:lnTo>
                <a:close/>
                <a:lnTo>
                  <a:pt x="48029" y="210640"/>
                </a:lnTo>
                <a:close/>
                <a:lnTo>
                  <a:pt x="49876" y="207970"/>
                </a:lnTo>
                <a:close/>
                <a:lnTo>
                  <a:pt x="51724" y="205293"/>
                </a:lnTo>
                <a:close/>
                <a:lnTo>
                  <a:pt x="53571" y="202611"/>
                </a:lnTo>
                <a:close/>
                <a:lnTo>
                  <a:pt x="55418" y="199922"/>
                </a:lnTo>
                <a:close/>
                <a:lnTo>
                  <a:pt x="57265" y="197228"/>
                </a:lnTo>
                <a:close/>
                <a:lnTo>
                  <a:pt x="59113" y="194527"/>
                </a:lnTo>
                <a:close/>
                <a:lnTo>
                  <a:pt x="60960" y="191821"/>
                </a:lnTo>
                <a:close/>
                <a:lnTo>
                  <a:pt x="62807" y="189109"/>
                </a:lnTo>
                <a:close/>
                <a:lnTo>
                  <a:pt x="64655" y="186390"/>
                </a:lnTo>
                <a:close/>
                <a:lnTo>
                  <a:pt x="66502" y="183666"/>
                </a:lnTo>
                <a:close/>
                <a:lnTo>
                  <a:pt x="68349" y="180936"/>
                </a:lnTo>
                <a:close/>
                <a:lnTo>
                  <a:pt x="70196" y="178200"/>
                </a:lnTo>
                <a:close/>
                <a:lnTo>
                  <a:pt x="72044" y="175458"/>
                </a:lnTo>
                <a:close/>
                <a:lnTo>
                  <a:pt x="73891" y="172709"/>
                </a:lnTo>
                <a:close/>
                <a:lnTo>
                  <a:pt x="75738" y="169955"/>
                </a:lnTo>
                <a:close/>
                <a:lnTo>
                  <a:pt x="77585" y="167195"/>
                </a:lnTo>
                <a:close/>
                <a:lnTo>
                  <a:pt x="79433" y="164429"/>
                </a:lnTo>
                <a:close/>
                <a:lnTo>
                  <a:pt x="81280" y="161657"/>
                </a:lnTo>
                <a:close/>
                <a:lnTo>
                  <a:pt x="83127" y="158879"/>
                </a:lnTo>
                <a:close/>
                <a:lnTo>
                  <a:pt x="84975" y="156095"/>
                </a:lnTo>
                <a:close/>
                <a:lnTo>
                  <a:pt x="86822" y="153305"/>
                </a:lnTo>
                <a:close/>
                <a:lnTo>
                  <a:pt x="88669" y="150509"/>
                </a:lnTo>
                <a:close/>
                <a:lnTo>
                  <a:pt x="90516" y="147707"/>
                </a:lnTo>
                <a:close/>
                <a:lnTo>
                  <a:pt x="92364" y="144900"/>
                </a:lnTo>
                <a:close/>
                <a:lnTo>
                  <a:pt x="94211" y="142086"/>
                </a:lnTo>
                <a:close/>
                <a:lnTo>
                  <a:pt x="96058" y="139266"/>
                </a:lnTo>
                <a:close/>
                <a:lnTo>
                  <a:pt x="97905" y="136440"/>
                </a:lnTo>
                <a:close/>
                <a:lnTo>
                  <a:pt x="99753" y="133608"/>
                </a:lnTo>
                <a:close/>
                <a:lnTo>
                  <a:pt x="101600" y="130771"/>
                </a:lnTo>
                <a:close/>
                <a:lnTo>
                  <a:pt x="103447" y="127927"/>
                </a:lnTo>
                <a:close/>
                <a:lnTo>
                  <a:pt x="105295" y="125077"/>
                </a:lnTo>
                <a:close/>
                <a:lnTo>
                  <a:pt x="107142" y="122222"/>
                </a:lnTo>
                <a:close/>
                <a:lnTo>
                  <a:pt x="108989" y="119360"/>
                </a:lnTo>
                <a:close/>
                <a:lnTo>
                  <a:pt x="110836" y="116493"/>
                </a:lnTo>
                <a:close/>
                <a:lnTo>
                  <a:pt x="112684" y="113619"/>
                </a:lnTo>
                <a:close/>
                <a:lnTo>
                  <a:pt x="114531" y="110740"/>
                </a:lnTo>
                <a:close/>
                <a:lnTo>
                  <a:pt x="116378" y="107854"/>
                </a:lnTo>
                <a:close/>
                <a:lnTo>
                  <a:pt x="118225" y="104963"/>
                </a:lnTo>
                <a:close/>
                <a:lnTo>
                  <a:pt x="120073" y="102065"/>
                </a:lnTo>
                <a:close/>
                <a:lnTo>
                  <a:pt x="121920" y="99162"/>
                </a:lnTo>
                <a:close/>
                <a:lnTo>
                  <a:pt x="123767" y="96252"/>
                </a:lnTo>
                <a:close/>
                <a:lnTo>
                  <a:pt x="125615" y="93337"/>
                </a:lnTo>
                <a:close/>
                <a:lnTo>
                  <a:pt x="127462" y="90416"/>
                </a:lnTo>
                <a:close/>
                <a:lnTo>
                  <a:pt x="129309" y="87489"/>
                </a:lnTo>
                <a:close/>
                <a:lnTo>
                  <a:pt x="131156" y="84555"/>
                </a:lnTo>
                <a:close/>
                <a:lnTo>
                  <a:pt x="133004" y="81616"/>
                </a:lnTo>
                <a:close/>
                <a:lnTo>
                  <a:pt x="134851" y="78671"/>
                </a:lnTo>
                <a:close/>
                <a:lnTo>
                  <a:pt x="136698" y="75720"/>
                </a:lnTo>
                <a:close/>
                <a:lnTo>
                  <a:pt x="138545" y="72763"/>
                </a:lnTo>
                <a:close/>
                <a:lnTo>
                  <a:pt x="140393" y="69799"/>
                </a:lnTo>
                <a:close/>
                <a:lnTo>
                  <a:pt x="142240" y="66830"/>
                </a:lnTo>
                <a:close/>
                <a:lnTo>
                  <a:pt x="144087" y="63855"/>
                </a:lnTo>
                <a:close/>
                <a:lnTo>
                  <a:pt x="145935" y="60874"/>
                </a:lnTo>
                <a:close/>
                <a:lnTo>
                  <a:pt x="147782" y="57887"/>
                </a:lnTo>
                <a:close/>
                <a:lnTo>
                  <a:pt x="149629" y="54894"/>
                </a:lnTo>
                <a:close/>
                <a:lnTo>
                  <a:pt x="151476" y="51896"/>
                </a:lnTo>
                <a:close/>
                <a:lnTo>
                  <a:pt x="153324" y="48891"/>
                </a:lnTo>
                <a:close/>
                <a:lnTo>
                  <a:pt x="155171" y="45880"/>
                </a:lnTo>
                <a:close/>
                <a:lnTo>
                  <a:pt x="157018" y="42863"/>
                </a:lnTo>
                <a:close/>
                <a:lnTo>
                  <a:pt x="158865" y="39840"/>
                </a:lnTo>
                <a:close/>
                <a:lnTo>
                  <a:pt x="160713" y="36811"/>
                </a:lnTo>
                <a:close/>
                <a:lnTo>
                  <a:pt x="162560" y="33777"/>
                </a:lnTo>
                <a:close/>
                <a:lnTo>
                  <a:pt x="164407" y="30736"/>
                </a:lnTo>
                <a:close/>
                <a:lnTo>
                  <a:pt x="166255" y="27689"/>
                </a:lnTo>
                <a:close/>
                <a:lnTo>
                  <a:pt x="168102" y="24636"/>
                </a:lnTo>
                <a:close/>
                <a:lnTo>
                  <a:pt x="169949" y="21578"/>
                </a:lnTo>
                <a:close/>
                <a:lnTo>
                  <a:pt x="171796" y="18513"/>
                </a:lnTo>
                <a:close/>
                <a:lnTo>
                  <a:pt x="173644" y="15443"/>
                </a:lnTo>
                <a:close/>
                <a:lnTo>
                  <a:pt x="175491" y="12366"/>
                </a:lnTo>
                <a:close/>
                <a:lnTo>
                  <a:pt x="177338" y="9284"/>
                </a:lnTo>
                <a:close/>
                <a:lnTo>
                  <a:pt x="179185" y="6195"/>
                </a:lnTo>
                <a:close/>
                <a:lnTo>
                  <a:pt x="181033" y="3101"/>
                </a:lnTo>
                <a:close/>
                <a:lnTo>
                  <a:pt x="182880" y="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623560" y="680771"/>
            <a:ext cx="228600" cy="466344"/>
          </a:xfrm>
          <a:custGeom>
            <a:avLst/>
            <a:gdLst/>
            <a:ahLst/>
            <a:cxnLst/>
            <a:rect l="l" t="t" r="r" b="b"/>
            <a:pathLst>
              <a:path w="228600" h="466344">
                <a:moveTo>
                  <a:pt x="228600" y="0"/>
                </a:moveTo>
                <a:lnTo>
                  <a:pt x="226291" y="5167"/>
                </a:lnTo>
                <a:close/>
                <a:lnTo>
                  <a:pt x="223982" y="10326"/>
                </a:lnTo>
                <a:close/>
                <a:lnTo>
                  <a:pt x="221673" y="15475"/>
                </a:lnTo>
                <a:close/>
                <a:lnTo>
                  <a:pt x="219364" y="20615"/>
                </a:lnTo>
                <a:close/>
                <a:lnTo>
                  <a:pt x="217055" y="25745"/>
                </a:lnTo>
                <a:close/>
                <a:lnTo>
                  <a:pt x="214745" y="30866"/>
                </a:lnTo>
                <a:close/>
                <a:lnTo>
                  <a:pt x="212436" y="35978"/>
                </a:lnTo>
                <a:close/>
                <a:lnTo>
                  <a:pt x="210127" y="41080"/>
                </a:lnTo>
                <a:close/>
                <a:lnTo>
                  <a:pt x="207818" y="46173"/>
                </a:lnTo>
                <a:close/>
                <a:lnTo>
                  <a:pt x="205509" y="51257"/>
                </a:lnTo>
                <a:close/>
                <a:lnTo>
                  <a:pt x="203200" y="56331"/>
                </a:lnTo>
                <a:close/>
                <a:lnTo>
                  <a:pt x="200891" y="61396"/>
                </a:lnTo>
                <a:close/>
                <a:lnTo>
                  <a:pt x="198582" y="66452"/>
                </a:lnTo>
                <a:close/>
                <a:lnTo>
                  <a:pt x="196273" y="71499"/>
                </a:lnTo>
                <a:close/>
                <a:lnTo>
                  <a:pt x="193964" y="76536"/>
                </a:lnTo>
                <a:close/>
                <a:lnTo>
                  <a:pt x="191655" y="81563"/>
                </a:lnTo>
                <a:close/>
                <a:lnTo>
                  <a:pt x="189345" y="86582"/>
                </a:lnTo>
                <a:close/>
                <a:lnTo>
                  <a:pt x="187036" y="91591"/>
                </a:lnTo>
                <a:close/>
                <a:lnTo>
                  <a:pt x="184727" y="96591"/>
                </a:lnTo>
                <a:close/>
                <a:lnTo>
                  <a:pt x="182418" y="101581"/>
                </a:lnTo>
                <a:close/>
                <a:lnTo>
                  <a:pt x="180109" y="106562"/>
                </a:lnTo>
                <a:close/>
                <a:lnTo>
                  <a:pt x="177800" y="111534"/>
                </a:lnTo>
                <a:close/>
                <a:lnTo>
                  <a:pt x="175491" y="116496"/>
                </a:lnTo>
                <a:close/>
                <a:lnTo>
                  <a:pt x="173182" y="121450"/>
                </a:lnTo>
                <a:close/>
                <a:lnTo>
                  <a:pt x="170873" y="126393"/>
                </a:lnTo>
                <a:close/>
                <a:lnTo>
                  <a:pt x="168564" y="131328"/>
                </a:lnTo>
                <a:close/>
                <a:lnTo>
                  <a:pt x="166255" y="136253"/>
                </a:lnTo>
                <a:close/>
                <a:lnTo>
                  <a:pt x="163945" y="141169"/>
                </a:lnTo>
                <a:close/>
                <a:lnTo>
                  <a:pt x="161636" y="146075"/>
                </a:lnTo>
                <a:close/>
                <a:lnTo>
                  <a:pt x="159327" y="150972"/>
                </a:lnTo>
                <a:close/>
                <a:lnTo>
                  <a:pt x="157018" y="155860"/>
                </a:lnTo>
                <a:close/>
                <a:lnTo>
                  <a:pt x="154709" y="160739"/>
                </a:lnTo>
                <a:close/>
                <a:lnTo>
                  <a:pt x="152400" y="165608"/>
                </a:lnTo>
                <a:close/>
                <a:lnTo>
                  <a:pt x="150091" y="170468"/>
                </a:lnTo>
                <a:close/>
                <a:lnTo>
                  <a:pt x="147782" y="175318"/>
                </a:lnTo>
                <a:close/>
                <a:lnTo>
                  <a:pt x="145473" y="180159"/>
                </a:lnTo>
                <a:close/>
                <a:lnTo>
                  <a:pt x="143164" y="184991"/>
                </a:lnTo>
                <a:close/>
                <a:lnTo>
                  <a:pt x="140855" y="189814"/>
                </a:lnTo>
                <a:close/>
                <a:lnTo>
                  <a:pt x="138545" y="194627"/>
                </a:lnTo>
                <a:close/>
                <a:lnTo>
                  <a:pt x="136236" y="199431"/>
                </a:lnTo>
                <a:close/>
                <a:lnTo>
                  <a:pt x="133927" y="204225"/>
                </a:lnTo>
                <a:close/>
                <a:lnTo>
                  <a:pt x="131618" y="209010"/>
                </a:lnTo>
                <a:close/>
                <a:lnTo>
                  <a:pt x="129309" y="213786"/>
                </a:lnTo>
                <a:close/>
                <a:lnTo>
                  <a:pt x="127000" y="218553"/>
                </a:lnTo>
                <a:close/>
                <a:lnTo>
                  <a:pt x="124691" y="223310"/>
                </a:lnTo>
                <a:close/>
                <a:lnTo>
                  <a:pt x="122382" y="228058"/>
                </a:lnTo>
                <a:close/>
                <a:lnTo>
                  <a:pt x="120073" y="232796"/>
                </a:lnTo>
                <a:close/>
                <a:lnTo>
                  <a:pt x="117764" y="237525"/>
                </a:lnTo>
                <a:close/>
                <a:lnTo>
                  <a:pt x="115455" y="242245"/>
                </a:lnTo>
                <a:close/>
                <a:lnTo>
                  <a:pt x="113145" y="246956"/>
                </a:lnTo>
                <a:close/>
                <a:lnTo>
                  <a:pt x="110836" y="251657"/>
                </a:lnTo>
                <a:close/>
                <a:lnTo>
                  <a:pt x="108527" y="256349"/>
                </a:lnTo>
                <a:close/>
                <a:lnTo>
                  <a:pt x="106218" y="261032"/>
                </a:lnTo>
                <a:close/>
                <a:lnTo>
                  <a:pt x="103909" y="265705"/>
                </a:lnTo>
                <a:close/>
                <a:lnTo>
                  <a:pt x="101600" y="270369"/>
                </a:lnTo>
                <a:close/>
                <a:lnTo>
                  <a:pt x="99291" y="275023"/>
                </a:lnTo>
                <a:close/>
                <a:lnTo>
                  <a:pt x="96982" y="279668"/>
                </a:lnTo>
                <a:close/>
                <a:lnTo>
                  <a:pt x="94673" y="284304"/>
                </a:lnTo>
                <a:close/>
                <a:lnTo>
                  <a:pt x="92364" y="288931"/>
                </a:lnTo>
                <a:close/>
                <a:lnTo>
                  <a:pt x="90055" y="293548"/>
                </a:lnTo>
                <a:close/>
                <a:lnTo>
                  <a:pt x="87745" y="298156"/>
                </a:lnTo>
                <a:close/>
                <a:lnTo>
                  <a:pt x="85436" y="302755"/>
                </a:lnTo>
                <a:close/>
                <a:lnTo>
                  <a:pt x="83127" y="307344"/>
                </a:lnTo>
                <a:close/>
                <a:lnTo>
                  <a:pt x="80818" y="311924"/>
                </a:lnTo>
                <a:close/>
                <a:lnTo>
                  <a:pt x="78509" y="316495"/>
                </a:lnTo>
                <a:close/>
                <a:lnTo>
                  <a:pt x="76200" y="321056"/>
                </a:lnTo>
                <a:close/>
                <a:lnTo>
                  <a:pt x="73891" y="325608"/>
                </a:lnTo>
                <a:close/>
                <a:lnTo>
                  <a:pt x="71582" y="330150"/>
                </a:lnTo>
                <a:close/>
                <a:lnTo>
                  <a:pt x="69273" y="334684"/>
                </a:lnTo>
                <a:close/>
                <a:lnTo>
                  <a:pt x="66964" y="339208"/>
                </a:lnTo>
                <a:close/>
                <a:lnTo>
                  <a:pt x="64655" y="343722"/>
                </a:lnTo>
                <a:close/>
                <a:lnTo>
                  <a:pt x="62345" y="348228"/>
                </a:lnTo>
                <a:close/>
                <a:lnTo>
                  <a:pt x="60036" y="352723"/>
                </a:lnTo>
                <a:close/>
                <a:lnTo>
                  <a:pt x="57727" y="357210"/>
                </a:lnTo>
                <a:close/>
                <a:lnTo>
                  <a:pt x="55418" y="361687"/>
                </a:lnTo>
                <a:close/>
                <a:lnTo>
                  <a:pt x="53109" y="366155"/>
                </a:lnTo>
                <a:close/>
                <a:lnTo>
                  <a:pt x="50800" y="370614"/>
                </a:lnTo>
                <a:close/>
                <a:lnTo>
                  <a:pt x="48491" y="375063"/>
                </a:lnTo>
                <a:close/>
                <a:lnTo>
                  <a:pt x="46182" y="379503"/>
                </a:lnTo>
                <a:close/>
                <a:lnTo>
                  <a:pt x="43873" y="383934"/>
                </a:lnTo>
                <a:close/>
                <a:lnTo>
                  <a:pt x="41564" y="388355"/>
                </a:lnTo>
                <a:close/>
                <a:lnTo>
                  <a:pt x="39255" y="392767"/>
                </a:lnTo>
                <a:close/>
                <a:lnTo>
                  <a:pt x="36945" y="397170"/>
                </a:lnTo>
                <a:close/>
                <a:lnTo>
                  <a:pt x="34636" y="401563"/>
                </a:lnTo>
                <a:close/>
                <a:lnTo>
                  <a:pt x="32327" y="405947"/>
                </a:lnTo>
                <a:close/>
                <a:lnTo>
                  <a:pt x="30018" y="410322"/>
                </a:lnTo>
                <a:close/>
                <a:lnTo>
                  <a:pt x="27709" y="414687"/>
                </a:lnTo>
                <a:close/>
                <a:lnTo>
                  <a:pt x="25400" y="419043"/>
                </a:lnTo>
                <a:close/>
                <a:lnTo>
                  <a:pt x="23091" y="423390"/>
                </a:lnTo>
                <a:close/>
                <a:lnTo>
                  <a:pt x="20782" y="427727"/>
                </a:lnTo>
                <a:close/>
                <a:lnTo>
                  <a:pt x="18473" y="432055"/>
                </a:lnTo>
                <a:close/>
                <a:lnTo>
                  <a:pt x="16164" y="436374"/>
                </a:lnTo>
                <a:close/>
                <a:lnTo>
                  <a:pt x="13855" y="440684"/>
                </a:lnTo>
                <a:close/>
                <a:lnTo>
                  <a:pt x="11545" y="444984"/>
                </a:lnTo>
                <a:close/>
                <a:lnTo>
                  <a:pt x="9236" y="449274"/>
                </a:lnTo>
                <a:close/>
                <a:lnTo>
                  <a:pt x="6927" y="453556"/>
                </a:lnTo>
                <a:close/>
                <a:lnTo>
                  <a:pt x="4618" y="457828"/>
                </a:lnTo>
                <a:close/>
                <a:lnTo>
                  <a:pt x="2309" y="462090"/>
                </a:lnTo>
                <a:close/>
                <a:lnTo>
                  <a:pt x="0" y="466344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120640.0" y="2434590.0"/>
            <a:ext cx="3657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669280.0" y="2434590.0"/>
            <a:ext cx="3657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2384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7960" y="9119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