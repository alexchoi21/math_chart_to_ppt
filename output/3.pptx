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937760.0" y="2459316.1224489794"/>
            <a:ext cx="34523.2653061226" cy="20993.8775510205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972283.265306123" y="2438322.2448979593"/>
            <a:ext cx="34523.2653061226" cy="20993.8775510201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5006806.530612245" y="2416395.306122449"/>
            <a:ext cx="34523.2653061226" cy="21926.9387755100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041329.795918368" y="2394468.3673469387"/>
            <a:ext cx="34523.26530612167" cy="21926.93877551052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075853.0612244895" y="2372541.4285714286"/>
            <a:ext cx="34523.2653061226" cy="21926.9387755100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110376.326530612" y="2350614.4897959186"/>
            <a:ext cx="34523.2653061226" cy="21926.9387755100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144899.591836735" y="2336618.5714285714"/>
            <a:ext cx="34523.2653061226" cy="13995.9183673472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179422.857142857" y="2322622.6530612246"/>
            <a:ext cx="34523.2653061226" cy="13995.9183673467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213946.12244898" y="2308626.7346938774"/>
            <a:ext cx="34523.26530612167" cy="13995.9183673472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248469.387755102" y="2294630.8163265307"/>
            <a:ext cx="34523.2653061226" cy="13995.9183673467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282992.653061224" y="2271826.8"/>
            <a:ext cx="34523.2653061226" cy="22804.0163265308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317515.918367347" y="2249058.24"/>
            <a:ext cx="34523.2653061226" cy="22768.5599999995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352039.183673469" y="2226289.68"/>
            <a:ext cx="34523.2653061226" cy="22768.5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386562.448979592" y="2203521.12"/>
            <a:ext cx="34523.2653061226" cy="22768.5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421085.714285715" y="2180752.56"/>
            <a:ext cx="34523.2653061226" cy="22768.5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455608.979591837" y="2157984.0"/>
            <a:ext cx="34523.26530612167" cy="22768.5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490132.244897959" y="2121133.68"/>
            <a:ext cx="34523.2653061226" cy="36850.3199999998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524655.510204081" y="2084283.3599999999"/>
            <a:ext cx="34523.2653061226" cy="36850.320000000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559178.775510204" y="2047433.04"/>
            <a:ext cx="34523.2653061226" cy="36850.3199999998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593702.040816327" y="2010582.72"/>
            <a:ext cx="34523.26530612167" cy="36850.3200000000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628225.306122448" y="1973732.4"/>
            <a:ext cx="34523.2653061226" cy="36850.3200000000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662748.571428571" y="1936882.08"/>
            <a:ext cx="34523.2653061226" cy="36850.3199999998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697271.8367346935" y="1900031.76"/>
            <a:ext cx="34523.2653061226" cy="36850.3200000000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31795.102040816" y="1859249.52"/>
            <a:ext cx="34523.2653061226" cy="40782.2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766318.367346939" y="1818467.28"/>
            <a:ext cx="34523.2653061226" cy="40782.2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800841.632653061" y="1777685.04"/>
            <a:ext cx="34523.2653061226" cy="40782.2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835364.897959184" y="1736902.7999999998"/>
            <a:ext cx="34523.2653061226" cy="40782.2400000002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869888.1632653065" y="1696120.56"/>
            <a:ext cx="34523.2653061226" cy="40782.2399999997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904411.428571429" y="1655338.32"/>
            <a:ext cx="34523.26530612167" cy="40782.2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938934.693877551" y="1633575.6"/>
            <a:ext cx="34523.2653061226" cy="21762.7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973457.959183673" y="1611812.88"/>
            <a:ext cx="34523.2653061226" cy="21762.7200000002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007981.224489796" y="1590050.16"/>
            <a:ext cx="34523.2653061226" cy="21762.7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042504.489795919" y="1568287.44"/>
            <a:ext cx="34523.2653061226" cy="21762.7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077027.755102041" y="1520921.52"/>
            <a:ext cx="34523.26530612167" cy="47365.9199999999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111551.020408163" y="1473555.5999999999"/>
            <a:ext cx="34523.2653061226" cy="47365.9200000001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146074.285714285" y="1426189.6800000002"/>
            <a:ext cx="34523.2653061226" cy="47365.9199999996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180597.551020408" y="1364742.0"/>
            <a:ext cx="34523.2653061226" cy="61447.6800000001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215120.816326531" y="1300734.0"/>
            <a:ext cx="34523.2653061226" cy="6400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249644.081632653" y="1236726.0"/>
            <a:ext cx="34523.2653061226" cy="6400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284167.346938776" y="1172718.0"/>
            <a:ext cx="34523.2653061226" cy="6400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318690.612244898" y="1108710.0"/>
            <a:ext cx="34523.2653061226" cy="6400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353213.877551021" y="1044702.0"/>
            <a:ext cx="34523.26530612167" cy="6400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387737.142857143" y="980694.0"/>
            <a:ext cx="34523.2653061226" cy="6400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422260.408163265" y="902970.0"/>
            <a:ext cx="34523.2653061226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456783.673469388" y="825246.0"/>
            <a:ext cx="34523.26530612167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491306.93877551" y="747522.0"/>
            <a:ext cx="34523.2653061226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525830.204081632" y="669798.0"/>
            <a:ext cx="34523.2653061226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560353.469387755" y="592074.0"/>
            <a:ext cx="34523.2653061226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594876.734693877" y="514350.0"/>
            <a:ext cx="34523.2653061226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996940" y="157353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6515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