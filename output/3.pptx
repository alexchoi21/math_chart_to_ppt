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657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314450.0"/>
            <a:ext cx="0.0" cy="4343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937760" y="-4857750"/>
            <a:ext cx="2011680" cy="7110142"/>
          </a:xfrm>
          <a:custGeom>
            <a:avLst/>
            <a:gdLst/>
            <a:ahLst/>
            <a:cxnLst/>
            <a:rect l="l" t="t" r="r" b="b"/>
            <a:pathLst>
              <a:path w="2011680" h="7110142">
                <a:moveTo>
                  <a:pt x="0" y="7109460"/>
                </a:moveTo>
                <a:lnTo>
                  <a:pt x="6728" y="7110142"/>
                </a:lnTo>
                <a:close/>
                <a:lnTo>
                  <a:pt x="13456" y="7107519"/>
                </a:lnTo>
                <a:close/>
                <a:lnTo>
                  <a:pt x="20184" y="7103891"/>
                </a:lnTo>
                <a:close/>
                <a:lnTo>
                  <a:pt x="26912" y="7100570"/>
                </a:lnTo>
                <a:close/>
                <a:lnTo>
                  <a:pt x="33640" y="7097222"/>
                </a:lnTo>
                <a:close/>
                <a:lnTo>
                  <a:pt x="40368" y="7093843"/>
                </a:lnTo>
                <a:close/>
                <a:lnTo>
                  <a:pt x="47096" y="7090485"/>
                </a:lnTo>
                <a:close/>
                <a:lnTo>
                  <a:pt x="53824" y="7087121"/>
                </a:lnTo>
                <a:close/>
                <a:lnTo>
                  <a:pt x="60552" y="7083746"/>
                </a:lnTo>
                <a:close/>
                <a:lnTo>
                  <a:pt x="67280" y="7080417"/>
                </a:lnTo>
                <a:close/>
                <a:lnTo>
                  <a:pt x="74008" y="7077006"/>
                </a:lnTo>
                <a:close/>
                <a:lnTo>
                  <a:pt x="80736" y="7073570"/>
                </a:lnTo>
                <a:close/>
                <a:lnTo>
                  <a:pt x="87464" y="7070775"/>
                </a:lnTo>
                <a:close/>
                <a:lnTo>
                  <a:pt x="94192" y="7065723"/>
                </a:lnTo>
                <a:close/>
                <a:lnTo>
                  <a:pt x="100920" y="7058891"/>
                </a:lnTo>
                <a:close/>
                <a:lnTo>
                  <a:pt x="107648" y="7055292"/>
                </a:lnTo>
                <a:close/>
                <a:lnTo>
                  <a:pt x="114376" y="7052893"/>
                </a:lnTo>
                <a:close/>
                <a:lnTo>
                  <a:pt x="121104" y="7047849"/>
                </a:lnTo>
                <a:close/>
                <a:lnTo>
                  <a:pt x="127833" y="7041015"/>
                </a:lnTo>
                <a:close/>
                <a:lnTo>
                  <a:pt x="134561" y="7037835"/>
                </a:lnTo>
                <a:close/>
                <a:lnTo>
                  <a:pt x="141289" y="7032225"/>
                </a:lnTo>
                <a:close/>
                <a:lnTo>
                  <a:pt x="148017" y="7026088"/>
                </a:lnTo>
                <a:close/>
                <a:lnTo>
                  <a:pt x="154745" y="7023076"/>
                </a:lnTo>
                <a:close/>
                <a:lnTo>
                  <a:pt x="161473" y="7016451"/>
                </a:lnTo>
                <a:close/>
                <a:lnTo>
                  <a:pt x="168201" y="7011390"/>
                </a:lnTo>
                <a:close/>
                <a:lnTo>
                  <a:pt x="174929" y="7008036"/>
                </a:lnTo>
                <a:close/>
                <a:lnTo>
                  <a:pt x="181657" y="7001169"/>
                </a:lnTo>
                <a:close/>
                <a:lnTo>
                  <a:pt x="188385" y="6993620"/>
                </a:lnTo>
                <a:close/>
                <a:lnTo>
                  <a:pt x="195113" y="6988966"/>
                </a:lnTo>
                <a:close/>
                <a:lnTo>
                  <a:pt x="201841" y="6985522"/>
                </a:lnTo>
                <a:close/>
                <a:lnTo>
                  <a:pt x="208569" y="6978766"/>
                </a:lnTo>
                <a:close/>
                <a:lnTo>
                  <a:pt x="215297" y="6971902"/>
                </a:lnTo>
                <a:close/>
                <a:lnTo>
                  <a:pt x="222025" y="6964915"/>
                </a:lnTo>
                <a:close/>
                <a:lnTo>
                  <a:pt x="228753" y="6958480"/>
                </a:lnTo>
                <a:close/>
                <a:lnTo>
                  <a:pt x="235481" y="6955296"/>
                </a:lnTo>
                <a:close/>
                <a:lnTo>
                  <a:pt x="242209" y="6950015"/>
                </a:lnTo>
                <a:close/>
                <a:lnTo>
                  <a:pt x="248937" y="6942706"/>
                </a:lnTo>
                <a:close/>
                <a:lnTo>
                  <a:pt x="255665" y="6936082"/>
                </a:lnTo>
                <a:close/>
                <a:lnTo>
                  <a:pt x="262393" y="6929385"/>
                </a:lnTo>
                <a:close/>
                <a:lnTo>
                  <a:pt x="269121" y="6922626"/>
                </a:lnTo>
                <a:close/>
                <a:lnTo>
                  <a:pt x="275849" y="6915909"/>
                </a:lnTo>
                <a:close/>
                <a:lnTo>
                  <a:pt x="282577" y="6909179"/>
                </a:lnTo>
                <a:close/>
                <a:lnTo>
                  <a:pt x="289305" y="6902450"/>
                </a:lnTo>
                <a:close/>
                <a:lnTo>
                  <a:pt x="296033" y="6895723"/>
                </a:lnTo>
                <a:close/>
                <a:lnTo>
                  <a:pt x="302761" y="6888995"/>
                </a:lnTo>
                <a:close/>
                <a:lnTo>
                  <a:pt x="309489" y="6882266"/>
                </a:lnTo>
                <a:close/>
                <a:lnTo>
                  <a:pt x="316217" y="6875541"/>
                </a:lnTo>
                <a:close/>
                <a:lnTo>
                  <a:pt x="322945" y="6868805"/>
                </a:lnTo>
                <a:close/>
                <a:lnTo>
                  <a:pt x="329673" y="6862086"/>
                </a:lnTo>
                <a:close/>
                <a:lnTo>
                  <a:pt x="336401" y="6855383"/>
                </a:lnTo>
                <a:close/>
                <a:lnTo>
                  <a:pt x="343129" y="6848503"/>
                </a:lnTo>
                <a:close/>
                <a:lnTo>
                  <a:pt x="349857" y="6842150"/>
                </a:lnTo>
                <a:close/>
                <a:lnTo>
                  <a:pt x="356585" y="6835180"/>
                </a:lnTo>
                <a:close/>
                <a:lnTo>
                  <a:pt x="363313" y="6824973"/>
                </a:lnTo>
                <a:close/>
                <a:lnTo>
                  <a:pt x="370041" y="6816553"/>
                </a:lnTo>
                <a:close/>
                <a:lnTo>
                  <a:pt x="376769" y="6810714"/>
                </a:lnTo>
                <a:close/>
                <a:lnTo>
                  <a:pt x="383498" y="6803854"/>
                </a:lnTo>
                <a:close/>
                <a:lnTo>
                  <a:pt x="390226" y="6793755"/>
                </a:lnTo>
                <a:close/>
                <a:lnTo>
                  <a:pt x="396954" y="6785062"/>
                </a:lnTo>
                <a:close/>
                <a:lnTo>
                  <a:pt x="403682" y="6779163"/>
                </a:lnTo>
                <a:close/>
                <a:lnTo>
                  <a:pt x="410410" y="6772525"/>
                </a:lnTo>
                <a:close/>
                <a:lnTo>
                  <a:pt x="417138" y="6762387"/>
                </a:lnTo>
                <a:close/>
                <a:lnTo>
                  <a:pt x="423866" y="6754060"/>
                </a:lnTo>
                <a:close/>
                <a:lnTo>
                  <a:pt x="430594" y="6747189"/>
                </a:lnTo>
                <a:close/>
                <a:lnTo>
                  <a:pt x="437322" y="6736758"/>
                </a:lnTo>
                <a:close/>
                <a:lnTo>
                  <a:pt x="444050" y="6729316"/>
                </a:lnTo>
                <a:close/>
                <a:lnTo>
                  <a:pt x="450778" y="6721918"/>
                </a:lnTo>
                <a:close/>
                <a:lnTo>
                  <a:pt x="457506" y="6711183"/>
                </a:lnTo>
                <a:close/>
                <a:lnTo>
                  <a:pt x="464234" y="6700651"/>
                </a:lnTo>
                <a:close/>
                <a:lnTo>
                  <a:pt x="470962" y="6693410"/>
                </a:lnTo>
                <a:close/>
                <a:lnTo>
                  <a:pt x="477690" y="6685944"/>
                </a:lnTo>
                <a:close/>
                <a:lnTo>
                  <a:pt x="484418" y="6675455"/>
                </a:lnTo>
                <a:close/>
                <a:lnTo>
                  <a:pt x="491146" y="6665400"/>
                </a:lnTo>
                <a:close/>
                <a:lnTo>
                  <a:pt x="497874" y="6654864"/>
                </a:lnTo>
                <a:close/>
                <a:lnTo>
                  <a:pt x="504602" y="6645840"/>
                </a:lnTo>
                <a:close/>
                <a:lnTo>
                  <a:pt x="511330" y="6639380"/>
                </a:lnTo>
                <a:close/>
                <a:lnTo>
                  <a:pt x="518058" y="6629895"/>
                </a:lnTo>
                <a:close/>
                <a:lnTo>
                  <a:pt x="524786" y="6619328"/>
                </a:lnTo>
                <a:close/>
                <a:lnTo>
                  <a:pt x="531514" y="6609390"/>
                </a:lnTo>
                <a:close/>
                <a:lnTo>
                  <a:pt x="538242" y="6599286"/>
                </a:lnTo>
                <a:close/>
                <a:lnTo>
                  <a:pt x="544970" y="6589177"/>
                </a:lnTo>
                <a:close/>
                <a:lnTo>
                  <a:pt x="551698" y="6579095"/>
                </a:lnTo>
                <a:close/>
                <a:lnTo>
                  <a:pt x="558426" y="6569000"/>
                </a:lnTo>
                <a:close/>
                <a:lnTo>
                  <a:pt x="565154" y="6558909"/>
                </a:lnTo>
                <a:close/>
                <a:lnTo>
                  <a:pt x="571882" y="6548816"/>
                </a:lnTo>
                <a:close/>
                <a:lnTo>
                  <a:pt x="578610" y="6538726"/>
                </a:lnTo>
                <a:close/>
                <a:lnTo>
                  <a:pt x="585338" y="6528632"/>
                </a:lnTo>
                <a:close/>
                <a:lnTo>
                  <a:pt x="592066" y="6518532"/>
                </a:lnTo>
                <a:close/>
                <a:lnTo>
                  <a:pt x="598794" y="6508480"/>
                </a:lnTo>
                <a:close/>
                <a:lnTo>
                  <a:pt x="605522" y="6498300"/>
                </a:lnTo>
                <a:close/>
                <a:lnTo>
                  <a:pt x="612250" y="6488234"/>
                </a:lnTo>
                <a:close/>
                <a:lnTo>
                  <a:pt x="618978" y="6478641"/>
                </a:lnTo>
                <a:close/>
                <a:lnTo>
                  <a:pt x="625706" y="6466214"/>
                </a:lnTo>
                <a:close/>
                <a:lnTo>
                  <a:pt x="632435" y="6453022"/>
                </a:lnTo>
                <a:close/>
                <a:lnTo>
                  <a:pt x="639163" y="6443165"/>
                </a:lnTo>
                <a:close/>
                <a:lnTo>
                  <a:pt x="645891" y="6433858"/>
                </a:lnTo>
                <a:close/>
                <a:lnTo>
                  <a:pt x="652619" y="6421405"/>
                </a:lnTo>
                <a:close/>
                <a:lnTo>
                  <a:pt x="659347" y="6408327"/>
                </a:lnTo>
                <a:close/>
                <a:lnTo>
                  <a:pt x="666075" y="6398597"/>
                </a:lnTo>
                <a:close/>
                <a:lnTo>
                  <a:pt x="672803" y="6385596"/>
                </a:lnTo>
                <a:close/>
                <a:lnTo>
                  <a:pt x="679531" y="6373336"/>
                </a:lnTo>
                <a:close/>
                <a:lnTo>
                  <a:pt x="686259" y="6363461"/>
                </a:lnTo>
                <a:close/>
                <a:lnTo>
                  <a:pt x="692987" y="6350183"/>
                </a:lnTo>
                <a:close/>
                <a:lnTo>
                  <a:pt x="699715" y="6335796"/>
                </a:lnTo>
                <a:close/>
                <a:lnTo>
                  <a:pt x="706443" y="6323995"/>
                </a:lnTo>
                <a:close/>
                <a:lnTo>
                  <a:pt x="713171" y="6314035"/>
                </a:lnTo>
                <a:close/>
                <a:lnTo>
                  <a:pt x="719899" y="6300860"/>
                </a:lnTo>
                <a:close/>
                <a:lnTo>
                  <a:pt x="726627" y="6287017"/>
                </a:lnTo>
                <a:close/>
                <a:lnTo>
                  <a:pt x="733355" y="6273715"/>
                </a:lnTo>
                <a:close/>
                <a:lnTo>
                  <a:pt x="740083" y="6260235"/>
                </a:lnTo>
                <a:close/>
                <a:lnTo>
                  <a:pt x="746811" y="6246759"/>
                </a:lnTo>
                <a:close/>
                <a:lnTo>
                  <a:pt x="753539" y="6233348"/>
                </a:lnTo>
                <a:close/>
                <a:lnTo>
                  <a:pt x="760267" y="6219827"/>
                </a:lnTo>
                <a:close/>
                <a:lnTo>
                  <a:pt x="766995" y="6206332"/>
                </a:lnTo>
                <a:close/>
                <a:lnTo>
                  <a:pt x="773723" y="6193433"/>
                </a:lnTo>
                <a:close/>
                <a:lnTo>
                  <a:pt x="780451" y="6178028"/>
                </a:lnTo>
                <a:close/>
                <a:lnTo>
                  <a:pt x="787179" y="6161228"/>
                </a:lnTo>
                <a:close/>
                <a:lnTo>
                  <a:pt x="793907" y="6147736"/>
                </a:lnTo>
                <a:close/>
                <a:lnTo>
                  <a:pt x="800635" y="6135187"/>
                </a:lnTo>
                <a:close/>
                <a:lnTo>
                  <a:pt x="807363" y="6119779"/>
                </a:lnTo>
                <a:close/>
                <a:lnTo>
                  <a:pt x="814091" y="6103014"/>
                </a:lnTo>
                <a:close/>
                <a:lnTo>
                  <a:pt x="820819" y="6089845"/>
                </a:lnTo>
                <a:close/>
                <a:lnTo>
                  <a:pt x="827547" y="6073886"/>
                </a:lnTo>
                <a:close/>
                <a:lnTo>
                  <a:pt x="834275" y="6057848"/>
                </a:lnTo>
                <a:close/>
                <a:lnTo>
                  <a:pt x="841003" y="6044708"/>
                </a:lnTo>
                <a:close/>
                <a:lnTo>
                  <a:pt x="847731" y="6028285"/>
                </a:lnTo>
                <a:close/>
                <a:lnTo>
                  <a:pt x="854459" y="6011016"/>
                </a:lnTo>
                <a:close/>
                <a:lnTo>
                  <a:pt x="861187" y="5994365"/>
                </a:lnTo>
                <a:close/>
                <a:lnTo>
                  <a:pt x="867915" y="5977522"/>
                </a:lnTo>
                <a:close/>
                <a:lnTo>
                  <a:pt x="874643" y="5960679"/>
                </a:lnTo>
                <a:close/>
                <a:lnTo>
                  <a:pt x="881372" y="5943905"/>
                </a:lnTo>
                <a:close/>
                <a:lnTo>
                  <a:pt x="888100" y="5927025"/>
                </a:lnTo>
                <a:close/>
                <a:lnTo>
                  <a:pt x="894828" y="5910153"/>
                </a:lnTo>
                <a:close/>
                <a:lnTo>
                  <a:pt x="901556" y="5893896"/>
                </a:lnTo>
                <a:close/>
                <a:lnTo>
                  <a:pt x="908284" y="5875232"/>
                </a:lnTo>
                <a:close/>
                <a:lnTo>
                  <a:pt x="915012" y="5855014"/>
                </a:lnTo>
                <a:close/>
                <a:lnTo>
                  <a:pt x="921740" y="5838080"/>
                </a:lnTo>
                <a:close/>
                <a:lnTo>
                  <a:pt x="928468" y="5822193"/>
                </a:lnTo>
                <a:close/>
                <a:lnTo>
                  <a:pt x="935196" y="5803530"/>
                </a:lnTo>
                <a:close/>
                <a:lnTo>
                  <a:pt x="941924" y="5783331"/>
                </a:lnTo>
                <a:close/>
                <a:lnTo>
                  <a:pt x="948652" y="5766758"/>
                </a:lnTo>
                <a:close/>
                <a:lnTo>
                  <a:pt x="955380" y="5747552"/>
                </a:lnTo>
                <a:close/>
                <a:lnTo>
                  <a:pt x="962108" y="5728041"/>
                </a:lnTo>
                <a:close/>
                <a:lnTo>
                  <a:pt x="968836" y="5711555"/>
                </a:lnTo>
                <a:close/>
                <a:lnTo>
                  <a:pt x="975564" y="5691860"/>
                </a:lnTo>
                <a:close/>
                <a:lnTo>
                  <a:pt x="982292" y="5671203"/>
                </a:lnTo>
                <a:close/>
                <a:lnTo>
                  <a:pt x="989020" y="5651188"/>
                </a:lnTo>
                <a:close/>
                <a:lnTo>
                  <a:pt x="995748" y="5630985"/>
                </a:lnTo>
                <a:close/>
                <a:lnTo>
                  <a:pt x="1002476" y="5610774"/>
                </a:lnTo>
                <a:close/>
                <a:lnTo>
                  <a:pt x="1009204" y="5590639"/>
                </a:lnTo>
                <a:close/>
                <a:lnTo>
                  <a:pt x="1015932" y="5570397"/>
                </a:lnTo>
                <a:close/>
                <a:lnTo>
                  <a:pt x="1022660" y="5550140"/>
                </a:lnTo>
                <a:close/>
                <a:lnTo>
                  <a:pt x="1029388" y="5530581"/>
                </a:lnTo>
                <a:close/>
                <a:lnTo>
                  <a:pt x="1036116" y="5508498"/>
                </a:lnTo>
                <a:close/>
                <a:lnTo>
                  <a:pt x="1042844" y="5485032"/>
                </a:lnTo>
                <a:close/>
                <a:lnTo>
                  <a:pt x="1049572" y="5465159"/>
                </a:lnTo>
                <a:close/>
                <a:lnTo>
                  <a:pt x="1056300" y="5442383"/>
                </a:lnTo>
                <a:close/>
                <a:lnTo>
                  <a:pt x="1063028" y="5419709"/>
                </a:lnTo>
                <a:close/>
                <a:lnTo>
                  <a:pt x="1069756" y="5399821"/>
                </a:lnTo>
                <a:close/>
                <a:lnTo>
                  <a:pt x="1076484" y="5376596"/>
                </a:lnTo>
                <a:close/>
                <a:lnTo>
                  <a:pt x="1083212" y="5352620"/>
                </a:lnTo>
                <a:close/>
                <a:lnTo>
                  <a:pt x="1089940" y="5329239"/>
                </a:lnTo>
                <a:close/>
                <a:lnTo>
                  <a:pt x="1096668" y="5305665"/>
                </a:lnTo>
                <a:close/>
                <a:lnTo>
                  <a:pt x="1103396" y="5282109"/>
                </a:lnTo>
                <a:close/>
                <a:lnTo>
                  <a:pt x="1110124" y="5258559"/>
                </a:lnTo>
                <a:close/>
                <a:lnTo>
                  <a:pt x="1116852" y="5235026"/>
                </a:lnTo>
                <a:close/>
                <a:lnTo>
                  <a:pt x="1123580" y="5211490"/>
                </a:lnTo>
                <a:close/>
                <a:lnTo>
                  <a:pt x="1130308" y="5187781"/>
                </a:lnTo>
                <a:close/>
                <a:lnTo>
                  <a:pt x="1137037" y="5164735"/>
                </a:lnTo>
                <a:close/>
                <a:lnTo>
                  <a:pt x="1143765" y="5140533"/>
                </a:lnTo>
                <a:close/>
                <a:lnTo>
                  <a:pt x="1150493" y="5113293"/>
                </a:lnTo>
                <a:close/>
                <a:lnTo>
                  <a:pt x="1157221" y="5089112"/>
                </a:lnTo>
                <a:close/>
                <a:lnTo>
                  <a:pt x="1163949" y="5064774"/>
                </a:lnTo>
                <a:close/>
                <a:lnTo>
                  <a:pt x="1170677" y="5037345"/>
                </a:lnTo>
                <a:close/>
                <a:lnTo>
                  <a:pt x="1177405" y="5010390"/>
                </a:lnTo>
                <a:close/>
                <a:lnTo>
                  <a:pt x="1184133" y="4983567"/>
                </a:lnTo>
                <a:close/>
                <a:lnTo>
                  <a:pt x="1190861" y="4956636"/>
                </a:lnTo>
                <a:close/>
                <a:lnTo>
                  <a:pt x="1197589" y="4929722"/>
                </a:lnTo>
                <a:close/>
                <a:lnTo>
                  <a:pt x="1204317" y="4902682"/>
                </a:lnTo>
                <a:close/>
                <a:lnTo>
                  <a:pt x="1211045" y="4876308"/>
                </a:lnTo>
                <a:close/>
                <a:lnTo>
                  <a:pt x="1217773" y="4848337"/>
                </a:lnTo>
                <a:close/>
                <a:lnTo>
                  <a:pt x="1224501" y="4817797"/>
                </a:lnTo>
                <a:close/>
                <a:lnTo>
                  <a:pt x="1231229" y="4790134"/>
                </a:lnTo>
                <a:close/>
                <a:lnTo>
                  <a:pt x="1237957" y="4764102"/>
                </a:lnTo>
                <a:close/>
                <a:lnTo>
                  <a:pt x="1244685" y="4736410"/>
                </a:lnTo>
                <a:close/>
                <a:lnTo>
                  <a:pt x="1251413" y="4706029"/>
                </a:lnTo>
                <a:close/>
                <a:lnTo>
                  <a:pt x="1258141" y="4675584"/>
                </a:lnTo>
                <a:close/>
                <a:lnTo>
                  <a:pt x="1264869" y="4645400"/>
                </a:lnTo>
                <a:close/>
                <a:lnTo>
                  <a:pt x="1271597" y="4615107"/>
                </a:lnTo>
                <a:close/>
                <a:lnTo>
                  <a:pt x="1278325" y="4584857"/>
                </a:lnTo>
                <a:close/>
                <a:lnTo>
                  <a:pt x="1285053" y="4554420"/>
                </a:lnTo>
                <a:close/>
                <a:lnTo>
                  <a:pt x="1291781" y="4524558"/>
                </a:lnTo>
                <a:close/>
                <a:lnTo>
                  <a:pt x="1298509" y="4493980"/>
                </a:lnTo>
                <a:close/>
                <a:lnTo>
                  <a:pt x="1305237" y="4460080"/>
                </a:lnTo>
                <a:close/>
                <a:lnTo>
                  <a:pt x="1311965" y="4428759"/>
                </a:lnTo>
                <a:close/>
                <a:lnTo>
                  <a:pt x="1318693" y="4398056"/>
                </a:lnTo>
                <a:close/>
                <a:lnTo>
                  <a:pt x="1325421" y="4364026"/>
                </a:lnTo>
                <a:close/>
                <a:lnTo>
                  <a:pt x="1332149" y="4330253"/>
                </a:lnTo>
                <a:close/>
                <a:lnTo>
                  <a:pt x="1338877" y="4296741"/>
                </a:lnTo>
                <a:close/>
                <a:lnTo>
                  <a:pt x="1345605" y="4263051"/>
                </a:lnTo>
                <a:close/>
                <a:lnTo>
                  <a:pt x="1352333" y="4229414"/>
                </a:lnTo>
                <a:close/>
                <a:lnTo>
                  <a:pt x="1359061" y="4195820"/>
                </a:lnTo>
                <a:close/>
                <a:lnTo>
                  <a:pt x="1365789" y="4162038"/>
                </a:lnTo>
                <a:close/>
                <a:lnTo>
                  <a:pt x="1372517" y="4128595"/>
                </a:lnTo>
                <a:close/>
                <a:lnTo>
                  <a:pt x="1379245" y="4095230"/>
                </a:lnTo>
                <a:close/>
                <a:lnTo>
                  <a:pt x="1385974" y="4058444"/>
                </a:lnTo>
                <a:close/>
                <a:lnTo>
                  <a:pt x="1392702" y="4022770"/>
                </a:lnTo>
                <a:close/>
                <a:lnTo>
                  <a:pt x="1399430" y="3989293"/>
                </a:lnTo>
                <a:close/>
                <a:lnTo>
                  <a:pt x="1406158" y="3952391"/>
                </a:lnTo>
                <a:close/>
                <a:lnTo>
                  <a:pt x="1412886" y="3915036"/>
                </a:lnTo>
                <a:close/>
                <a:lnTo>
                  <a:pt x="1419614" y="3878186"/>
                </a:lnTo>
                <a:close/>
                <a:lnTo>
                  <a:pt x="1426342" y="3841153"/>
                </a:lnTo>
                <a:close/>
                <a:lnTo>
                  <a:pt x="1433070" y="3804176"/>
                </a:lnTo>
                <a:close/>
                <a:lnTo>
                  <a:pt x="1439798" y="3767032"/>
                </a:lnTo>
                <a:close/>
                <a:lnTo>
                  <a:pt x="1446526" y="3730323"/>
                </a:lnTo>
                <a:close/>
                <a:lnTo>
                  <a:pt x="1453254" y="3693313"/>
                </a:lnTo>
                <a:close/>
                <a:lnTo>
                  <a:pt x="1459982" y="3652991"/>
                </a:lnTo>
                <a:close/>
                <a:lnTo>
                  <a:pt x="1466710" y="3613989"/>
                </a:lnTo>
                <a:close/>
                <a:lnTo>
                  <a:pt x="1473438" y="3577725"/>
                </a:lnTo>
                <a:close/>
                <a:lnTo>
                  <a:pt x="1480166" y="3540788"/>
                </a:lnTo>
                <a:close/>
                <a:lnTo>
                  <a:pt x="1486894" y="3501167"/>
                </a:lnTo>
                <a:close/>
                <a:lnTo>
                  <a:pt x="1493622" y="3459958"/>
                </a:lnTo>
                <a:close/>
                <a:lnTo>
                  <a:pt x="1500350" y="3420298"/>
                </a:lnTo>
                <a:close/>
                <a:lnTo>
                  <a:pt x="1507078" y="3383555"/>
                </a:lnTo>
                <a:close/>
                <a:lnTo>
                  <a:pt x="1513806" y="3344281"/>
                </a:lnTo>
                <a:close/>
                <a:lnTo>
                  <a:pt x="1520534" y="3303367"/>
                </a:lnTo>
                <a:close/>
                <a:lnTo>
                  <a:pt x="1527262" y="3263128"/>
                </a:lnTo>
                <a:close/>
                <a:lnTo>
                  <a:pt x="1533990" y="3222774"/>
                </a:lnTo>
                <a:close/>
                <a:lnTo>
                  <a:pt x="1540718" y="3182370"/>
                </a:lnTo>
                <a:close/>
                <a:lnTo>
                  <a:pt x="1547446" y="3142037"/>
                </a:lnTo>
                <a:close/>
                <a:lnTo>
                  <a:pt x="1554174" y="3101657"/>
                </a:lnTo>
                <a:close/>
                <a:lnTo>
                  <a:pt x="1560902" y="3061158"/>
                </a:lnTo>
                <a:close/>
                <a:lnTo>
                  <a:pt x="1567630" y="3021326"/>
                </a:lnTo>
                <a:close/>
                <a:lnTo>
                  <a:pt x="1574358" y="2979920"/>
                </a:lnTo>
                <a:close/>
                <a:lnTo>
                  <a:pt x="1581086" y="2935923"/>
                </a:lnTo>
                <a:close/>
                <a:lnTo>
                  <a:pt x="1587814" y="2894750"/>
                </a:lnTo>
                <a:close/>
                <a:lnTo>
                  <a:pt x="1594542" y="2855395"/>
                </a:lnTo>
                <a:close/>
                <a:lnTo>
                  <a:pt x="1601270" y="2814059"/>
                </a:lnTo>
                <a:close/>
                <a:lnTo>
                  <a:pt x="1607998" y="2770014"/>
                </a:lnTo>
                <a:close/>
                <a:lnTo>
                  <a:pt x="1614726" y="2729153"/>
                </a:lnTo>
                <a:close/>
                <a:lnTo>
                  <a:pt x="1621454" y="2687937"/>
                </a:lnTo>
                <a:close/>
                <a:lnTo>
                  <a:pt x="1628182" y="2643515"/>
                </a:lnTo>
                <a:close/>
                <a:lnTo>
                  <a:pt x="1634911" y="2599422"/>
                </a:lnTo>
                <a:close/>
                <a:lnTo>
                  <a:pt x="1641639" y="2558637"/>
                </a:lnTo>
                <a:close/>
                <a:lnTo>
                  <a:pt x="1648367" y="2517433"/>
                </a:lnTo>
                <a:close/>
                <a:lnTo>
                  <a:pt x="1655095" y="2473251"/>
                </a:lnTo>
                <a:close/>
                <a:lnTo>
                  <a:pt x="1661823" y="2429454"/>
                </a:lnTo>
                <a:close/>
                <a:lnTo>
                  <a:pt x="1668551" y="2385822"/>
                </a:lnTo>
                <a:close/>
                <a:lnTo>
                  <a:pt x="1675279" y="2342049"/>
                </a:lnTo>
                <a:close/>
                <a:lnTo>
                  <a:pt x="1682007" y="2298323"/>
                </a:lnTo>
                <a:close/>
                <a:lnTo>
                  <a:pt x="1688735" y="2254597"/>
                </a:lnTo>
                <a:close/>
                <a:lnTo>
                  <a:pt x="1695463" y="2210851"/>
                </a:lnTo>
                <a:close/>
                <a:lnTo>
                  <a:pt x="1702191" y="2167139"/>
                </a:lnTo>
                <a:close/>
                <a:lnTo>
                  <a:pt x="1708919" y="2123416"/>
                </a:lnTo>
                <a:close/>
                <a:lnTo>
                  <a:pt x="1715647" y="2079521"/>
                </a:lnTo>
                <a:close/>
                <a:lnTo>
                  <a:pt x="1722375" y="2036315"/>
                </a:lnTo>
                <a:close/>
                <a:lnTo>
                  <a:pt x="1729103" y="1991849"/>
                </a:lnTo>
                <a:close/>
                <a:lnTo>
                  <a:pt x="1735831" y="1944402"/>
                </a:lnTo>
                <a:close/>
                <a:lnTo>
                  <a:pt x="1742559" y="1900271"/>
                </a:lnTo>
                <a:close/>
                <a:lnTo>
                  <a:pt x="1749287" y="1855221"/>
                </a:lnTo>
                <a:close/>
                <a:lnTo>
                  <a:pt x="1756015" y="1808045"/>
                </a:lnTo>
                <a:close/>
                <a:lnTo>
                  <a:pt x="1762743" y="1764604"/>
                </a:lnTo>
                <a:close/>
                <a:lnTo>
                  <a:pt x="1769471" y="1718354"/>
                </a:lnTo>
                <a:close/>
                <a:lnTo>
                  <a:pt x="1776199" y="1672056"/>
                </a:lnTo>
                <a:close/>
                <a:lnTo>
                  <a:pt x="1782927" y="1628645"/>
                </a:lnTo>
                <a:close/>
                <a:lnTo>
                  <a:pt x="1789655" y="1582030"/>
                </a:lnTo>
                <a:close/>
                <a:lnTo>
                  <a:pt x="1796383" y="1533940"/>
                </a:lnTo>
                <a:close/>
                <a:lnTo>
                  <a:pt x="1803111" y="1488155"/>
                </a:lnTo>
                <a:close/>
                <a:lnTo>
                  <a:pt x="1809839" y="1444655"/>
                </a:lnTo>
                <a:close/>
                <a:lnTo>
                  <a:pt x="1816567" y="1398121"/>
                </a:lnTo>
                <a:close/>
                <a:lnTo>
                  <a:pt x="1823295" y="1350568"/>
                </a:lnTo>
                <a:close/>
                <a:lnTo>
                  <a:pt x="1830023" y="1303622"/>
                </a:lnTo>
                <a:close/>
                <a:lnTo>
                  <a:pt x="1836751" y="1256513"/>
                </a:lnTo>
                <a:close/>
                <a:lnTo>
                  <a:pt x="1843479" y="1209401"/>
                </a:lnTo>
                <a:close/>
                <a:lnTo>
                  <a:pt x="1850207" y="1162317"/>
                </a:lnTo>
                <a:close/>
                <a:lnTo>
                  <a:pt x="1856935" y="1115215"/>
                </a:lnTo>
                <a:close/>
                <a:lnTo>
                  <a:pt x="1863663" y="1068113"/>
                </a:lnTo>
                <a:close/>
                <a:lnTo>
                  <a:pt x="1870391" y="1021059"/>
                </a:lnTo>
                <a:close/>
                <a:lnTo>
                  <a:pt x="1877119" y="973852"/>
                </a:lnTo>
                <a:close/>
                <a:lnTo>
                  <a:pt x="1883847" y="926848"/>
                </a:lnTo>
                <a:close/>
                <a:lnTo>
                  <a:pt x="1890576" y="880177"/>
                </a:lnTo>
                <a:close/>
                <a:lnTo>
                  <a:pt x="1897304" y="830389"/>
                </a:lnTo>
                <a:close/>
                <a:lnTo>
                  <a:pt x="1904032" y="780564"/>
                </a:lnTo>
                <a:close/>
                <a:lnTo>
                  <a:pt x="1910760" y="733852"/>
                </a:lnTo>
                <a:close/>
                <a:lnTo>
                  <a:pt x="1917488" y="686721"/>
                </a:lnTo>
                <a:close/>
                <a:lnTo>
                  <a:pt x="1924216" y="640097"/>
                </a:lnTo>
                <a:close/>
                <a:lnTo>
                  <a:pt x="1930944" y="591923"/>
                </a:lnTo>
                <a:close/>
                <a:lnTo>
                  <a:pt x="1937672" y="541166"/>
                </a:lnTo>
                <a:close/>
                <a:lnTo>
                  <a:pt x="1944400" y="493996"/>
                </a:lnTo>
                <a:close/>
                <a:lnTo>
                  <a:pt x="1951128" y="445122"/>
                </a:lnTo>
                <a:close/>
                <a:lnTo>
                  <a:pt x="1957856" y="394879"/>
                </a:lnTo>
                <a:close/>
                <a:lnTo>
                  <a:pt x="1964584" y="348159"/>
                </a:lnTo>
                <a:close/>
                <a:lnTo>
                  <a:pt x="1971312" y="298133"/>
                </a:lnTo>
                <a:close/>
                <a:lnTo>
                  <a:pt x="1978040" y="248925"/>
                </a:lnTo>
                <a:close/>
                <a:lnTo>
                  <a:pt x="1984768" y="202002"/>
                </a:lnTo>
                <a:close/>
                <a:lnTo>
                  <a:pt x="1991496" y="151604"/>
                </a:lnTo>
                <a:close/>
                <a:lnTo>
                  <a:pt x="1998224" y="100756"/>
                </a:lnTo>
                <a:close/>
                <a:lnTo>
                  <a:pt x="2004952" y="50570"/>
                </a:lnTo>
                <a:close/>
                <a:lnTo>
                  <a:pt x="2011680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514350.0"/>
            <a:ext cx="0.0" cy="2057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514350.0"/>
            <a:ext cx="18288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0000" y="46355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715000.0" y="2571750.0"/>
            <a:ext cx="59436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92240.0" y="2571750.0"/>
            <a:ext cx="59436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5715000" y="-966978"/>
            <a:ext cx="640080" cy="2295144"/>
          </a:xfrm>
          <a:custGeom>
            <a:avLst/>
            <a:gdLst/>
            <a:ahLst/>
            <a:cxnLst/>
            <a:rect l="l" t="t" r="r" b="b"/>
            <a:pathLst>
              <a:path w="640080" h="2295144">
                <a:moveTo>
                  <a:pt x="0" y="2295144"/>
                </a:moveTo>
                <a:lnTo>
                  <a:pt x="6465" y="2280460"/>
                </a:lnTo>
                <a:close/>
                <a:lnTo>
                  <a:pt x="12931" y="2266230"/>
                </a:lnTo>
                <a:close/>
                <a:lnTo>
                  <a:pt x="19396" y="2252276"/>
                </a:lnTo>
                <a:close/>
                <a:lnTo>
                  <a:pt x="25862" y="2238419"/>
                </a:lnTo>
                <a:close/>
                <a:lnTo>
                  <a:pt x="32327" y="2224478"/>
                </a:lnTo>
                <a:close/>
                <a:lnTo>
                  <a:pt x="38793" y="2210274"/>
                </a:lnTo>
                <a:close/>
                <a:lnTo>
                  <a:pt x="45258" y="2195628"/>
                </a:lnTo>
                <a:close/>
                <a:lnTo>
                  <a:pt x="51724" y="2180421"/>
                </a:lnTo>
                <a:close/>
                <a:lnTo>
                  <a:pt x="58189" y="2164836"/>
                </a:lnTo>
                <a:close/>
                <a:lnTo>
                  <a:pt x="64655" y="2149151"/>
                </a:lnTo>
                <a:close/>
                <a:lnTo>
                  <a:pt x="71120" y="2133636"/>
                </a:lnTo>
                <a:close/>
                <a:lnTo>
                  <a:pt x="77585" y="2118322"/>
                </a:lnTo>
                <a:close/>
                <a:lnTo>
                  <a:pt x="84051" y="2102925"/>
                </a:lnTo>
                <a:close/>
                <a:lnTo>
                  <a:pt x="90516" y="2087137"/>
                </a:lnTo>
                <a:close/>
                <a:lnTo>
                  <a:pt x="96982" y="2070720"/>
                </a:lnTo>
                <a:close/>
                <a:lnTo>
                  <a:pt x="103447" y="2053844"/>
                </a:lnTo>
                <a:close/>
                <a:lnTo>
                  <a:pt x="109913" y="2036840"/>
                </a:lnTo>
                <a:close/>
                <a:lnTo>
                  <a:pt x="116378" y="2020033"/>
                </a:lnTo>
                <a:close/>
                <a:lnTo>
                  <a:pt x="122844" y="2003487"/>
                </a:lnTo>
                <a:close/>
                <a:lnTo>
                  <a:pt x="129309" y="1986849"/>
                </a:lnTo>
                <a:close/>
                <a:lnTo>
                  <a:pt x="135775" y="1969729"/>
                </a:lnTo>
                <a:close/>
                <a:lnTo>
                  <a:pt x="142240" y="1951816"/>
                </a:lnTo>
                <a:close/>
                <a:lnTo>
                  <a:pt x="148705" y="1933430"/>
                </a:lnTo>
                <a:close/>
                <a:lnTo>
                  <a:pt x="155171" y="1915180"/>
                </a:lnTo>
                <a:close/>
                <a:lnTo>
                  <a:pt x="161636" y="1897677"/>
                </a:lnTo>
                <a:close/>
                <a:lnTo>
                  <a:pt x="168102" y="1881078"/>
                </a:lnTo>
                <a:close/>
                <a:lnTo>
                  <a:pt x="174567" y="1864665"/>
                </a:lnTo>
                <a:close/>
                <a:lnTo>
                  <a:pt x="181033" y="1847618"/>
                </a:lnTo>
                <a:close/>
                <a:lnTo>
                  <a:pt x="187498" y="1829216"/>
                </a:lnTo>
                <a:close/>
                <a:lnTo>
                  <a:pt x="193964" y="1809708"/>
                </a:lnTo>
                <a:close/>
                <a:lnTo>
                  <a:pt x="200429" y="1789887"/>
                </a:lnTo>
                <a:close/>
                <a:lnTo>
                  <a:pt x="206895" y="1770554"/>
                </a:lnTo>
                <a:close/>
                <a:lnTo>
                  <a:pt x="213360" y="1752153"/>
                </a:lnTo>
                <a:close/>
                <a:lnTo>
                  <a:pt x="219825" y="1734281"/>
                </a:lnTo>
                <a:close/>
                <a:lnTo>
                  <a:pt x="226291" y="1716410"/>
                </a:lnTo>
                <a:close/>
                <a:lnTo>
                  <a:pt x="232756" y="1698042"/>
                </a:lnTo>
                <a:close/>
                <a:lnTo>
                  <a:pt x="239222" y="1679005"/>
                </a:lnTo>
                <a:close/>
                <a:lnTo>
                  <a:pt x="245687" y="1659357"/>
                </a:lnTo>
                <a:close/>
                <a:lnTo>
                  <a:pt x="252153" y="1639160"/>
                </a:lnTo>
                <a:close/>
                <a:lnTo>
                  <a:pt x="258618" y="1618523"/>
                </a:lnTo>
                <a:close/>
                <a:lnTo>
                  <a:pt x="265084" y="1597702"/>
                </a:lnTo>
                <a:close/>
                <a:lnTo>
                  <a:pt x="271549" y="1576978"/>
                </a:lnTo>
                <a:close/>
                <a:lnTo>
                  <a:pt x="278015" y="1556607"/>
                </a:lnTo>
                <a:close/>
                <a:lnTo>
                  <a:pt x="284480" y="1536400"/>
                </a:lnTo>
                <a:close/>
                <a:lnTo>
                  <a:pt x="290945" y="1515804"/>
                </a:lnTo>
                <a:close/>
                <a:lnTo>
                  <a:pt x="297411" y="1494251"/>
                </a:lnTo>
                <a:close/>
                <a:lnTo>
                  <a:pt x="303876" y="1471419"/>
                </a:lnTo>
                <a:close/>
                <a:lnTo>
                  <a:pt x="310342" y="1447853"/>
                </a:lnTo>
                <a:close/>
                <a:lnTo>
                  <a:pt x="316807" y="1424294"/>
                </a:lnTo>
                <a:close/>
                <a:lnTo>
                  <a:pt x="323273" y="1401455"/>
                </a:lnTo>
                <a:close/>
                <a:lnTo>
                  <a:pt x="329738" y="1379440"/>
                </a:lnTo>
                <a:close/>
                <a:lnTo>
                  <a:pt x="336204" y="1357739"/>
                </a:lnTo>
                <a:close/>
                <a:lnTo>
                  <a:pt x="342669" y="1335818"/>
                </a:lnTo>
                <a:close/>
                <a:lnTo>
                  <a:pt x="349135" y="1313244"/>
                </a:lnTo>
                <a:close/>
                <a:lnTo>
                  <a:pt x="355600" y="1290048"/>
                </a:lnTo>
                <a:close/>
                <a:lnTo>
                  <a:pt x="362065" y="1266392"/>
                </a:lnTo>
                <a:close/>
                <a:lnTo>
                  <a:pt x="368531" y="1242430"/>
                </a:lnTo>
                <a:close/>
                <a:lnTo>
                  <a:pt x="374996" y="1218206"/>
                </a:lnTo>
                <a:close/>
                <a:lnTo>
                  <a:pt x="381462" y="1193623"/>
                </a:lnTo>
                <a:close/>
                <a:lnTo>
                  <a:pt x="387927" y="1168576"/>
                </a:lnTo>
                <a:close/>
                <a:lnTo>
                  <a:pt x="394393" y="1143002"/>
                </a:lnTo>
                <a:close/>
                <a:lnTo>
                  <a:pt x="400858" y="1117080"/>
                </a:lnTo>
                <a:close/>
                <a:lnTo>
                  <a:pt x="407324" y="1091069"/>
                </a:lnTo>
                <a:close/>
                <a:lnTo>
                  <a:pt x="413789" y="1065222"/>
                </a:lnTo>
                <a:close/>
                <a:lnTo>
                  <a:pt x="420255" y="1039575"/>
                </a:lnTo>
                <a:close/>
                <a:lnTo>
                  <a:pt x="426720" y="1013842"/>
                </a:lnTo>
                <a:close/>
                <a:lnTo>
                  <a:pt x="433185" y="987712"/>
                </a:lnTo>
                <a:close/>
                <a:lnTo>
                  <a:pt x="439651" y="960935"/>
                </a:lnTo>
                <a:close/>
                <a:lnTo>
                  <a:pt x="446116" y="933694"/>
                </a:lnTo>
                <a:close/>
                <a:lnTo>
                  <a:pt x="452582" y="906354"/>
                </a:lnTo>
                <a:close/>
                <a:lnTo>
                  <a:pt x="459047" y="879278"/>
                </a:lnTo>
                <a:close/>
                <a:lnTo>
                  <a:pt x="465513" y="852523"/>
                </a:lnTo>
                <a:close/>
                <a:lnTo>
                  <a:pt x="471978" y="825615"/>
                </a:lnTo>
                <a:close/>
                <a:lnTo>
                  <a:pt x="478444" y="798023"/>
                </a:lnTo>
                <a:close/>
                <a:lnTo>
                  <a:pt x="484909" y="769290"/>
                </a:lnTo>
                <a:close/>
                <a:lnTo>
                  <a:pt x="491375" y="739599"/>
                </a:lnTo>
                <a:close/>
                <a:lnTo>
                  <a:pt x="497840" y="709460"/>
                </a:lnTo>
                <a:close/>
                <a:lnTo>
                  <a:pt x="504305" y="679386"/>
                </a:lnTo>
                <a:close/>
                <a:lnTo>
                  <a:pt x="510771" y="649657"/>
                </a:lnTo>
                <a:close/>
                <a:lnTo>
                  <a:pt x="517236" y="620053"/>
                </a:lnTo>
                <a:close/>
                <a:lnTo>
                  <a:pt x="523702" y="590291"/>
                </a:lnTo>
                <a:close/>
                <a:lnTo>
                  <a:pt x="530167" y="560101"/>
                </a:lnTo>
                <a:close/>
                <a:lnTo>
                  <a:pt x="536633" y="529380"/>
                </a:lnTo>
                <a:close/>
                <a:lnTo>
                  <a:pt x="543098" y="498127"/>
                </a:lnTo>
                <a:close/>
                <a:lnTo>
                  <a:pt x="549564" y="466343"/>
                </a:lnTo>
                <a:close/>
                <a:lnTo>
                  <a:pt x="556029" y="434099"/>
                </a:lnTo>
                <a:close/>
                <a:lnTo>
                  <a:pt x="562495" y="401645"/>
                </a:lnTo>
                <a:close/>
                <a:lnTo>
                  <a:pt x="568960" y="369259"/>
                </a:lnTo>
                <a:close/>
                <a:lnTo>
                  <a:pt x="575425" y="337193"/>
                </a:lnTo>
                <a:close/>
                <a:lnTo>
                  <a:pt x="581891" y="305275"/>
                </a:lnTo>
                <a:close/>
                <a:lnTo>
                  <a:pt x="588356" y="273014"/>
                </a:lnTo>
                <a:close/>
                <a:lnTo>
                  <a:pt x="594822" y="239913"/>
                </a:lnTo>
                <a:close/>
                <a:lnTo>
                  <a:pt x="601287" y="205672"/>
                </a:lnTo>
                <a:close/>
                <a:lnTo>
                  <a:pt x="607753" y="170634"/>
                </a:lnTo>
                <a:close/>
                <a:lnTo>
                  <a:pt x="614218" y="135270"/>
                </a:lnTo>
                <a:close/>
                <a:lnTo>
                  <a:pt x="620684" y="100052"/>
                </a:lnTo>
                <a:close/>
                <a:lnTo>
                  <a:pt x="627149" y="65454"/>
                </a:lnTo>
                <a:close/>
                <a:lnTo>
                  <a:pt x="633615" y="31946"/>
                </a:lnTo>
                <a:close/>
                <a:lnTo>
                  <a:pt x="64008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6446520" y="-4190238"/>
            <a:ext cx="411480" cy="2706624"/>
          </a:xfrm>
          <a:custGeom>
            <a:avLst/>
            <a:gdLst/>
            <a:ahLst/>
            <a:cxnLst/>
            <a:rect l="l" t="t" r="r" b="b"/>
            <a:pathLst>
              <a:path w="411480" h="2706624">
                <a:moveTo>
                  <a:pt x="411480" y="0"/>
                </a:moveTo>
                <a:lnTo>
                  <a:pt x="407324" y="15054"/>
                </a:lnTo>
                <a:close/>
                <a:lnTo>
                  <a:pt x="403167" y="34248"/>
                </a:lnTo>
                <a:close/>
                <a:lnTo>
                  <a:pt x="399011" y="57165"/>
                </a:lnTo>
                <a:close/>
                <a:lnTo>
                  <a:pt x="394855" y="83389"/>
                </a:lnTo>
                <a:close/>
                <a:lnTo>
                  <a:pt x="390698" y="112504"/>
                </a:lnTo>
                <a:close/>
                <a:lnTo>
                  <a:pt x="386542" y="144095"/>
                </a:lnTo>
                <a:close/>
                <a:lnTo>
                  <a:pt x="382385" y="177744"/>
                </a:lnTo>
                <a:close/>
                <a:lnTo>
                  <a:pt x="378229" y="213037"/>
                </a:lnTo>
                <a:close/>
                <a:lnTo>
                  <a:pt x="374073" y="249556"/>
                </a:lnTo>
                <a:close/>
                <a:lnTo>
                  <a:pt x="369916" y="286887"/>
                </a:lnTo>
                <a:close/>
                <a:lnTo>
                  <a:pt x="365760" y="324612"/>
                </a:lnTo>
                <a:close/>
                <a:lnTo>
                  <a:pt x="361604" y="362293"/>
                </a:lnTo>
                <a:close/>
                <a:lnTo>
                  <a:pt x="357447" y="399394"/>
                </a:lnTo>
                <a:close/>
                <a:lnTo>
                  <a:pt x="353291" y="435359"/>
                </a:lnTo>
                <a:close/>
                <a:lnTo>
                  <a:pt x="349135" y="469629"/>
                </a:lnTo>
                <a:close/>
                <a:lnTo>
                  <a:pt x="344978" y="501646"/>
                </a:lnTo>
                <a:close/>
                <a:lnTo>
                  <a:pt x="340822" y="530875"/>
                </a:lnTo>
                <a:close/>
                <a:lnTo>
                  <a:pt x="336665" y="557289"/>
                </a:lnTo>
                <a:close/>
                <a:lnTo>
                  <a:pt x="332509" y="581370"/>
                </a:lnTo>
                <a:close/>
                <a:lnTo>
                  <a:pt x="328353" y="603621"/>
                </a:lnTo>
                <a:close/>
                <a:lnTo>
                  <a:pt x="324196" y="624547"/>
                </a:lnTo>
                <a:close/>
                <a:lnTo>
                  <a:pt x="320040" y="644652"/>
                </a:lnTo>
                <a:close/>
                <a:lnTo>
                  <a:pt x="315884" y="664497"/>
                </a:lnTo>
                <a:close/>
                <a:lnTo>
                  <a:pt x="311727" y="684875"/>
                </a:lnTo>
                <a:close/>
                <a:lnTo>
                  <a:pt x="307571" y="706636"/>
                </a:lnTo>
                <a:close/>
                <a:lnTo>
                  <a:pt x="303415" y="730630"/>
                </a:lnTo>
                <a:close/>
                <a:lnTo>
                  <a:pt x="299258" y="757707"/>
                </a:lnTo>
                <a:close/>
                <a:lnTo>
                  <a:pt x="295102" y="788664"/>
                </a:lnTo>
                <a:close/>
                <a:lnTo>
                  <a:pt x="290945" y="823044"/>
                </a:lnTo>
                <a:close/>
                <a:lnTo>
                  <a:pt x="286789" y="859142"/>
                </a:lnTo>
                <a:close/>
                <a:lnTo>
                  <a:pt x="282633" y="895194"/>
                </a:lnTo>
                <a:close/>
                <a:lnTo>
                  <a:pt x="278476" y="929441"/>
                </a:lnTo>
                <a:close/>
                <a:lnTo>
                  <a:pt x="274320" y="960120"/>
                </a:lnTo>
                <a:close/>
                <a:lnTo>
                  <a:pt x="270164" y="986055"/>
                </a:lnTo>
                <a:close/>
                <a:lnTo>
                  <a:pt x="266007" y="1008405"/>
                </a:lnTo>
                <a:close/>
                <a:lnTo>
                  <a:pt x="261851" y="1028912"/>
                </a:lnTo>
                <a:close/>
                <a:lnTo>
                  <a:pt x="257695" y="1049322"/>
                </a:lnTo>
                <a:close/>
                <a:lnTo>
                  <a:pt x="253538" y="1071375"/>
                </a:lnTo>
                <a:close/>
                <a:lnTo>
                  <a:pt x="249382" y="1096765"/>
                </a:lnTo>
                <a:close/>
                <a:lnTo>
                  <a:pt x="245225" y="1125983"/>
                </a:lnTo>
                <a:close/>
                <a:lnTo>
                  <a:pt x="241069" y="1158319"/>
                </a:lnTo>
                <a:close/>
                <a:lnTo>
                  <a:pt x="236913" y="1193015"/>
                </a:lnTo>
                <a:close/>
                <a:lnTo>
                  <a:pt x="232756" y="1229310"/>
                </a:lnTo>
                <a:close/>
                <a:lnTo>
                  <a:pt x="228600" y="1266444"/>
                </a:lnTo>
                <a:close/>
                <a:lnTo>
                  <a:pt x="224444" y="1303642"/>
                </a:lnTo>
                <a:close/>
                <a:lnTo>
                  <a:pt x="220287" y="1340073"/>
                </a:lnTo>
                <a:close/>
                <a:lnTo>
                  <a:pt x="216131" y="1374890"/>
                </a:lnTo>
                <a:close/>
                <a:lnTo>
                  <a:pt x="211975" y="1407248"/>
                </a:lnTo>
                <a:close/>
                <a:lnTo>
                  <a:pt x="207818" y="1436301"/>
                </a:lnTo>
                <a:close/>
                <a:lnTo>
                  <a:pt x="203662" y="1461259"/>
                </a:lnTo>
                <a:close/>
                <a:lnTo>
                  <a:pt x="199505" y="1482617"/>
                </a:lnTo>
                <a:close/>
                <a:lnTo>
                  <a:pt x="195349" y="1502154"/>
                </a:lnTo>
                <a:close/>
                <a:lnTo>
                  <a:pt x="191193" y="1521706"/>
                </a:lnTo>
                <a:close/>
                <a:lnTo>
                  <a:pt x="187036" y="1543108"/>
                </a:lnTo>
                <a:close/>
                <a:lnTo>
                  <a:pt x="182880" y="1568196"/>
                </a:lnTo>
                <a:close/>
                <a:lnTo>
                  <a:pt x="178724" y="1598159"/>
                </a:lnTo>
                <a:close/>
                <a:lnTo>
                  <a:pt x="174567" y="1631599"/>
                </a:lnTo>
                <a:close/>
                <a:lnTo>
                  <a:pt x="170411" y="1666472"/>
                </a:lnTo>
                <a:close/>
                <a:lnTo>
                  <a:pt x="166255" y="1700732"/>
                </a:lnTo>
                <a:close/>
                <a:lnTo>
                  <a:pt x="162098" y="1732337"/>
                </a:lnTo>
                <a:close/>
                <a:lnTo>
                  <a:pt x="157942" y="1759326"/>
                </a:lnTo>
                <a:close/>
                <a:lnTo>
                  <a:pt x="153785" y="1781705"/>
                </a:lnTo>
                <a:close/>
                <a:lnTo>
                  <a:pt x="149629" y="1801444"/>
                </a:lnTo>
                <a:close/>
                <a:lnTo>
                  <a:pt x="145473" y="1820599"/>
                </a:lnTo>
                <a:close/>
                <a:lnTo>
                  <a:pt x="141316" y="1841224"/>
                </a:lnTo>
                <a:close/>
                <a:lnTo>
                  <a:pt x="137160" y="1865376"/>
                </a:lnTo>
                <a:close/>
                <a:lnTo>
                  <a:pt x="133004" y="1894424"/>
                </a:lnTo>
                <a:close/>
                <a:lnTo>
                  <a:pt x="128847" y="1926999"/>
                </a:lnTo>
                <a:close/>
                <a:lnTo>
                  <a:pt x="124691" y="1961046"/>
                </a:lnTo>
                <a:close/>
                <a:lnTo>
                  <a:pt x="120535" y="1994508"/>
                </a:lnTo>
                <a:close/>
                <a:lnTo>
                  <a:pt x="116378" y="2025332"/>
                </a:lnTo>
                <a:close/>
                <a:lnTo>
                  <a:pt x="112222" y="2051547"/>
                </a:lnTo>
                <a:close/>
                <a:lnTo>
                  <a:pt x="108065" y="2073147"/>
                </a:lnTo>
                <a:close/>
                <a:lnTo>
                  <a:pt x="103909" y="2092090"/>
                </a:lnTo>
                <a:close/>
                <a:lnTo>
                  <a:pt x="99753" y="2110420"/>
                </a:lnTo>
                <a:close/>
                <a:lnTo>
                  <a:pt x="95596" y="2130180"/>
                </a:lnTo>
                <a:close/>
                <a:lnTo>
                  <a:pt x="91440" y="2153412"/>
                </a:lnTo>
                <a:close/>
                <a:lnTo>
                  <a:pt x="87284" y="2181487"/>
                </a:lnTo>
                <a:close/>
                <a:lnTo>
                  <a:pt x="83127" y="2213083"/>
                </a:lnTo>
                <a:close/>
                <a:lnTo>
                  <a:pt x="78971" y="2246204"/>
                </a:lnTo>
                <a:close/>
                <a:lnTo>
                  <a:pt x="74815" y="2278853"/>
                </a:lnTo>
                <a:close/>
                <a:lnTo>
                  <a:pt x="70658" y="2309034"/>
                </a:lnTo>
                <a:close/>
                <a:lnTo>
                  <a:pt x="66502" y="2334832"/>
                </a:lnTo>
                <a:close/>
                <a:lnTo>
                  <a:pt x="62345" y="2356157"/>
                </a:lnTo>
                <a:close/>
                <a:lnTo>
                  <a:pt x="58189" y="2374749"/>
                </a:lnTo>
                <a:close/>
                <a:lnTo>
                  <a:pt x="54033" y="2392425"/>
                </a:lnTo>
                <a:close/>
                <a:lnTo>
                  <a:pt x="49876" y="2411004"/>
                </a:lnTo>
                <a:close/>
                <a:lnTo>
                  <a:pt x="45720" y="2432304"/>
                </a:lnTo>
                <a:close/>
                <a:lnTo>
                  <a:pt x="41564" y="2457648"/>
                </a:lnTo>
                <a:close/>
                <a:lnTo>
                  <a:pt x="37407" y="2486375"/>
                </a:lnTo>
                <a:close/>
                <a:lnTo>
                  <a:pt x="33251" y="2517332"/>
                </a:lnTo>
                <a:close/>
                <a:lnTo>
                  <a:pt x="29095" y="2549363"/>
                </a:lnTo>
                <a:close/>
                <a:lnTo>
                  <a:pt x="24938" y="2581313"/>
                </a:lnTo>
                <a:close/>
                <a:lnTo>
                  <a:pt x="20782" y="2612026"/>
                </a:lnTo>
                <a:close/>
                <a:lnTo>
                  <a:pt x="16625" y="2640348"/>
                </a:lnTo>
                <a:close/>
                <a:lnTo>
                  <a:pt x="12469" y="2665124"/>
                </a:lnTo>
                <a:close/>
                <a:lnTo>
                  <a:pt x="8313" y="2685199"/>
                </a:lnTo>
                <a:close/>
                <a:lnTo>
                  <a:pt x="4156" y="2699417"/>
                </a:lnTo>
                <a:close/>
                <a:lnTo>
                  <a:pt x="0" y="2706624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6520" y="242569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