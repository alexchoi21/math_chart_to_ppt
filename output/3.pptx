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886200.0" y="2571750.0"/>
            <a:ext cx="3657600.0" cy="0.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 flipV="1">
            <a:off x="4572000.0" y="-1085850.0"/>
            <a:ext cx="0.0" cy="4343400.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Freeform 3"/>
          <p:cNvSpPr/>
          <p:nvPr/>
        </p:nvSpPr>
        <p:spPr>
          <a:xfrm>
            <a:off x="5029200" y="-628650"/>
            <a:ext cx="1828800" cy="2377440"/>
          </a:xfrm>
          <a:custGeom>
            <a:avLst/>
            <a:gdLst/>
            <a:ahLst/>
            <a:cxnLst/>
            <a:rect l="l" t="t" r="r" b="b"/>
            <a:pathLst>
              <a:path w="1828800" h="2377440">
                <a:moveTo>
                  <a:pt x="0" y="2377440"/>
                </a:moveTo>
                <a:lnTo>
                  <a:pt x="3807" y="2376846"/>
                </a:lnTo>
                <a:close/>
                <a:lnTo>
                  <a:pt x="7662" y="2376235"/>
                </a:lnTo>
                <a:close/>
                <a:lnTo>
                  <a:pt x="11564" y="2375607"/>
                </a:lnTo>
                <a:close/>
                <a:lnTo>
                  <a:pt x="15514" y="2374962"/>
                </a:lnTo>
                <a:close/>
                <a:lnTo>
                  <a:pt x="19512" y="2374300"/>
                </a:lnTo>
                <a:close/>
                <a:lnTo>
                  <a:pt x="23555" y="2373621"/>
                </a:lnTo>
                <a:close/>
                <a:lnTo>
                  <a:pt x="27645" y="2372924"/>
                </a:lnTo>
                <a:close/>
                <a:lnTo>
                  <a:pt x="31781" y="2372211"/>
                </a:lnTo>
                <a:close/>
                <a:lnTo>
                  <a:pt x="35962" y="2371481"/>
                </a:lnTo>
                <a:close/>
                <a:lnTo>
                  <a:pt x="40188" y="2370734"/>
                </a:lnTo>
                <a:close/>
                <a:lnTo>
                  <a:pt x="44459" y="2369971"/>
                </a:lnTo>
                <a:close/>
                <a:lnTo>
                  <a:pt x="48774" y="2369190"/>
                </a:lnTo>
                <a:close/>
                <a:lnTo>
                  <a:pt x="53133" y="2368393"/>
                </a:lnTo>
                <a:close/>
                <a:lnTo>
                  <a:pt x="57535" y="2367579"/>
                </a:lnTo>
                <a:close/>
                <a:lnTo>
                  <a:pt x="61979" y="2366748"/>
                </a:lnTo>
                <a:close/>
                <a:lnTo>
                  <a:pt x="66467" y="2365901"/>
                </a:lnTo>
                <a:close/>
                <a:lnTo>
                  <a:pt x="70997" y="2365037"/>
                </a:lnTo>
                <a:close/>
                <a:lnTo>
                  <a:pt x="75568" y="2364156"/>
                </a:lnTo>
                <a:close/>
                <a:lnTo>
                  <a:pt x="80181" y="2363259"/>
                </a:lnTo>
                <a:close/>
                <a:lnTo>
                  <a:pt x="84834" y="2362346"/>
                </a:lnTo>
                <a:close/>
                <a:lnTo>
                  <a:pt x="89528" y="2361416"/>
                </a:lnTo>
                <a:close/>
                <a:lnTo>
                  <a:pt x="94263" y="2360469"/>
                </a:lnTo>
                <a:close/>
                <a:lnTo>
                  <a:pt x="99036" y="2359506"/>
                </a:lnTo>
                <a:close/>
                <a:lnTo>
                  <a:pt x="103850" y="2358527"/>
                </a:lnTo>
                <a:close/>
                <a:lnTo>
                  <a:pt x="108702" y="2357532"/>
                </a:lnTo>
                <a:close/>
                <a:lnTo>
                  <a:pt x="113592" y="2356520"/>
                </a:lnTo>
                <a:close/>
                <a:lnTo>
                  <a:pt x="118521" y="2355492"/>
                </a:lnTo>
                <a:close/>
                <a:lnTo>
                  <a:pt x="123487" y="2354448"/>
                </a:lnTo>
                <a:close/>
                <a:lnTo>
                  <a:pt x="128491" y="2353388"/>
                </a:lnTo>
                <a:close/>
                <a:lnTo>
                  <a:pt x="133531" y="2352311"/>
                </a:lnTo>
                <a:close/>
                <a:lnTo>
                  <a:pt x="138608" y="2351219"/>
                </a:lnTo>
                <a:close/>
                <a:lnTo>
                  <a:pt x="143721" y="2350110"/>
                </a:lnTo>
                <a:close/>
                <a:lnTo>
                  <a:pt x="148870" y="2348986"/>
                </a:lnTo>
                <a:close/>
                <a:lnTo>
                  <a:pt x="154054" y="2347845"/>
                </a:lnTo>
                <a:close/>
                <a:lnTo>
                  <a:pt x="159273" y="2346688"/>
                </a:lnTo>
                <a:close/>
                <a:lnTo>
                  <a:pt x="164526" y="2345516"/>
                </a:lnTo>
                <a:close/>
                <a:lnTo>
                  <a:pt x="169813" y="2344328"/>
                </a:lnTo>
                <a:close/>
                <a:lnTo>
                  <a:pt x="175134" y="2343124"/>
                </a:lnTo>
                <a:close/>
                <a:lnTo>
                  <a:pt x="180487" y="2341904"/>
                </a:lnTo>
                <a:close/>
                <a:lnTo>
                  <a:pt x="185874" y="2340668"/>
                </a:lnTo>
                <a:close/>
                <a:lnTo>
                  <a:pt x="191293" y="2339417"/>
                </a:lnTo>
                <a:close/>
                <a:lnTo>
                  <a:pt x="196744" y="2338150"/>
                </a:lnTo>
                <a:close/>
                <a:lnTo>
                  <a:pt x="202227" y="2336867"/>
                </a:lnTo>
                <a:close/>
                <a:lnTo>
                  <a:pt x="207741" y="2335569"/>
                </a:lnTo>
                <a:close/>
                <a:lnTo>
                  <a:pt x="213286" y="2334255"/>
                </a:lnTo>
                <a:close/>
                <a:lnTo>
                  <a:pt x="218861" y="2332926"/>
                </a:lnTo>
                <a:close/>
                <a:lnTo>
                  <a:pt x="224466" y="2331581"/>
                </a:lnTo>
                <a:close/>
                <a:lnTo>
                  <a:pt x="230100" y="2330221"/>
                </a:lnTo>
                <a:close/>
                <a:lnTo>
                  <a:pt x="235764" y="2328845"/>
                </a:lnTo>
                <a:close/>
                <a:lnTo>
                  <a:pt x="241456" y="2327454"/>
                </a:lnTo>
                <a:close/>
                <a:lnTo>
                  <a:pt x="247177" y="2326048"/>
                </a:lnTo>
                <a:close/>
                <a:lnTo>
                  <a:pt x="252926" y="2324626"/>
                </a:lnTo>
                <a:close/>
                <a:lnTo>
                  <a:pt x="258702" y="2323189"/>
                </a:lnTo>
                <a:close/>
                <a:lnTo>
                  <a:pt x="264506" y="2321737"/>
                </a:lnTo>
                <a:close/>
                <a:lnTo>
                  <a:pt x="270336" y="2320269"/>
                </a:lnTo>
                <a:close/>
                <a:lnTo>
                  <a:pt x="276192" y="2318787"/>
                </a:lnTo>
                <a:close/>
                <a:lnTo>
                  <a:pt x="282074" y="2317289"/>
                </a:lnTo>
                <a:close/>
                <a:lnTo>
                  <a:pt x="287982" y="2315776"/>
                </a:lnTo>
                <a:close/>
                <a:lnTo>
                  <a:pt x="293915" y="2314248"/>
                </a:lnTo>
                <a:close/>
                <a:lnTo>
                  <a:pt x="299872" y="2312706"/>
                </a:lnTo>
                <a:close/>
                <a:lnTo>
                  <a:pt x="305854" y="2311148"/>
                </a:lnTo>
                <a:close/>
                <a:lnTo>
                  <a:pt x="311860" y="2309575"/>
                </a:lnTo>
                <a:close/>
                <a:lnTo>
                  <a:pt x="317889" y="2307987"/>
                </a:lnTo>
                <a:close/>
                <a:lnTo>
                  <a:pt x="323941" y="2306385"/>
                </a:lnTo>
                <a:close/>
                <a:lnTo>
                  <a:pt x="330016" y="2304768"/>
                </a:lnTo>
                <a:close/>
                <a:lnTo>
                  <a:pt x="336113" y="2303136"/>
                </a:lnTo>
                <a:close/>
                <a:lnTo>
                  <a:pt x="342232" y="2301489"/>
                </a:lnTo>
                <a:close/>
                <a:lnTo>
                  <a:pt x="348372" y="2299827"/>
                </a:lnTo>
                <a:close/>
                <a:lnTo>
                  <a:pt x="354534" y="2298151"/>
                </a:lnTo>
                <a:close/>
                <a:lnTo>
                  <a:pt x="360716" y="2296460"/>
                </a:lnTo>
                <a:close/>
                <a:lnTo>
                  <a:pt x="366918" y="2294755"/>
                </a:lnTo>
                <a:close/>
                <a:lnTo>
                  <a:pt x="373140" y="2293035"/>
                </a:lnTo>
                <a:close/>
                <a:lnTo>
                  <a:pt x="379382" y="2291300"/>
                </a:lnTo>
                <a:close/>
                <a:lnTo>
                  <a:pt x="385642" y="2289551"/>
                </a:lnTo>
                <a:close/>
                <a:lnTo>
                  <a:pt x="391921" y="2287788"/>
                </a:lnTo>
                <a:close/>
                <a:lnTo>
                  <a:pt x="398218" y="2286010"/>
                </a:lnTo>
                <a:close/>
                <a:lnTo>
                  <a:pt x="404533" y="2284218"/>
                </a:lnTo>
                <a:close/>
                <a:lnTo>
                  <a:pt x="410866" y="2282411"/>
                </a:lnTo>
                <a:close/>
                <a:lnTo>
                  <a:pt x="417215" y="2280590"/>
                </a:lnTo>
                <a:close/>
                <a:lnTo>
                  <a:pt x="423581" y="2278755"/>
                </a:lnTo>
                <a:close/>
                <a:lnTo>
                  <a:pt x="429963" y="2276906"/>
                </a:lnTo>
                <a:close/>
                <a:lnTo>
                  <a:pt x="436361" y="2275043"/>
                </a:lnTo>
                <a:close/>
                <a:lnTo>
                  <a:pt x="442774" y="2273165"/>
                </a:lnTo>
                <a:close/>
                <a:lnTo>
                  <a:pt x="449202" y="2271273"/>
                </a:lnTo>
                <a:close/>
                <a:lnTo>
                  <a:pt x="455645" y="2269367"/>
                </a:lnTo>
                <a:close/>
                <a:lnTo>
                  <a:pt x="462102" y="2267447"/>
                </a:lnTo>
                <a:close/>
                <a:lnTo>
                  <a:pt x="468572" y="2265513"/>
                </a:lnTo>
                <a:close/>
                <a:lnTo>
                  <a:pt x="475056" y="2263566"/>
                </a:lnTo>
                <a:close/>
                <a:lnTo>
                  <a:pt x="481553" y="2261604"/>
                </a:lnTo>
                <a:close/>
                <a:lnTo>
                  <a:pt x="488062" y="2259628"/>
                </a:lnTo>
                <a:close/>
                <a:lnTo>
                  <a:pt x="494583" y="2257639"/>
                </a:lnTo>
                <a:close/>
                <a:lnTo>
                  <a:pt x="501116" y="2255635"/>
                </a:lnTo>
                <a:close/>
                <a:lnTo>
                  <a:pt x="507660" y="2253618"/>
                </a:lnTo>
                <a:close/>
                <a:lnTo>
                  <a:pt x="514216" y="2251587"/>
                </a:lnTo>
                <a:close/>
                <a:lnTo>
                  <a:pt x="520781" y="2249543"/>
                </a:lnTo>
                <a:close/>
                <a:lnTo>
                  <a:pt x="527357" y="2247484"/>
                </a:lnTo>
                <a:close/>
                <a:lnTo>
                  <a:pt x="533942" y="2245413"/>
                </a:lnTo>
                <a:close/>
                <a:lnTo>
                  <a:pt x="540537" y="2243327"/>
                </a:lnTo>
                <a:close/>
                <a:lnTo>
                  <a:pt x="547141" y="2241228"/>
                </a:lnTo>
                <a:close/>
                <a:lnTo>
                  <a:pt x="553752" y="2239116"/>
                </a:lnTo>
                <a:close/>
                <a:lnTo>
                  <a:pt x="560372" y="2236990"/>
                </a:lnTo>
                <a:close/>
                <a:lnTo>
                  <a:pt x="567000" y="2234850"/>
                </a:lnTo>
                <a:close/>
                <a:lnTo>
                  <a:pt x="573635" y="2232697"/>
                </a:lnTo>
                <a:close/>
                <a:lnTo>
                  <a:pt x="580277" y="2230531"/>
                </a:lnTo>
                <a:close/>
                <a:lnTo>
                  <a:pt x="586925" y="2228352"/>
                </a:lnTo>
                <a:close/>
                <a:lnTo>
                  <a:pt x="593579" y="2226159"/>
                </a:lnTo>
                <a:close/>
                <a:lnTo>
                  <a:pt x="600238" y="2223953"/>
                </a:lnTo>
                <a:close/>
                <a:lnTo>
                  <a:pt x="606903" y="2221733"/>
                </a:lnTo>
                <a:close/>
                <a:lnTo>
                  <a:pt x="613573" y="2219501"/>
                </a:lnTo>
                <a:close/>
                <a:lnTo>
                  <a:pt x="620247" y="2217255"/>
                </a:lnTo>
                <a:close/>
                <a:lnTo>
                  <a:pt x="626925" y="2214996"/>
                </a:lnTo>
                <a:close/>
                <a:lnTo>
                  <a:pt x="633606" y="2212725"/>
                </a:lnTo>
                <a:close/>
                <a:lnTo>
                  <a:pt x="640291" y="2210440"/>
                </a:lnTo>
                <a:close/>
                <a:lnTo>
                  <a:pt x="646979" y="2208142"/>
                </a:lnTo>
                <a:close/>
                <a:lnTo>
                  <a:pt x="653669" y="2205831"/>
                </a:lnTo>
                <a:close/>
                <a:lnTo>
                  <a:pt x="660360" y="2203507"/>
                </a:lnTo>
                <a:close/>
                <a:lnTo>
                  <a:pt x="667054" y="2201171"/>
                </a:lnTo>
                <a:close/>
                <a:lnTo>
                  <a:pt x="673748" y="2198821"/>
                </a:lnTo>
                <a:close/>
                <a:lnTo>
                  <a:pt x="680444" y="2196459"/>
                </a:lnTo>
                <a:close/>
                <a:lnTo>
                  <a:pt x="687139" y="2194084"/>
                </a:lnTo>
                <a:close/>
                <a:lnTo>
                  <a:pt x="693835" y="2191696"/>
                </a:lnTo>
                <a:close/>
                <a:lnTo>
                  <a:pt x="700530" y="2189296"/>
                </a:lnTo>
                <a:close/>
                <a:lnTo>
                  <a:pt x="707224" y="2186883"/>
                </a:lnTo>
                <a:close/>
                <a:lnTo>
                  <a:pt x="713916" y="2184457"/>
                </a:lnTo>
                <a:close/>
                <a:lnTo>
                  <a:pt x="720608" y="2182018"/>
                </a:lnTo>
                <a:close/>
                <a:lnTo>
                  <a:pt x="727297" y="2179568"/>
                </a:lnTo>
                <a:close/>
                <a:lnTo>
                  <a:pt x="733983" y="2177104"/>
                </a:lnTo>
                <a:close/>
                <a:lnTo>
                  <a:pt x="740667" y="2174628"/>
                </a:lnTo>
                <a:close/>
                <a:lnTo>
                  <a:pt x="747347" y="2172140"/>
                </a:lnTo>
                <a:close/>
                <a:lnTo>
                  <a:pt x="754023" y="2169639"/>
                </a:lnTo>
                <a:close/>
                <a:lnTo>
                  <a:pt x="760696" y="2167126"/>
                </a:lnTo>
                <a:close/>
                <a:lnTo>
                  <a:pt x="767363" y="2164601"/>
                </a:lnTo>
                <a:close/>
                <a:lnTo>
                  <a:pt x="774026" y="2162063"/>
                </a:lnTo>
                <a:close/>
                <a:lnTo>
                  <a:pt x="780684" y="2159513"/>
                </a:lnTo>
                <a:close/>
                <a:lnTo>
                  <a:pt x="787335" y="2156951"/>
                </a:lnTo>
                <a:close/>
                <a:lnTo>
                  <a:pt x="793981" y="2154377"/>
                </a:lnTo>
                <a:close/>
                <a:lnTo>
                  <a:pt x="800620" y="2151790"/>
                </a:lnTo>
                <a:close/>
                <a:lnTo>
                  <a:pt x="807252" y="2149192"/>
                </a:lnTo>
                <a:close/>
                <a:lnTo>
                  <a:pt x="813876" y="2146581"/>
                </a:lnTo>
                <a:close/>
                <a:lnTo>
                  <a:pt x="820493" y="2143958"/>
                </a:lnTo>
                <a:close/>
                <a:lnTo>
                  <a:pt x="827102" y="2141324"/>
                </a:lnTo>
                <a:close/>
                <a:lnTo>
                  <a:pt x="833702" y="2138677"/>
                </a:lnTo>
                <a:close/>
                <a:lnTo>
                  <a:pt x="840293" y="2136019"/>
                </a:lnTo>
                <a:close/>
                <a:lnTo>
                  <a:pt x="846874" y="2133348"/>
                </a:lnTo>
                <a:close/>
                <a:lnTo>
                  <a:pt x="853446" y="2130666"/>
                </a:lnTo>
                <a:close/>
                <a:lnTo>
                  <a:pt x="860008" y="2127972"/>
                </a:lnTo>
                <a:close/>
                <a:lnTo>
                  <a:pt x="866559" y="2125266"/>
                </a:lnTo>
                <a:close/>
                <a:lnTo>
                  <a:pt x="873098" y="2122549"/>
                </a:lnTo>
                <a:close/>
                <a:lnTo>
                  <a:pt x="879627" y="2119819"/>
                </a:lnTo>
                <a:close/>
                <a:lnTo>
                  <a:pt x="886143" y="2117078"/>
                </a:lnTo>
                <a:close/>
                <a:lnTo>
                  <a:pt x="892648" y="2114326"/>
                </a:lnTo>
                <a:close/>
                <a:lnTo>
                  <a:pt x="899139" y="2111562"/>
                </a:lnTo>
                <a:close/>
                <a:lnTo>
                  <a:pt x="905618" y="2108786"/>
                </a:lnTo>
                <a:close/>
                <a:lnTo>
                  <a:pt x="912083" y="2105999"/>
                </a:lnTo>
                <a:close/>
                <a:lnTo>
                  <a:pt x="918534" y="2103200"/>
                </a:lnTo>
                <a:close/>
                <a:lnTo>
                  <a:pt x="924971" y="2100390"/>
                </a:lnTo>
                <a:close/>
                <a:lnTo>
                  <a:pt x="931393" y="2097569"/>
                </a:lnTo>
                <a:close/>
                <a:lnTo>
                  <a:pt x="937800" y="2094736"/>
                </a:lnTo>
                <a:close/>
                <a:lnTo>
                  <a:pt x="944192" y="2091892"/>
                </a:lnTo>
                <a:close/>
                <a:lnTo>
                  <a:pt x="950567" y="2089037"/>
                </a:lnTo>
                <a:close/>
                <a:lnTo>
                  <a:pt x="956927" y="2086170"/>
                </a:lnTo>
                <a:close/>
                <a:lnTo>
                  <a:pt x="963269" y="2083292"/>
                </a:lnTo>
                <a:close/>
                <a:lnTo>
                  <a:pt x="969595" y="2080403"/>
                </a:lnTo>
                <a:close/>
                <a:lnTo>
                  <a:pt x="975903" y="2077503"/>
                </a:lnTo>
                <a:close/>
                <a:lnTo>
                  <a:pt x="982193" y="2074592"/>
                </a:lnTo>
                <a:close/>
                <a:lnTo>
                  <a:pt x="988464" y="2071669"/>
                </a:lnTo>
                <a:close/>
                <a:lnTo>
                  <a:pt x="994717" y="2068736"/>
                </a:lnTo>
                <a:close/>
                <a:lnTo>
                  <a:pt x="1000951" y="2065792"/>
                </a:lnTo>
                <a:close/>
                <a:lnTo>
                  <a:pt x="1007165" y="2062836"/>
                </a:lnTo>
                <a:close/>
                <a:lnTo>
                  <a:pt x="1013359" y="2059870"/>
                </a:lnTo>
                <a:close/>
                <a:lnTo>
                  <a:pt x="1019533" y="2056893"/>
                </a:lnTo>
                <a:close/>
                <a:lnTo>
                  <a:pt x="1025686" y="2053905"/>
                </a:lnTo>
                <a:close/>
                <a:lnTo>
                  <a:pt x="1031818" y="2050907"/>
                </a:lnTo>
                <a:close/>
                <a:lnTo>
                  <a:pt x="1037928" y="2047897"/>
                </a:lnTo>
                <a:close/>
                <a:lnTo>
                  <a:pt x="1044017" y="2044877"/>
                </a:lnTo>
                <a:close/>
                <a:lnTo>
                  <a:pt x="1050082" y="2041846"/>
                </a:lnTo>
                <a:close/>
                <a:lnTo>
                  <a:pt x="1056125" y="2038805"/>
                </a:lnTo>
                <a:close/>
                <a:lnTo>
                  <a:pt x="1062145" y="2035752"/>
                </a:lnTo>
                <a:close/>
                <a:lnTo>
                  <a:pt x="1068141" y="2032690"/>
                </a:lnTo>
                <a:close/>
                <a:lnTo>
                  <a:pt x="1074114" y="2029616"/>
                </a:lnTo>
                <a:close/>
                <a:lnTo>
                  <a:pt x="1080061" y="2026533"/>
                </a:lnTo>
                <a:close/>
                <a:lnTo>
                  <a:pt x="1085984" y="2023438"/>
                </a:lnTo>
                <a:close/>
                <a:lnTo>
                  <a:pt x="1091882" y="2020334"/>
                </a:lnTo>
                <a:close/>
                <a:lnTo>
                  <a:pt x="1097754" y="2017219"/>
                </a:lnTo>
                <a:close/>
                <a:lnTo>
                  <a:pt x="1103600" y="2014093"/>
                </a:lnTo>
                <a:close/>
                <a:lnTo>
                  <a:pt x="1109419" y="2010958"/>
                </a:lnTo>
                <a:close/>
                <a:lnTo>
                  <a:pt x="1115212" y="2007812"/>
                </a:lnTo>
                <a:close/>
                <a:lnTo>
                  <a:pt x="1120977" y="2004656"/>
                </a:lnTo>
                <a:close/>
                <a:lnTo>
                  <a:pt x="1126714" y="2001489"/>
                </a:lnTo>
                <a:close/>
                <a:lnTo>
                  <a:pt x="1132424" y="1998313"/>
                </a:lnTo>
                <a:close/>
                <a:lnTo>
                  <a:pt x="1138105" y="1995126"/>
                </a:lnTo>
                <a:close/>
                <a:lnTo>
                  <a:pt x="1143757" y="1991929"/>
                </a:lnTo>
                <a:close/>
                <a:lnTo>
                  <a:pt x="1149380" y="1988722"/>
                </a:lnTo>
                <a:close/>
                <a:lnTo>
                  <a:pt x="1154973" y="1985505"/>
                </a:lnTo>
                <a:close/>
                <a:lnTo>
                  <a:pt x="1160536" y="1982278"/>
                </a:lnTo>
                <a:close/>
                <a:lnTo>
                  <a:pt x="1166068" y="1979042"/>
                </a:lnTo>
                <a:close/>
                <a:lnTo>
                  <a:pt x="1171570" y="1975795"/>
                </a:lnTo>
                <a:close/>
                <a:lnTo>
                  <a:pt x="1177040" y="1972538"/>
                </a:lnTo>
                <a:close/>
                <a:lnTo>
                  <a:pt x="1182478" y="1969272"/>
                </a:lnTo>
                <a:close/>
                <a:lnTo>
                  <a:pt x="1187884" y="1965996"/>
                </a:lnTo>
                <a:close/>
                <a:lnTo>
                  <a:pt x="1193258" y="1962710"/>
                </a:lnTo>
                <a:close/>
                <a:lnTo>
                  <a:pt x="1198599" y="1959414"/>
                </a:lnTo>
                <a:close/>
                <a:lnTo>
                  <a:pt x="1203906" y="1956109"/>
                </a:lnTo>
                <a:close/>
                <a:lnTo>
                  <a:pt x="1209180" y="1952794"/>
                </a:lnTo>
                <a:close/>
                <a:lnTo>
                  <a:pt x="1214419" y="1949469"/>
                </a:lnTo>
                <a:close/>
                <a:lnTo>
                  <a:pt x="1219624" y="1946135"/>
                </a:lnTo>
                <a:close/>
                <a:lnTo>
                  <a:pt x="1224794" y="1942791"/>
                </a:lnTo>
                <a:close/>
                <a:lnTo>
                  <a:pt x="1229928" y="1939438"/>
                </a:lnTo>
                <a:close/>
                <a:lnTo>
                  <a:pt x="1235027" y="1936075"/>
                </a:lnTo>
                <a:close/>
                <a:lnTo>
                  <a:pt x="1240089" y="1932703"/>
                </a:lnTo>
                <a:close/>
                <a:lnTo>
                  <a:pt x="1245115" y="1929322"/>
                </a:lnTo>
                <a:close/>
                <a:lnTo>
                  <a:pt x="1250104" y="1925931"/>
                </a:lnTo>
                <a:close/>
                <a:lnTo>
                  <a:pt x="1255055" y="1922531"/>
                </a:lnTo>
                <a:close/>
                <a:lnTo>
                  <a:pt x="1259968" y="1919121"/>
                </a:lnTo>
                <a:close/>
                <a:lnTo>
                  <a:pt x="1264844" y="1915703"/>
                </a:lnTo>
                <a:close/>
                <a:lnTo>
                  <a:pt x="1269680" y="1912275"/>
                </a:lnTo>
                <a:close/>
                <a:lnTo>
                  <a:pt x="1274478" y="1908838"/>
                </a:lnTo>
                <a:close/>
                <a:lnTo>
                  <a:pt x="1279236" y="1905392"/>
                </a:lnTo>
                <a:close/>
                <a:lnTo>
                  <a:pt x="1283954" y="1901937"/>
                </a:lnTo>
                <a:close/>
                <a:lnTo>
                  <a:pt x="1288632" y="1898472"/>
                </a:lnTo>
                <a:close/>
                <a:lnTo>
                  <a:pt x="1293269" y="1894999"/>
                </a:lnTo>
                <a:close/>
                <a:lnTo>
                  <a:pt x="1297866" y="1891517"/>
                </a:lnTo>
                <a:close/>
                <a:lnTo>
                  <a:pt x="1302420" y="1888026"/>
                </a:lnTo>
                <a:close/>
                <a:lnTo>
                  <a:pt x="1306933" y="1884526"/>
                </a:lnTo>
                <a:close/>
                <a:lnTo>
                  <a:pt x="1311404" y="1881017"/>
                </a:lnTo>
                <a:close/>
                <a:lnTo>
                  <a:pt x="1315831" y="1877499"/>
                </a:lnTo>
                <a:close/>
                <a:lnTo>
                  <a:pt x="1320216" y="1873972"/>
                </a:lnTo>
                <a:close/>
                <a:lnTo>
                  <a:pt x="1324557" y="1870437"/>
                </a:lnTo>
                <a:close/>
                <a:lnTo>
                  <a:pt x="1328855" y="1866893"/>
                </a:lnTo>
                <a:close/>
                <a:lnTo>
                  <a:pt x="1333107" y="1863340"/>
                </a:lnTo>
                <a:close/>
                <a:lnTo>
                  <a:pt x="1337316" y="1859779"/>
                </a:lnTo>
                <a:close/>
                <a:lnTo>
                  <a:pt x="1341479" y="1856209"/>
                </a:lnTo>
                <a:close/>
                <a:lnTo>
                  <a:pt x="1345596" y="1852630"/>
                </a:lnTo>
                <a:close/>
                <a:lnTo>
                  <a:pt x="1349668" y="1849043"/>
                </a:lnTo>
                <a:close/>
                <a:lnTo>
                  <a:pt x="1353693" y="1845448"/>
                </a:lnTo>
                <a:close/>
                <a:lnTo>
                  <a:pt x="1357671" y="1841844"/>
                </a:lnTo>
                <a:close/>
                <a:lnTo>
                  <a:pt x="1361602" y="1838231"/>
                </a:lnTo>
                <a:close/>
                <a:lnTo>
                  <a:pt x="1365486" y="1834611"/>
                </a:lnTo>
                <a:close/>
                <a:lnTo>
                  <a:pt x="1369322" y="1830981"/>
                </a:lnTo>
                <a:close/>
                <a:lnTo>
                  <a:pt x="1373109" y="1827344"/>
                </a:lnTo>
                <a:close/>
                <a:lnTo>
                  <a:pt x="1376848" y="1823698"/>
                </a:lnTo>
                <a:close/>
                <a:lnTo>
                  <a:pt x="1380539" y="1820044"/>
                </a:lnTo>
                <a:close/>
                <a:lnTo>
                  <a:pt x="1384182" y="1816382"/>
                </a:lnTo>
                <a:close/>
                <a:lnTo>
                  <a:pt x="1387778" y="1812711"/>
                </a:lnTo>
                <a:close/>
                <a:lnTo>
                  <a:pt x="1391327" y="1809032"/>
                </a:lnTo>
                <a:close/>
                <a:lnTo>
                  <a:pt x="1394831" y="1805344"/>
                </a:lnTo>
                <a:close/>
                <a:lnTo>
                  <a:pt x="1398288" y="1801648"/>
                </a:lnTo>
                <a:close/>
                <a:lnTo>
                  <a:pt x="1401700" y="1797944"/>
                </a:lnTo>
                <a:close/>
                <a:lnTo>
                  <a:pt x="1405066" y="1794231"/>
                </a:lnTo>
                <a:close/>
                <a:lnTo>
                  <a:pt x="1408389" y="1790509"/>
                </a:lnTo>
                <a:close/>
                <a:lnTo>
                  <a:pt x="1411667" y="1786779"/>
                </a:lnTo>
                <a:close/>
                <a:lnTo>
                  <a:pt x="1414901" y="1783040"/>
                </a:lnTo>
                <a:close/>
                <a:lnTo>
                  <a:pt x="1418093" y="1779293"/>
                </a:lnTo>
                <a:close/>
                <a:lnTo>
                  <a:pt x="1421241" y="1775537"/>
                </a:lnTo>
                <a:close/>
                <a:lnTo>
                  <a:pt x="1424347" y="1771772"/>
                </a:lnTo>
                <a:close/>
                <a:lnTo>
                  <a:pt x="1427411" y="1767999"/>
                </a:lnTo>
                <a:close/>
                <a:lnTo>
                  <a:pt x="1430434" y="1764217"/>
                </a:lnTo>
                <a:close/>
                <a:lnTo>
                  <a:pt x="1433415" y="1760426"/>
                </a:lnTo>
                <a:close/>
                <a:lnTo>
                  <a:pt x="1436356" y="1756627"/>
                </a:lnTo>
                <a:close/>
                <a:lnTo>
                  <a:pt x="1439257" y="1752818"/>
                </a:lnTo>
                <a:close/>
                <a:lnTo>
                  <a:pt x="1442117" y="1749001"/>
                </a:lnTo>
                <a:close/>
                <a:lnTo>
                  <a:pt x="1444939" y="1745175"/>
                </a:lnTo>
                <a:close/>
                <a:lnTo>
                  <a:pt x="1447722" y="1741340"/>
                </a:lnTo>
                <a:close/>
                <a:lnTo>
                  <a:pt x="1450466" y="1737496"/>
                </a:lnTo>
                <a:close/>
                <a:lnTo>
                  <a:pt x="1453172" y="1733644"/>
                </a:lnTo>
                <a:close/>
                <a:lnTo>
                  <a:pt x="1455840" y="1729782"/>
                </a:lnTo>
                <a:close/>
                <a:lnTo>
                  <a:pt x="1458472" y="1725911"/>
                </a:lnTo>
                <a:close/>
                <a:lnTo>
                  <a:pt x="1461066" y="1722032"/>
                </a:lnTo>
                <a:close/>
                <a:lnTo>
                  <a:pt x="1463625" y="1718143"/>
                </a:lnTo>
                <a:close/>
                <a:lnTo>
                  <a:pt x="1466147" y="1714245"/>
                </a:lnTo>
                <a:close/>
                <a:lnTo>
                  <a:pt x="1468634" y="1710338"/>
                </a:lnTo>
                <a:close/>
                <a:lnTo>
                  <a:pt x="1471086" y="1706422"/>
                </a:lnTo>
                <a:close/>
                <a:lnTo>
                  <a:pt x="1473504" y="1702497"/>
                </a:lnTo>
                <a:close/>
                <a:lnTo>
                  <a:pt x="1475887" y="1698563"/>
                </a:lnTo>
                <a:close/>
                <a:lnTo>
                  <a:pt x="1478237" y="1694619"/>
                </a:lnTo>
                <a:close/>
                <a:lnTo>
                  <a:pt x="1480553" y="1690666"/>
                </a:lnTo>
                <a:close/>
                <a:lnTo>
                  <a:pt x="1482837" y="1686704"/>
                </a:lnTo>
                <a:close/>
                <a:lnTo>
                  <a:pt x="1485088" y="1682733"/>
                </a:lnTo>
                <a:close/>
                <a:lnTo>
                  <a:pt x="1487307" y="1678753"/>
                </a:lnTo>
                <a:close/>
                <a:lnTo>
                  <a:pt x="1489495" y="1674763"/>
                </a:lnTo>
                <a:close/>
                <a:lnTo>
                  <a:pt x="1491651" y="1670763"/>
                </a:lnTo>
                <a:close/>
                <a:lnTo>
                  <a:pt x="1493777" y="1666755"/>
                </a:lnTo>
                <a:close/>
                <a:lnTo>
                  <a:pt x="1495873" y="1662737"/>
                </a:lnTo>
                <a:close/>
                <a:lnTo>
                  <a:pt x="1497939" y="1658709"/>
                </a:lnTo>
                <a:close/>
                <a:lnTo>
                  <a:pt x="1499976" y="1654672"/>
                </a:lnTo>
                <a:close/>
                <a:lnTo>
                  <a:pt x="1501983" y="1650626"/>
                </a:lnTo>
                <a:close/>
                <a:lnTo>
                  <a:pt x="1503962" y="1646570"/>
                </a:lnTo>
                <a:close/>
                <a:lnTo>
                  <a:pt x="1505914" y="1642504"/>
                </a:lnTo>
                <a:close/>
                <a:lnTo>
                  <a:pt x="1507837" y="1638429"/>
                </a:lnTo>
                <a:close/>
                <a:lnTo>
                  <a:pt x="1509733" y="1634345"/>
                </a:lnTo>
                <a:close/>
                <a:lnTo>
                  <a:pt x="1511603" y="1630250"/>
                </a:lnTo>
                <a:close/>
                <a:lnTo>
                  <a:pt x="1513446" y="1626146"/>
                </a:lnTo>
                <a:close/>
                <a:lnTo>
                  <a:pt x="1515264" y="1622033"/>
                </a:lnTo>
                <a:close/>
                <a:lnTo>
                  <a:pt x="1517056" y="1617909"/>
                </a:lnTo>
                <a:close/>
                <a:lnTo>
                  <a:pt x="1518823" y="1613776"/>
                </a:lnTo>
                <a:close/>
                <a:lnTo>
                  <a:pt x="1520565" y="1609634"/>
                </a:lnTo>
                <a:close/>
                <a:lnTo>
                  <a:pt x="1522284" y="1605481"/>
                </a:lnTo>
                <a:close/>
                <a:lnTo>
                  <a:pt x="1523978" y="1601319"/>
                </a:lnTo>
                <a:close/>
                <a:lnTo>
                  <a:pt x="1525649" y="1597146"/>
                </a:lnTo>
                <a:close/>
                <a:lnTo>
                  <a:pt x="1527298" y="1592964"/>
                </a:lnTo>
                <a:close/>
                <a:lnTo>
                  <a:pt x="1528924" y="1588772"/>
                </a:lnTo>
                <a:close/>
                <a:lnTo>
                  <a:pt x="1530528" y="1584570"/>
                </a:lnTo>
                <a:close/>
                <a:lnTo>
                  <a:pt x="1532111" y="1580358"/>
                </a:lnTo>
                <a:close/>
                <a:lnTo>
                  <a:pt x="1533672" y="1576137"/>
                </a:lnTo>
                <a:close/>
                <a:lnTo>
                  <a:pt x="1535213" y="1571905"/>
                </a:lnTo>
                <a:close/>
                <a:lnTo>
                  <a:pt x="1536734" y="1567663"/>
                </a:lnTo>
                <a:close/>
                <a:lnTo>
                  <a:pt x="1538234" y="1563411"/>
                </a:lnTo>
                <a:close/>
                <a:lnTo>
                  <a:pt x="1539716" y="1559149"/>
                </a:lnTo>
                <a:close/>
                <a:lnTo>
                  <a:pt x="1541178" y="1554877"/>
                </a:lnTo>
                <a:close/>
                <a:lnTo>
                  <a:pt x="1542622" y="1550595"/>
                </a:lnTo>
                <a:close/>
                <a:lnTo>
                  <a:pt x="1544048" y="1546303"/>
                </a:lnTo>
                <a:close/>
                <a:lnTo>
                  <a:pt x="1545457" y="1542000"/>
                </a:lnTo>
                <a:close/>
                <a:lnTo>
                  <a:pt x="1546848" y="1537687"/>
                </a:lnTo>
                <a:close/>
                <a:lnTo>
                  <a:pt x="1548222" y="1533364"/>
                </a:lnTo>
                <a:close/>
                <a:lnTo>
                  <a:pt x="1549580" y="1529031"/>
                </a:lnTo>
                <a:close/>
                <a:lnTo>
                  <a:pt x="1550922" y="1524688"/>
                </a:lnTo>
                <a:close/>
                <a:lnTo>
                  <a:pt x="1552249" y="1520334"/>
                </a:lnTo>
                <a:close/>
                <a:lnTo>
                  <a:pt x="1553561" y="1515970"/>
                </a:lnTo>
                <a:close/>
                <a:lnTo>
                  <a:pt x="1554858" y="1511595"/>
                </a:lnTo>
                <a:close/>
                <a:lnTo>
                  <a:pt x="1556141" y="1507210"/>
                </a:lnTo>
                <a:close/>
                <a:lnTo>
                  <a:pt x="1557410" y="1502815"/>
                </a:lnTo>
                <a:close/>
                <a:lnTo>
                  <a:pt x="1558666" y="1498409"/>
                </a:lnTo>
                <a:close/>
                <a:lnTo>
                  <a:pt x="1559909" y="1493993"/>
                </a:lnTo>
                <a:close/>
                <a:lnTo>
                  <a:pt x="1561140" y="1489566"/>
                </a:lnTo>
                <a:close/>
                <a:lnTo>
                  <a:pt x="1562359" y="1485129"/>
                </a:lnTo>
                <a:close/>
                <a:lnTo>
                  <a:pt x="1563566" y="1480681"/>
                </a:lnTo>
                <a:close/>
                <a:lnTo>
                  <a:pt x="1564762" y="1476223"/>
                </a:lnTo>
                <a:close/>
                <a:lnTo>
                  <a:pt x="1565948" y="1471754"/>
                </a:lnTo>
                <a:close/>
                <a:lnTo>
                  <a:pt x="1567123" y="1467274"/>
                </a:lnTo>
                <a:close/>
                <a:lnTo>
                  <a:pt x="1568288" y="1462784"/>
                </a:lnTo>
                <a:close/>
                <a:lnTo>
                  <a:pt x="1569444" y="1458283"/>
                </a:lnTo>
                <a:close/>
                <a:lnTo>
                  <a:pt x="1570591" y="1453771"/>
                </a:lnTo>
                <a:close/>
                <a:lnTo>
                  <a:pt x="1571730" y="1449248"/>
                </a:lnTo>
                <a:close/>
                <a:lnTo>
                  <a:pt x="1572860" y="1444715"/>
                </a:lnTo>
                <a:close/>
                <a:lnTo>
                  <a:pt x="1573983" y="1440171"/>
                </a:lnTo>
                <a:close/>
                <a:lnTo>
                  <a:pt x="1575099" y="1435616"/>
                </a:lnTo>
                <a:close/>
                <a:lnTo>
                  <a:pt x="1576208" y="1431051"/>
                </a:lnTo>
                <a:close/>
                <a:lnTo>
                  <a:pt x="1577310" y="1426474"/>
                </a:lnTo>
                <a:close/>
                <a:lnTo>
                  <a:pt x="1578407" y="1421887"/>
                </a:lnTo>
                <a:close/>
                <a:lnTo>
                  <a:pt x="1579498" y="1417288"/>
                </a:lnTo>
                <a:close/>
                <a:lnTo>
                  <a:pt x="1580584" y="1412679"/>
                </a:lnTo>
                <a:close/>
                <a:lnTo>
                  <a:pt x="1581666" y="1408059"/>
                </a:lnTo>
                <a:close/>
                <a:lnTo>
                  <a:pt x="1582743" y="1403427"/>
                </a:lnTo>
                <a:close/>
                <a:lnTo>
                  <a:pt x="1583817" y="1398785"/>
                </a:lnTo>
                <a:close/>
                <a:lnTo>
                  <a:pt x="1584888" y="1394131"/>
                </a:lnTo>
                <a:close/>
                <a:lnTo>
                  <a:pt x="1585955" y="1389467"/>
                </a:lnTo>
                <a:close/>
                <a:lnTo>
                  <a:pt x="1587020" y="1384791"/>
                </a:lnTo>
                <a:close/>
                <a:lnTo>
                  <a:pt x="1588083" y="1380105"/>
                </a:lnTo>
                <a:close/>
                <a:lnTo>
                  <a:pt x="1589145" y="1375407"/>
                </a:lnTo>
                <a:close/>
                <a:lnTo>
                  <a:pt x="1590205" y="1370698"/>
                </a:lnTo>
                <a:close/>
                <a:lnTo>
                  <a:pt x="1591265" y="1365977"/>
                </a:lnTo>
                <a:close/>
                <a:lnTo>
                  <a:pt x="1592325" y="1361246"/>
                </a:lnTo>
                <a:close/>
                <a:lnTo>
                  <a:pt x="1593385" y="1356503"/>
                </a:lnTo>
                <a:close/>
                <a:lnTo>
                  <a:pt x="1594445" y="1351749"/>
                </a:lnTo>
                <a:close/>
                <a:lnTo>
                  <a:pt x="1595506" y="1346983"/>
                </a:lnTo>
                <a:close/>
                <a:lnTo>
                  <a:pt x="1596569" y="1342206"/>
                </a:lnTo>
                <a:close/>
                <a:lnTo>
                  <a:pt x="1597634" y="1337418"/>
                </a:lnTo>
                <a:close/>
                <a:lnTo>
                  <a:pt x="1598701" y="1332619"/>
                </a:lnTo>
                <a:close/>
                <a:lnTo>
                  <a:pt x="1599771" y="1327808"/>
                </a:lnTo>
                <a:close/>
                <a:lnTo>
                  <a:pt x="1600844" y="1322985"/>
                </a:lnTo>
                <a:close/>
                <a:lnTo>
                  <a:pt x="1601921" y="1318151"/>
                </a:lnTo>
                <a:close/>
                <a:lnTo>
                  <a:pt x="1603001" y="1313306"/>
                </a:lnTo>
                <a:close/>
                <a:lnTo>
                  <a:pt x="1604084" y="1308449"/>
                </a:lnTo>
                <a:close/>
                <a:lnTo>
                  <a:pt x="1605170" y="1303582"/>
                </a:lnTo>
                <a:close/>
                <a:lnTo>
                  <a:pt x="1606259" y="1298703"/>
                </a:lnTo>
                <a:close/>
                <a:lnTo>
                  <a:pt x="1607352" y="1293813"/>
                </a:lnTo>
                <a:close/>
                <a:lnTo>
                  <a:pt x="1608448" y="1288912"/>
                </a:lnTo>
                <a:close/>
                <a:lnTo>
                  <a:pt x="1609546" y="1284000"/>
                </a:lnTo>
                <a:close/>
                <a:lnTo>
                  <a:pt x="1610648" y="1279077"/>
                </a:lnTo>
                <a:close/>
                <a:lnTo>
                  <a:pt x="1611752" y="1274143"/>
                </a:lnTo>
                <a:close/>
                <a:lnTo>
                  <a:pt x="1612859" y="1269199"/>
                </a:lnTo>
                <a:close/>
                <a:lnTo>
                  <a:pt x="1613969" y="1264244"/>
                </a:lnTo>
                <a:close/>
                <a:lnTo>
                  <a:pt x="1615082" y="1259278"/>
                </a:lnTo>
                <a:close/>
                <a:lnTo>
                  <a:pt x="1616197" y="1254302"/>
                </a:lnTo>
                <a:close/>
                <a:lnTo>
                  <a:pt x="1617315" y="1249315"/>
                </a:lnTo>
                <a:close/>
                <a:lnTo>
                  <a:pt x="1618435" y="1244318"/>
                </a:lnTo>
                <a:close/>
                <a:lnTo>
                  <a:pt x="1619558" y="1239311"/>
                </a:lnTo>
                <a:close/>
                <a:lnTo>
                  <a:pt x="1620683" y="1234294"/>
                </a:lnTo>
                <a:close/>
                <a:lnTo>
                  <a:pt x="1621811" y="1229266"/>
                </a:lnTo>
                <a:close/>
                <a:lnTo>
                  <a:pt x="1622941" y="1224228"/>
                </a:lnTo>
                <a:close/>
                <a:lnTo>
                  <a:pt x="1624073" y="1219180"/>
                </a:lnTo>
                <a:close/>
                <a:lnTo>
                  <a:pt x="1625208" y="1214122"/>
                </a:lnTo>
                <a:close/>
                <a:lnTo>
                  <a:pt x="1626344" y="1209054"/>
                </a:lnTo>
                <a:close/>
                <a:lnTo>
                  <a:pt x="1627483" y="1203977"/>
                </a:lnTo>
                <a:close/>
                <a:lnTo>
                  <a:pt x="1628624" y="1198889"/>
                </a:lnTo>
                <a:close/>
                <a:lnTo>
                  <a:pt x="1629767" y="1193792"/>
                </a:lnTo>
                <a:close/>
                <a:lnTo>
                  <a:pt x="1630912" y="1188685"/>
                </a:lnTo>
                <a:close/>
                <a:lnTo>
                  <a:pt x="1632058" y="1183569"/>
                </a:lnTo>
                <a:close/>
                <a:lnTo>
                  <a:pt x="1633207" y="1178443"/>
                </a:lnTo>
                <a:close/>
                <a:lnTo>
                  <a:pt x="1634357" y="1173308"/>
                </a:lnTo>
                <a:close/>
                <a:lnTo>
                  <a:pt x="1635509" y="1168164"/>
                </a:lnTo>
                <a:close/>
                <a:lnTo>
                  <a:pt x="1636662" y="1163010"/>
                </a:lnTo>
                <a:close/>
                <a:lnTo>
                  <a:pt x="1637817" y="1157847"/>
                </a:lnTo>
                <a:close/>
                <a:lnTo>
                  <a:pt x="1638974" y="1152674"/>
                </a:lnTo>
                <a:close/>
                <a:lnTo>
                  <a:pt x="1640132" y="1147493"/>
                </a:lnTo>
                <a:close/>
                <a:lnTo>
                  <a:pt x="1641292" y="1142303"/>
                </a:lnTo>
                <a:close/>
                <a:lnTo>
                  <a:pt x="1642453" y="1137104"/>
                </a:lnTo>
                <a:close/>
                <a:lnTo>
                  <a:pt x="1643616" y="1131896"/>
                </a:lnTo>
                <a:close/>
                <a:lnTo>
                  <a:pt x="1644779" y="1126679"/>
                </a:lnTo>
                <a:close/>
                <a:lnTo>
                  <a:pt x="1645944" y="1121453"/>
                </a:lnTo>
                <a:close/>
                <a:lnTo>
                  <a:pt x="1647110" y="1116219"/>
                </a:lnTo>
                <a:close/>
                <a:lnTo>
                  <a:pt x="1648277" y="1110976"/>
                </a:lnTo>
                <a:close/>
                <a:lnTo>
                  <a:pt x="1649446" y="1105725"/>
                </a:lnTo>
                <a:close/>
                <a:lnTo>
                  <a:pt x="1650615" y="1100465"/>
                </a:lnTo>
                <a:close/>
                <a:lnTo>
                  <a:pt x="1651785" y="1095196"/>
                </a:lnTo>
                <a:close/>
                <a:lnTo>
                  <a:pt x="1652956" y="1089920"/>
                </a:lnTo>
                <a:close/>
                <a:lnTo>
                  <a:pt x="1654128" y="1084635"/>
                </a:lnTo>
                <a:close/>
                <a:lnTo>
                  <a:pt x="1655301" y="1079342"/>
                </a:lnTo>
                <a:close/>
                <a:lnTo>
                  <a:pt x="1656474" y="1074041"/>
                </a:lnTo>
                <a:close/>
                <a:lnTo>
                  <a:pt x="1657648" y="1068732"/>
                </a:lnTo>
                <a:close/>
                <a:lnTo>
                  <a:pt x="1658823" y="1063415"/>
                </a:lnTo>
                <a:close/>
                <a:lnTo>
                  <a:pt x="1659998" y="1058090"/>
                </a:lnTo>
                <a:close/>
                <a:lnTo>
                  <a:pt x="1661174" y="1052757"/>
                </a:lnTo>
                <a:close/>
                <a:lnTo>
                  <a:pt x="1662350" y="1047416"/>
                </a:lnTo>
                <a:close/>
                <a:lnTo>
                  <a:pt x="1663527" y="1042068"/>
                </a:lnTo>
                <a:close/>
                <a:lnTo>
                  <a:pt x="1664704" y="1036712"/>
                </a:lnTo>
                <a:close/>
                <a:lnTo>
                  <a:pt x="1665881" y="1031349"/>
                </a:lnTo>
                <a:close/>
                <a:lnTo>
                  <a:pt x="1667059" y="1025978"/>
                </a:lnTo>
                <a:close/>
                <a:lnTo>
                  <a:pt x="1668236" y="1020599"/>
                </a:lnTo>
                <a:close/>
                <a:lnTo>
                  <a:pt x="1669414" y="1015214"/>
                </a:lnTo>
                <a:close/>
                <a:lnTo>
                  <a:pt x="1670592" y="1009821"/>
                </a:lnTo>
                <a:close/>
                <a:lnTo>
                  <a:pt x="1671770" y="1004421"/>
                </a:lnTo>
                <a:close/>
                <a:lnTo>
                  <a:pt x="1672948" y="999013"/>
                </a:lnTo>
                <a:close/>
                <a:lnTo>
                  <a:pt x="1674125" y="993599"/>
                </a:lnTo>
                <a:close/>
                <a:lnTo>
                  <a:pt x="1675303" y="988177"/>
                </a:lnTo>
                <a:close/>
                <a:lnTo>
                  <a:pt x="1676480" y="982749"/>
                </a:lnTo>
                <a:close/>
                <a:lnTo>
                  <a:pt x="1677657" y="977314"/>
                </a:lnTo>
                <a:close/>
                <a:lnTo>
                  <a:pt x="1678834" y="971872"/>
                </a:lnTo>
                <a:close/>
                <a:lnTo>
                  <a:pt x="1680011" y="966423"/>
                </a:lnTo>
                <a:close/>
                <a:lnTo>
                  <a:pt x="1681187" y="960968"/>
                </a:lnTo>
                <a:close/>
                <a:lnTo>
                  <a:pt x="1682362" y="955506"/>
                </a:lnTo>
                <a:close/>
                <a:lnTo>
                  <a:pt x="1683537" y="950037"/>
                </a:lnTo>
                <a:close/>
                <a:lnTo>
                  <a:pt x="1684711" y="944562"/>
                </a:lnTo>
                <a:close/>
                <a:lnTo>
                  <a:pt x="1685885" y="939081"/>
                </a:lnTo>
                <a:close/>
                <a:lnTo>
                  <a:pt x="1687058" y="933593"/>
                </a:lnTo>
                <a:close/>
                <a:lnTo>
                  <a:pt x="1688230" y="928100"/>
                </a:lnTo>
                <a:close/>
                <a:lnTo>
                  <a:pt x="1689402" y="922599"/>
                </a:lnTo>
                <a:close/>
                <a:lnTo>
                  <a:pt x="1690572" y="917093"/>
                </a:lnTo>
                <a:close/>
                <a:lnTo>
                  <a:pt x="1691742" y="911581"/>
                </a:lnTo>
                <a:close/>
                <a:lnTo>
                  <a:pt x="1692911" y="906063"/>
                </a:lnTo>
                <a:close/>
                <a:lnTo>
                  <a:pt x="1694079" y="900539"/>
                </a:lnTo>
                <a:close/>
                <a:lnTo>
                  <a:pt x="1695245" y="895009"/>
                </a:lnTo>
                <a:close/>
                <a:lnTo>
                  <a:pt x="1696411" y="889473"/>
                </a:lnTo>
                <a:close/>
                <a:lnTo>
                  <a:pt x="1697575" y="883932"/>
                </a:lnTo>
                <a:close/>
                <a:lnTo>
                  <a:pt x="1698738" y="878385"/>
                </a:lnTo>
                <a:close/>
                <a:lnTo>
                  <a:pt x="1699900" y="872833"/>
                </a:lnTo>
                <a:close/>
                <a:lnTo>
                  <a:pt x="1701060" y="867275"/>
                </a:lnTo>
                <a:close/>
                <a:lnTo>
                  <a:pt x="1702219" y="861711"/>
                </a:lnTo>
                <a:close/>
                <a:lnTo>
                  <a:pt x="1703376" y="856143"/>
                </a:lnTo>
                <a:close/>
                <a:lnTo>
                  <a:pt x="1704532" y="850569"/>
                </a:lnTo>
                <a:close/>
                <a:lnTo>
                  <a:pt x="1705686" y="844990"/>
                </a:lnTo>
                <a:close/>
                <a:lnTo>
                  <a:pt x="1706839" y="839405"/>
                </a:lnTo>
                <a:close/>
                <a:lnTo>
                  <a:pt x="1707990" y="833816"/>
                </a:lnTo>
                <a:close/>
                <a:lnTo>
                  <a:pt x="1709139" y="828221"/>
                </a:lnTo>
                <a:close/>
                <a:lnTo>
                  <a:pt x="1710287" y="822622"/>
                </a:lnTo>
                <a:close/>
                <a:lnTo>
                  <a:pt x="1711432" y="817018"/>
                </a:lnTo>
                <a:close/>
                <a:lnTo>
                  <a:pt x="1712576" y="811409"/>
                </a:lnTo>
                <a:close/>
                <a:lnTo>
                  <a:pt x="1713718" y="805795"/>
                </a:lnTo>
                <a:close/>
                <a:lnTo>
                  <a:pt x="1714858" y="800177"/>
                </a:lnTo>
                <a:close/>
                <a:lnTo>
                  <a:pt x="1715995" y="794554"/>
                </a:lnTo>
                <a:close/>
                <a:lnTo>
                  <a:pt x="1717131" y="788927"/>
                </a:lnTo>
                <a:close/>
                <a:lnTo>
                  <a:pt x="1718264" y="783295"/>
                </a:lnTo>
                <a:close/>
                <a:lnTo>
                  <a:pt x="1719395" y="777658"/>
                </a:lnTo>
                <a:close/>
                <a:lnTo>
                  <a:pt x="1720524" y="772018"/>
                </a:lnTo>
                <a:close/>
                <a:lnTo>
                  <a:pt x="1721650" y="766373"/>
                </a:lnTo>
                <a:close/>
                <a:lnTo>
                  <a:pt x="1722774" y="760724"/>
                </a:lnTo>
                <a:close/>
                <a:lnTo>
                  <a:pt x="1723896" y="755071"/>
                </a:lnTo>
                <a:close/>
                <a:lnTo>
                  <a:pt x="1725015" y="749414"/>
                </a:lnTo>
                <a:close/>
                <a:lnTo>
                  <a:pt x="1726131" y="743753"/>
                </a:lnTo>
                <a:close/>
                <a:lnTo>
                  <a:pt x="1727245" y="738088"/>
                </a:lnTo>
                <a:close/>
                <a:lnTo>
                  <a:pt x="1728357" y="732419"/>
                </a:lnTo>
                <a:close/>
                <a:lnTo>
                  <a:pt x="1729465" y="726747"/>
                </a:lnTo>
                <a:close/>
                <a:lnTo>
                  <a:pt x="1730571" y="721070"/>
                </a:lnTo>
                <a:close/>
                <a:lnTo>
                  <a:pt x="1731673" y="715391"/>
                </a:lnTo>
                <a:close/>
                <a:lnTo>
                  <a:pt x="1732773" y="709707"/>
                </a:lnTo>
                <a:close/>
                <a:lnTo>
                  <a:pt x="1733870" y="704020"/>
                </a:lnTo>
                <a:close/>
                <a:lnTo>
                  <a:pt x="1734964" y="698330"/>
                </a:lnTo>
                <a:close/>
                <a:lnTo>
                  <a:pt x="1736055" y="692637"/>
                </a:lnTo>
                <a:close/>
                <a:lnTo>
                  <a:pt x="1737143" y="686940"/>
                </a:lnTo>
                <a:close/>
                <a:lnTo>
                  <a:pt x="1738227" y="681240"/>
                </a:lnTo>
                <a:close/>
                <a:lnTo>
                  <a:pt x="1739309" y="675537"/>
                </a:lnTo>
                <a:close/>
                <a:lnTo>
                  <a:pt x="1740387" y="669830"/>
                </a:lnTo>
                <a:close/>
                <a:lnTo>
                  <a:pt x="1741462" y="664121"/>
                </a:lnTo>
                <a:close/>
                <a:lnTo>
                  <a:pt x="1742533" y="658409"/>
                </a:lnTo>
                <a:close/>
                <a:lnTo>
                  <a:pt x="1743601" y="652694"/>
                </a:lnTo>
                <a:close/>
                <a:lnTo>
                  <a:pt x="1744665" y="646976"/>
                </a:lnTo>
                <a:close/>
                <a:lnTo>
                  <a:pt x="1745726" y="641256"/>
                </a:lnTo>
                <a:close/>
                <a:lnTo>
                  <a:pt x="1746783" y="635532"/>
                </a:lnTo>
                <a:close/>
                <a:lnTo>
                  <a:pt x="1747837" y="629807"/>
                </a:lnTo>
                <a:close/>
                <a:lnTo>
                  <a:pt x="1748887" y="624078"/>
                </a:lnTo>
                <a:close/>
                <a:lnTo>
                  <a:pt x="1749933" y="618348"/>
                </a:lnTo>
                <a:close/>
                <a:lnTo>
                  <a:pt x="1750975" y="612615"/>
                </a:lnTo>
                <a:close/>
                <a:lnTo>
                  <a:pt x="1752013" y="606879"/>
                </a:lnTo>
                <a:close/>
                <a:lnTo>
                  <a:pt x="1753047" y="601142"/>
                </a:lnTo>
                <a:close/>
                <a:lnTo>
                  <a:pt x="1754078" y="595402"/>
                </a:lnTo>
                <a:close/>
                <a:lnTo>
                  <a:pt x="1755104" y="589660"/>
                </a:lnTo>
                <a:close/>
                <a:lnTo>
                  <a:pt x="1756126" y="583916"/>
                </a:lnTo>
                <a:close/>
                <a:lnTo>
                  <a:pt x="1757144" y="578171"/>
                </a:lnTo>
                <a:close/>
                <a:lnTo>
                  <a:pt x="1758158" y="572423"/>
                </a:lnTo>
                <a:close/>
                <a:lnTo>
                  <a:pt x="1759168" y="566673"/>
                </a:lnTo>
                <a:close/>
                <a:lnTo>
                  <a:pt x="1760173" y="560922"/>
                </a:lnTo>
                <a:close/>
                <a:lnTo>
                  <a:pt x="1761174" y="555169"/>
                </a:lnTo>
                <a:close/>
                <a:lnTo>
                  <a:pt x="1762170" y="549415"/>
                </a:lnTo>
                <a:close/>
                <a:lnTo>
                  <a:pt x="1763162" y="543658"/>
                </a:lnTo>
                <a:close/>
                <a:lnTo>
                  <a:pt x="1764149" y="537901"/>
                </a:lnTo>
                <a:close/>
                <a:lnTo>
                  <a:pt x="1765132" y="532142"/>
                </a:lnTo>
                <a:close/>
                <a:lnTo>
                  <a:pt x="1766110" y="526382"/>
                </a:lnTo>
                <a:close/>
                <a:lnTo>
                  <a:pt x="1767084" y="520620"/>
                </a:lnTo>
                <a:close/>
                <a:lnTo>
                  <a:pt x="1768052" y="514857"/>
                </a:lnTo>
                <a:close/>
                <a:lnTo>
                  <a:pt x="1769016" y="509093"/>
                </a:lnTo>
                <a:close/>
                <a:lnTo>
                  <a:pt x="1769975" y="503329"/>
                </a:lnTo>
                <a:close/>
                <a:lnTo>
                  <a:pt x="1770929" y="497563"/>
                </a:lnTo>
                <a:close/>
                <a:lnTo>
                  <a:pt x="1771878" y="491796"/>
                </a:lnTo>
                <a:close/>
                <a:lnTo>
                  <a:pt x="1772822" y="486028"/>
                </a:lnTo>
                <a:close/>
                <a:lnTo>
                  <a:pt x="1773761" y="480260"/>
                </a:lnTo>
                <a:close/>
                <a:lnTo>
                  <a:pt x="1774694" y="474490"/>
                </a:lnTo>
                <a:close/>
                <a:lnTo>
                  <a:pt x="1775623" y="468721"/>
                </a:lnTo>
                <a:close/>
                <a:lnTo>
                  <a:pt x="1776546" y="462950"/>
                </a:lnTo>
                <a:close/>
                <a:lnTo>
                  <a:pt x="1777464" y="457179"/>
                </a:lnTo>
                <a:close/>
                <a:lnTo>
                  <a:pt x="1778377" y="451408"/>
                </a:lnTo>
                <a:close/>
                <a:lnTo>
                  <a:pt x="1779284" y="445636"/>
                </a:lnTo>
                <a:close/>
                <a:lnTo>
                  <a:pt x="1780185" y="439864"/>
                </a:lnTo>
                <a:close/>
                <a:lnTo>
                  <a:pt x="1781081" y="434092"/>
                </a:lnTo>
                <a:close/>
                <a:lnTo>
                  <a:pt x="1781972" y="428320"/>
                </a:lnTo>
                <a:close/>
                <a:lnTo>
                  <a:pt x="1782857" y="422547"/>
                </a:lnTo>
                <a:close/>
                <a:lnTo>
                  <a:pt x="1783736" y="416775"/>
                </a:lnTo>
                <a:close/>
                <a:lnTo>
                  <a:pt x="1784609" y="411002"/>
                </a:lnTo>
                <a:close/>
                <a:lnTo>
                  <a:pt x="1785477" y="405230"/>
                </a:lnTo>
                <a:close/>
                <a:lnTo>
                  <a:pt x="1786339" y="399458"/>
                </a:lnTo>
                <a:close/>
                <a:lnTo>
                  <a:pt x="1787194" y="393686"/>
                </a:lnTo>
                <a:close/>
                <a:lnTo>
                  <a:pt x="1788044" y="387914"/>
                </a:lnTo>
                <a:close/>
                <a:lnTo>
                  <a:pt x="1788888" y="382143"/>
                </a:lnTo>
                <a:close/>
                <a:lnTo>
                  <a:pt x="1789726" y="376373"/>
                </a:lnTo>
                <a:close/>
                <a:lnTo>
                  <a:pt x="1790557" y="370602"/>
                </a:lnTo>
                <a:close/>
                <a:lnTo>
                  <a:pt x="1791383" y="364833"/>
                </a:lnTo>
                <a:close/>
                <a:lnTo>
                  <a:pt x="1792202" y="359064"/>
                </a:lnTo>
                <a:close/>
                <a:lnTo>
                  <a:pt x="1793014" y="353296"/>
                </a:lnTo>
                <a:close/>
                <a:lnTo>
                  <a:pt x="1793821" y="347529"/>
                </a:lnTo>
                <a:close/>
                <a:lnTo>
                  <a:pt x="1794621" y="341762"/>
                </a:lnTo>
                <a:close/>
                <a:lnTo>
                  <a:pt x="1795414" y="335997"/>
                </a:lnTo>
                <a:close/>
                <a:lnTo>
                  <a:pt x="1796201" y="330232"/>
                </a:lnTo>
                <a:close/>
                <a:lnTo>
                  <a:pt x="1796982" y="324469"/>
                </a:lnTo>
                <a:close/>
                <a:lnTo>
                  <a:pt x="1797756" y="318707"/>
                </a:lnTo>
                <a:close/>
                <a:lnTo>
                  <a:pt x="1798523" y="312945"/>
                </a:lnTo>
                <a:close/>
                <a:lnTo>
                  <a:pt x="1799283" y="307186"/>
                </a:lnTo>
                <a:close/>
                <a:lnTo>
                  <a:pt x="1800037" y="301427"/>
                </a:lnTo>
                <a:close/>
                <a:lnTo>
                  <a:pt x="1800783" y="295671"/>
                </a:lnTo>
                <a:close/>
                <a:lnTo>
                  <a:pt x="1801523" y="289915"/>
                </a:lnTo>
                <a:close/>
                <a:lnTo>
                  <a:pt x="1802256" y="284161"/>
                </a:lnTo>
                <a:close/>
                <a:lnTo>
                  <a:pt x="1802982" y="278409"/>
                </a:lnTo>
                <a:close/>
                <a:lnTo>
                  <a:pt x="1803700" y="272659"/>
                </a:lnTo>
                <a:close/>
                <a:lnTo>
                  <a:pt x="1804412" y="266910"/>
                </a:lnTo>
                <a:close/>
                <a:lnTo>
                  <a:pt x="1805116" y="261163"/>
                </a:lnTo>
                <a:close/>
                <a:lnTo>
                  <a:pt x="1805814" y="255418"/>
                </a:lnTo>
                <a:close/>
                <a:lnTo>
                  <a:pt x="1806503" y="249675"/>
                </a:lnTo>
                <a:close/>
                <a:lnTo>
                  <a:pt x="1807186" y="243934"/>
                </a:lnTo>
                <a:close/>
                <a:lnTo>
                  <a:pt x="1807861" y="238195"/>
                </a:lnTo>
                <a:close/>
                <a:lnTo>
                  <a:pt x="1808529" y="232459"/>
                </a:lnTo>
                <a:close/>
                <a:lnTo>
                  <a:pt x="1809189" y="226724"/>
                </a:lnTo>
                <a:close/>
                <a:lnTo>
                  <a:pt x="1809841" y="220992"/>
                </a:lnTo>
                <a:close/>
                <a:lnTo>
                  <a:pt x="1810486" y="215263"/>
                </a:lnTo>
                <a:close/>
                <a:lnTo>
                  <a:pt x="1811124" y="209536"/>
                </a:lnTo>
                <a:close/>
                <a:lnTo>
                  <a:pt x="1811753" y="203811"/>
                </a:lnTo>
                <a:close/>
                <a:lnTo>
                  <a:pt x="1812375" y="198089"/>
                </a:lnTo>
                <a:close/>
                <a:lnTo>
                  <a:pt x="1812989" y="192370"/>
                </a:lnTo>
                <a:close/>
                <a:lnTo>
                  <a:pt x="1813595" y="186653"/>
                </a:lnTo>
                <a:close/>
                <a:lnTo>
                  <a:pt x="1814193" y="180940"/>
                </a:lnTo>
                <a:close/>
                <a:lnTo>
                  <a:pt x="1814783" y="175229"/>
                </a:lnTo>
                <a:close/>
                <a:lnTo>
                  <a:pt x="1815365" y="169521"/>
                </a:lnTo>
                <a:close/>
                <a:lnTo>
                  <a:pt x="1815939" y="163816"/>
                </a:lnTo>
                <a:close/>
                <a:lnTo>
                  <a:pt x="1816504" y="158114"/>
                </a:lnTo>
                <a:close/>
                <a:lnTo>
                  <a:pt x="1817062" y="152415"/>
                </a:lnTo>
                <a:close/>
                <a:lnTo>
                  <a:pt x="1817611" y="146720"/>
                </a:lnTo>
                <a:close/>
                <a:lnTo>
                  <a:pt x="1818152" y="141028"/>
                </a:lnTo>
                <a:close/>
                <a:lnTo>
                  <a:pt x="1818684" y="135339"/>
                </a:lnTo>
                <a:close/>
                <a:lnTo>
                  <a:pt x="1819208" y="129654"/>
                </a:lnTo>
                <a:close/>
                <a:lnTo>
                  <a:pt x="1819723" y="123972"/>
                </a:lnTo>
                <a:close/>
                <a:lnTo>
                  <a:pt x="1820230" y="118294"/>
                </a:lnTo>
                <a:close/>
                <a:lnTo>
                  <a:pt x="1820728" y="112619"/>
                </a:lnTo>
                <a:close/>
                <a:lnTo>
                  <a:pt x="1821218" y="106949"/>
                </a:lnTo>
                <a:close/>
                <a:lnTo>
                  <a:pt x="1821699" y="101281"/>
                </a:lnTo>
                <a:close/>
                <a:lnTo>
                  <a:pt x="1822171" y="95618"/>
                </a:lnTo>
                <a:close/>
                <a:lnTo>
                  <a:pt x="1822634" y="89959"/>
                </a:lnTo>
                <a:close/>
                <a:lnTo>
                  <a:pt x="1823089" y="84304"/>
                </a:lnTo>
                <a:close/>
                <a:lnTo>
                  <a:pt x="1823534" y="78652"/>
                </a:lnTo>
                <a:close/>
                <a:lnTo>
                  <a:pt x="1823970" y="73005"/>
                </a:lnTo>
                <a:close/>
                <a:lnTo>
                  <a:pt x="1824398" y="67362"/>
                </a:lnTo>
                <a:close/>
                <a:lnTo>
                  <a:pt x="1824816" y="61724"/>
                </a:lnTo>
                <a:close/>
                <a:lnTo>
                  <a:pt x="1825225" y="56089"/>
                </a:lnTo>
                <a:close/>
                <a:lnTo>
                  <a:pt x="1825625" y="50459"/>
                </a:lnTo>
                <a:close/>
                <a:lnTo>
                  <a:pt x="1826016" y="44834"/>
                </a:lnTo>
                <a:close/>
                <a:lnTo>
                  <a:pt x="1826397" y="39213"/>
                </a:lnTo>
                <a:close/>
                <a:lnTo>
                  <a:pt x="1826769" y="33597"/>
                </a:lnTo>
                <a:close/>
                <a:lnTo>
                  <a:pt x="1827131" y="27985"/>
                </a:lnTo>
                <a:close/>
                <a:lnTo>
                  <a:pt x="1827484" y="22378"/>
                </a:lnTo>
                <a:close/>
                <a:lnTo>
                  <a:pt x="1827828" y="16776"/>
                </a:lnTo>
                <a:close/>
                <a:lnTo>
                  <a:pt x="1828161" y="11179"/>
                </a:lnTo>
                <a:close/>
                <a:lnTo>
                  <a:pt x="1828486" y="5587"/>
                </a:lnTo>
                <a:close/>
                <a:lnTo>
                  <a:pt x="1828800" y="0"/>
                </a:lnTo>
                <a:close/>
              </a:path>
            </a:pathLst>
          </a:custGeom>
          <a:ln w="381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 flipV="1">
            <a:off x="6400800.0" y="1200150.0"/>
            <a:ext cx="0.0" cy="1371600.0"/>
          </a:xfrm>
          <a:prstGeom prst="line">
            <a:avLst/>
          </a:prstGeom>
          <a:ln w="12700">
            <a:solidFill>
              <a:srgbClr val="787878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4572000.0" y="1200150.0"/>
            <a:ext cx="1828800.0" cy="0.0"/>
          </a:xfrm>
          <a:prstGeom prst="line">
            <a:avLst/>
          </a:prstGeom>
          <a:ln w="12700">
            <a:solidFill>
              <a:srgbClr val="787878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6311900" y="1111250"/>
            <a:ext cx="177800" cy="1778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5486400.0" y="2503170.0"/>
            <a:ext cx="822960.0" cy="0.0"/>
          </a:xfrm>
          <a:prstGeom prst="line">
            <a:avLst/>
          </a:prstGeom>
          <a:ln w="1524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H="1">
            <a:off x="6492240.0" y="2503170.0"/>
            <a:ext cx="822960.0" cy="0.0"/>
          </a:xfrm>
          <a:prstGeom prst="line">
            <a:avLst/>
          </a:prstGeom>
          <a:ln w="1524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6172200.0" y="1245870.0"/>
            <a:ext cx="182880.0" cy="228600.0"/>
          </a:xfrm>
          <a:prstGeom prst="line">
            <a:avLst/>
          </a:prstGeom>
          <a:ln w="1524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>
            <a:off x="6446520.0" y="834390.0"/>
            <a:ext cx="182880.0" cy="320040.0"/>
          </a:xfrm>
          <a:prstGeom prst="line">
            <a:avLst/>
          </a:prstGeom>
          <a:ln w="1524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375400" y="-1174750"/>
            <a:ext cx="1524000" cy="50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y=f(x)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52240" y="882650"/>
            <a:ext cx="1524000" cy="50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f(a)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46800" y="2437130"/>
            <a:ext cx="1524000" cy="50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35120" y="2437130"/>
            <a:ext cx="1524000" cy="50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