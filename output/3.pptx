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286000.0" y="2571750.0"/>
            <a:ext cx="4572000.0" cy="0.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4572000.0" y="285750.0"/>
            <a:ext cx="0.0" cy="4572000.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5029200.0" y="2313432.0"/>
            <a:ext cx="55321.200000000186" cy="29718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5084521.2" y="2281428.0"/>
            <a:ext cx="54864.0" cy="32004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5139385.2" y="2247138.0"/>
            <a:ext cx="55321.200000000186" cy="34290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5194706.4" y="2211019.2"/>
            <a:ext cx="55321.199999999255" cy="36118.799999999814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5250027.6" y="2172614.4"/>
            <a:ext cx="54864.0" cy="38404.80000000028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5304891.6" y="2131923.6"/>
            <a:ext cx="55321.200000000186" cy="40690.799999999814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5360212.8" y="2088946.8"/>
            <a:ext cx="55321.200000000186" cy="42976.80000000005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5415534.0" y="2043684.0"/>
            <a:ext cx="55321.200000000186" cy="45262.80000000005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470855.2" y="1996135.2000000002"/>
            <a:ext cx="54864.0" cy="47548.799999999814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5525719.2" y="1946300.4"/>
            <a:ext cx="55321.200000000186" cy="49834.80000000028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5581040.4" y="1894179.6"/>
            <a:ext cx="55321.199999999255" cy="52120.799999999814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5636361.6" y="1840230.0"/>
            <a:ext cx="54864.0" cy="53949.60000000009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691225.6" y="1783537.2"/>
            <a:ext cx="55321.200000000186" cy="56692.80000000005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5746546.8" y="1724558.4"/>
            <a:ext cx="55321.200000000186" cy="58978.80000000005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801868.0" y="1663750.8"/>
            <a:ext cx="54864.0" cy="60807.59999999986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5856732.0" y="1600200.0"/>
            <a:ext cx="55321.200000000186" cy="63550.80000000005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5912053.2" y="1534820.4000000001"/>
            <a:ext cx="55321.200000000186" cy="65379.59999999986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5967374.4" y="1467154.8"/>
            <a:ext cx="54864.0" cy="67665.6000000001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022238.4" y="1397203.2"/>
            <a:ext cx="55321.199999999255" cy="69951.6000000001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077559.6" y="1324965.6"/>
            <a:ext cx="55321.200000000186" cy="72237.59999999986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132880.8" y="1250442.0"/>
            <a:ext cx="54864.0" cy="74523.6000000001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187744.8" y="1173632.4000000001"/>
            <a:ext cx="55321.200000000186" cy="76809.59999999986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243066.0" y="1094994.0"/>
            <a:ext cx="55321.200000000186" cy="78638.40000000014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298387.2" y="1014069.6000000001"/>
            <a:ext cx="55321.200000000186" cy="80924.3999999999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6353708.4" y="930859.2"/>
            <a:ext cx="54864.0" cy="83210.40000000014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6408572.4" y="845362.8"/>
            <a:ext cx="55321.199999999255" cy="85496.3999999999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6463893.6" y="757580.3999999999"/>
            <a:ext cx="55321.200000000186" cy="87782.40000000014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519214.8" y="667969.2000000002"/>
            <a:ext cx="54864.0" cy="89611.19999999972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6574078.8" y="576072.0"/>
            <a:ext cx="55321.200000000186" cy="91897.20000000019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6134100" y="1333500"/>
            <a:ext cx="76200" cy="762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