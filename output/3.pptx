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937760.0" y="243459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029200.0" y="238887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120640.0" y="232029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212080.0" y="222885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303520.0" y="2123694.0"/>
            <a:ext cx="91440.0" cy="10515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394960.0" y="2000250.0"/>
            <a:ext cx="91440.0" cy="1234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486400.0" y="19316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532120.0" y="1853946.0"/>
            <a:ext cx="45720.0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577840.0" y="1771650.0"/>
            <a:ext cx="45720.0" cy="8229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23560.0" y="17030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669280.0" y="16573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715000.0" y="15887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760720.0" y="152019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06440.0" y="1437894.0"/>
            <a:ext cx="45720.0" cy="8229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52160.0" y="1360170.0"/>
            <a:ext cx="45720.0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97880.0" y="129159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.0" y="122301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989320.0" y="115443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035040.0" y="108585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80760.0" y="101727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126480.0" y="948690.0"/>
            <a:ext cx="4572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6769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8343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7317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