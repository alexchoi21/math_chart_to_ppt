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286000.0" y="2571750.0"/>
            <a:ext cx="45720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285750.0"/>
            <a:ext cx="0.0" cy="4572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4572000.0" y="2519172.0"/>
            <a:ext cx="9144.0" cy="52578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4581144.0" y="2497683.6"/>
            <a:ext cx="9144.0" cy="21488.3999999999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590288.0" y="2481224.4"/>
            <a:ext cx="9144.0" cy="16459.2000000001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4599432.0" y="2467051.2"/>
            <a:ext cx="9144.0" cy="14173.1999999997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4608576.0" y="2454706.8"/>
            <a:ext cx="9144.0" cy="12344.40000000037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617720.0" y="2443276.8"/>
            <a:ext cx="9144.0" cy="1143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4626864.0" y="2432761.2"/>
            <a:ext cx="9144.0" cy="10515.59999999962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636008.0" y="2422702.8"/>
            <a:ext cx="9144.0" cy="10058.40000000037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4645152.0" y="2413101.6"/>
            <a:ext cx="9144.0" cy="9601.1999999997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54296.0" y="2404414.8"/>
            <a:ext cx="9144.0" cy="8686.8000000002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4663440.0" y="2396185.2"/>
            <a:ext cx="9144.0" cy="8229.59999999962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672584.0" y="2387955.6"/>
            <a:ext cx="9144.0" cy="8229.60000000009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4681728.0" y="2380183.2"/>
            <a:ext cx="9144.0" cy="7772.3999999999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4690872.0" y="2372868.0"/>
            <a:ext cx="9144.0" cy="7315.2000000001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4700016.0" y="2365552.8"/>
            <a:ext cx="9144.0" cy="7315.2000000001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4709160.0" y="2358237.6"/>
            <a:ext cx="9144.0" cy="7315.19999999972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718304.0" y="2351379.6"/>
            <a:ext cx="9144.0" cy="6858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4727448.0" y="2344978.8"/>
            <a:ext cx="9144.0" cy="6400.80000000027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4736592.0" y="2338578.0"/>
            <a:ext cx="9144.0" cy="6400.7999999998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4745736.0" y="2332177.2"/>
            <a:ext cx="9144.0" cy="6400.7999999998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4754880.0" y="2326233.6"/>
            <a:ext cx="9144.0" cy="5943.60000000009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4764024.0" y="2320290.0"/>
            <a:ext cx="9144.0" cy="5943.60000000009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4773168.0" y="2314803.6"/>
            <a:ext cx="9144.0" cy="5486.3999999999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4782312.0" y="2308860.0"/>
            <a:ext cx="9144.0" cy="5943.60000000009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4876800" y="2213610"/>
            <a:ext cx="76200" cy="7620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