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3886200.0" y="2934309.6"/>
            <a:ext cx="69494.3999999999" cy="94640.399999999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3955694.4" y="2851556.4"/>
            <a:ext cx="69037.20000000019" cy="82753.2000000001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024731.6" y="2780690.4"/>
            <a:ext cx="69494.3999999999" cy="7086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094226.0" y="2719425.6"/>
            <a:ext cx="69494.3999999999" cy="61264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163720.4" y="2666390.4"/>
            <a:ext cx="69037.19999999972" cy="53035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232757.6" y="2620213.2"/>
            <a:ext cx="69494.40000000037" cy="46177.199999999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302252.0" y="2580436.8"/>
            <a:ext cx="69494.40000000037" cy="39776.4000000003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371746.4" y="2547061.2"/>
            <a:ext cx="69037.19999999925" cy="33375.5999999996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440783.6" y="2518257.6"/>
            <a:ext cx="69494.40000000037" cy="28803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510278.0" y="2494026.0"/>
            <a:ext cx="69494.40000000037" cy="24231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579772.4" y="2472994.8"/>
            <a:ext cx="69037.19999999925" cy="21031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648809.6" y="2453792.4"/>
            <a:ext cx="69494.40000000037" cy="19202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718304.0" y="2435961.6"/>
            <a:ext cx="69037.20000000019" cy="17830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787341.2" y="2418130.8"/>
            <a:ext cx="69494.39999999944" cy="17830.8000000002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856835.6" y="2399385.6"/>
            <a:ext cx="69037.20000000019" cy="18745.199999999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925872.8" y="2378811.6"/>
            <a:ext cx="69494.40000000037" cy="2057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995367.2" y="2355951.6"/>
            <a:ext cx="69037.20000000019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064404.4" y="2330348.4"/>
            <a:ext cx="69494.39999999944" cy="25603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133898.8" y="2301087.6"/>
            <a:ext cx="69494.40000000037" cy="29260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203393.2" y="2268169.2"/>
            <a:ext cx="69037.20000000019" cy="32918.3999999999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272430.4" y="2231136.0"/>
            <a:ext cx="69494.39999999944" cy="37033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341924.8" y="2189073.6"/>
            <a:ext cx="69037.20000000019" cy="42062.3999999999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410962.0" y="2141524.8"/>
            <a:ext cx="69494.40000000037" cy="47548.8000000002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480456.4" y="2088489.6"/>
            <a:ext cx="69037.19999999925" cy="53035.199999999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549493.6" y="2029510.8"/>
            <a:ext cx="69494.40000000037" cy="58978.800000000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618988.0" y="1964588.4"/>
            <a:ext cx="69494.40000000037" cy="64922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688482.4" y="1893265.2"/>
            <a:ext cx="69037.19999999925" cy="71323.1999999999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757519.6" y="1815084.0"/>
            <a:ext cx="69494.40000000037" cy="78181.1999999999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5827014.0" y="1730044.8"/>
            <a:ext cx="69037.20000000019" cy="85039.1999999999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896051.2" y="1637690.4"/>
            <a:ext cx="69494.39999999944" cy="92354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5965545.6" y="1588770.0"/>
            <a:ext cx="92354.40000000037" cy="48920.3999999999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057900.0" y="1557223.2000000002"/>
            <a:ext cx="45720.0" cy="31546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6103620.0" y="1525219.2"/>
            <a:ext cx="45720.0" cy="32004.00000000023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6149340.0" y="1492758.0"/>
            <a:ext cx="45720.0" cy="32461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195060.0" y="1459382.4000000001"/>
            <a:ext cx="45720.0" cy="33375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240780.0" y="1425549.5999999999"/>
            <a:ext cx="45720.0" cy="33832.8000000002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286500.0" y="1390802.4"/>
            <a:ext cx="45720.0" cy="34747.1999999999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6332220.0" y="1355140.8"/>
            <a:ext cx="45720.0" cy="35661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377940.0" y="1318564.8"/>
            <a:ext cx="45720.0" cy="3657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423660.0" y="1280617.2000000002"/>
            <a:ext cx="45720.0" cy="37947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469380.0" y="1241298.0"/>
            <a:ext cx="45720.0" cy="39319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515100.0" y="1200607.2"/>
            <a:ext cx="45720.0" cy="40690.800000000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560820.0" y="1158544.7999999998"/>
            <a:ext cx="45720.0" cy="42062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606540.0" y="1136599.2000000002"/>
            <a:ext cx="22860.0" cy="21945.59999999962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996940" y="157353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