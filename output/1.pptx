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657600.0" y="2571750.0"/>
            <a:ext cx="27432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71450.0"/>
            <a:ext cx="0.0" cy="41148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3886200" y="57150"/>
            <a:ext cx="2318811" cy="3657600"/>
          </a:xfrm>
          <a:custGeom>
            <a:avLst/>
            <a:gdLst/>
            <a:ahLst/>
            <a:cxnLst/>
            <a:rect l="l" t="t" r="r" b="b"/>
            <a:pathLst>
              <a:path w="2318811" h="3657600">
                <a:moveTo>
                  <a:pt x="0" y="3657600"/>
                </a:moveTo>
                <a:lnTo>
                  <a:pt x="6546" y="3645832"/>
                </a:lnTo>
                <a:close/>
                <a:lnTo>
                  <a:pt x="13032" y="3634104"/>
                </a:lnTo>
                <a:close/>
                <a:lnTo>
                  <a:pt x="19457" y="3622416"/>
                </a:lnTo>
                <a:close/>
                <a:lnTo>
                  <a:pt x="25822" y="3610769"/>
                </a:lnTo>
                <a:close/>
                <a:lnTo>
                  <a:pt x="32128" y="3599161"/>
                </a:lnTo>
                <a:close/>
                <a:lnTo>
                  <a:pt x="38374" y="3587594"/>
                </a:lnTo>
                <a:close/>
                <a:lnTo>
                  <a:pt x="44561" y="3576066"/>
                </a:lnTo>
                <a:close/>
                <a:lnTo>
                  <a:pt x="50690" y="3564579"/>
                </a:lnTo>
                <a:close/>
                <a:lnTo>
                  <a:pt x="56761" y="3553131"/>
                </a:lnTo>
                <a:close/>
                <a:lnTo>
                  <a:pt x="62773" y="3541723"/>
                </a:lnTo>
                <a:close/>
                <a:lnTo>
                  <a:pt x="68729" y="3530354"/>
                </a:lnTo>
                <a:close/>
                <a:lnTo>
                  <a:pt x="74627" y="3519025"/>
                </a:lnTo>
                <a:close/>
                <a:lnTo>
                  <a:pt x="80469" y="3507736"/>
                </a:lnTo>
                <a:close/>
                <a:lnTo>
                  <a:pt x="86255" y="3496486"/>
                </a:lnTo>
                <a:close/>
                <a:lnTo>
                  <a:pt x="91984" y="3485275"/>
                </a:lnTo>
                <a:close/>
                <a:lnTo>
                  <a:pt x="97659" y="3474104"/>
                </a:lnTo>
                <a:close/>
                <a:lnTo>
                  <a:pt x="103278" y="3462971"/>
                </a:lnTo>
                <a:close/>
                <a:lnTo>
                  <a:pt x="108842" y="3451878"/>
                </a:lnTo>
                <a:close/>
                <a:lnTo>
                  <a:pt x="114352" y="3440824"/>
                </a:lnTo>
                <a:close/>
                <a:lnTo>
                  <a:pt x="119808" y="3429809"/>
                </a:lnTo>
                <a:close/>
                <a:lnTo>
                  <a:pt x="125210" y="3418833"/>
                </a:lnTo>
                <a:close/>
                <a:lnTo>
                  <a:pt x="130559" y="3407896"/>
                </a:lnTo>
                <a:close/>
                <a:lnTo>
                  <a:pt x="135856" y="3396998"/>
                </a:lnTo>
                <a:close/>
                <a:lnTo>
                  <a:pt x="141100" y="3386138"/>
                </a:lnTo>
                <a:close/>
                <a:lnTo>
                  <a:pt x="146291" y="3375317"/>
                </a:lnTo>
                <a:close/>
                <a:lnTo>
                  <a:pt x="151431" y="3364535"/>
                </a:lnTo>
                <a:close/>
                <a:lnTo>
                  <a:pt x="156520" y="3353791"/>
                </a:lnTo>
                <a:close/>
                <a:lnTo>
                  <a:pt x="161557" y="3343085"/>
                </a:lnTo>
                <a:close/>
                <a:lnTo>
                  <a:pt x="166544" y="3332418"/>
                </a:lnTo>
                <a:close/>
                <a:lnTo>
                  <a:pt x="171481" y="3321789"/>
                </a:lnTo>
                <a:close/>
                <a:lnTo>
                  <a:pt x="176368" y="3311199"/>
                </a:lnTo>
                <a:close/>
                <a:lnTo>
                  <a:pt x="181206" y="3300646"/>
                </a:lnTo>
                <a:close/>
                <a:lnTo>
                  <a:pt x="185994" y="3290132"/>
                </a:lnTo>
                <a:close/>
                <a:lnTo>
                  <a:pt x="190734" y="3279656"/>
                </a:lnTo>
                <a:close/>
                <a:lnTo>
                  <a:pt x="195426" y="3269217"/>
                </a:lnTo>
                <a:close/>
                <a:lnTo>
                  <a:pt x="200069" y="3258817"/>
                </a:lnTo>
                <a:close/>
                <a:lnTo>
                  <a:pt x="204665" y="3248454"/>
                </a:lnTo>
                <a:close/>
                <a:lnTo>
                  <a:pt x="209214" y="3238129"/>
                </a:lnTo>
                <a:close/>
                <a:lnTo>
                  <a:pt x="213716" y="3227842"/>
                </a:lnTo>
                <a:close/>
                <a:lnTo>
                  <a:pt x="218171" y="3217592"/>
                </a:lnTo>
                <a:close/>
                <a:lnTo>
                  <a:pt x="222581" y="3207380"/>
                </a:lnTo>
                <a:close/>
                <a:lnTo>
                  <a:pt x="226944" y="3197205"/>
                </a:lnTo>
                <a:close/>
                <a:lnTo>
                  <a:pt x="231263" y="3187067"/>
                </a:lnTo>
                <a:close/>
                <a:lnTo>
                  <a:pt x="235536" y="3176967"/>
                </a:lnTo>
                <a:close/>
                <a:lnTo>
                  <a:pt x="239765" y="3166904"/>
                </a:lnTo>
                <a:close/>
                <a:lnTo>
                  <a:pt x="243950" y="3156879"/>
                </a:lnTo>
                <a:close/>
                <a:lnTo>
                  <a:pt x="248091" y="3146890"/>
                </a:lnTo>
                <a:close/>
                <a:lnTo>
                  <a:pt x="252189" y="3136938"/>
                </a:lnTo>
                <a:close/>
                <a:lnTo>
                  <a:pt x="256243" y="3127024"/>
                </a:lnTo>
                <a:close/>
                <a:lnTo>
                  <a:pt x="260255" y="3117146"/>
                </a:lnTo>
                <a:close/>
                <a:lnTo>
                  <a:pt x="264225" y="3107305"/>
                </a:lnTo>
                <a:close/>
                <a:lnTo>
                  <a:pt x="268152" y="3097501"/>
                </a:lnTo>
                <a:close/>
                <a:lnTo>
                  <a:pt x="272038" y="3087733"/>
                </a:lnTo>
                <a:close/>
                <a:lnTo>
                  <a:pt x="275883" y="3078002"/>
                </a:lnTo>
                <a:close/>
                <a:lnTo>
                  <a:pt x="279688" y="3068307"/>
                </a:lnTo>
                <a:close/>
                <a:lnTo>
                  <a:pt x="283451" y="3058649"/>
                </a:lnTo>
                <a:close/>
                <a:lnTo>
                  <a:pt x="287175" y="3049028"/>
                </a:lnTo>
                <a:close/>
                <a:lnTo>
                  <a:pt x="290859" y="3039442"/>
                </a:lnTo>
                <a:close/>
                <a:lnTo>
                  <a:pt x="294504" y="3029893"/>
                </a:lnTo>
                <a:close/>
                <a:lnTo>
                  <a:pt x="298110" y="3020380"/>
                </a:lnTo>
                <a:close/>
                <a:lnTo>
                  <a:pt x="301678" y="3010903"/>
                </a:lnTo>
                <a:close/>
                <a:lnTo>
                  <a:pt x="305207" y="3001463"/>
                </a:lnTo>
                <a:close/>
                <a:lnTo>
                  <a:pt x="308699" y="2992058"/>
                </a:lnTo>
                <a:close/>
                <a:lnTo>
                  <a:pt x="312153" y="2982689"/>
                </a:lnTo>
                <a:close/>
                <a:lnTo>
                  <a:pt x="315570" y="2973356"/>
                </a:lnTo>
                <a:close/>
                <a:lnTo>
                  <a:pt x="318951" y="2964058"/>
                </a:lnTo>
                <a:close/>
                <a:lnTo>
                  <a:pt x="322295" y="2954796"/>
                </a:lnTo>
                <a:close/>
                <a:lnTo>
                  <a:pt x="325604" y="2945570"/>
                </a:lnTo>
                <a:close/>
                <a:lnTo>
                  <a:pt x="328877" y="2936380"/>
                </a:lnTo>
                <a:close/>
                <a:lnTo>
                  <a:pt x="332115" y="2927224"/>
                </a:lnTo>
                <a:close/>
                <a:lnTo>
                  <a:pt x="335318" y="2918105"/>
                </a:lnTo>
                <a:close/>
                <a:lnTo>
                  <a:pt x="338487" y="2909020"/>
                </a:lnTo>
                <a:close/>
                <a:lnTo>
                  <a:pt x="341622" y="2899971"/>
                </a:lnTo>
                <a:close/>
                <a:lnTo>
                  <a:pt x="344723" y="2890957"/>
                </a:lnTo>
                <a:close/>
                <a:lnTo>
                  <a:pt x="347791" y="2881978"/>
                </a:lnTo>
                <a:close/>
                <a:lnTo>
                  <a:pt x="350826" y="2873034"/>
                </a:lnTo>
                <a:close/>
                <a:lnTo>
                  <a:pt x="353829" y="2864125"/>
                </a:lnTo>
                <a:close/>
                <a:lnTo>
                  <a:pt x="356800" y="2855251"/>
                </a:lnTo>
                <a:close/>
                <a:lnTo>
                  <a:pt x="359739" y="2846412"/>
                </a:lnTo>
                <a:close/>
                <a:lnTo>
                  <a:pt x="362646" y="2837607"/>
                </a:lnTo>
                <a:close/>
                <a:lnTo>
                  <a:pt x="365523" y="2828838"/>
                </a:lnTo>
                <a:close/>
                <a:lnTo>
                  <a:pt x="368369" y="2820102"/>
                </a:lnTo>
                <a:close/>
                <a:lnTo>
                  <a:pt x="371185" y="2811402"/>
                </a:lnTo>
                <a:close/>
                <a:lnTo>
                  <a:pt x="373971" y="2802735"/>
                </a:lnTo>
                <a:close/>
                <a:lnTo>
                  <a:pt x="376728" y="2794104"/>
                </a:lnTo>
                <a:close/>
                <a:lnTo>
                  <a:pt x="379455" y="2785506"/>
                </a:lnTo>
                <a:close/>
                <a:lnTo>
                  <a:pt x="382154" y="2776943"/>
                </a:lnTo>
                <a:close/>
                <a:lnTo>
                  <a:pt x="384824" y="2768414"/>
                </a:lnTo>
                <a:close/>
                <a:lnTo>
                  <a:pt x="387467" y="2759919"/>
                </a:lnTo>
                <a:close/>
                <a:lnTo>
                  <a:pt x="390082" y="2751458"/>
                </a:lnTo>
                <a:close/>
                <a:lnTo>
                  <a:pt x="392670" y="2743031"/>
                </a:lnTo>
                <a:close/>
                <a:lnTo>
                  <a:pt x="395231" y="2734638"/>
                </a:lnTo>
                <a:close/>
                <a:lnTo>
                  <a:pt x="397766" y="2726279"/>
                </a:lnTo>
                <a:close/>
                <a:lnTo>
                  <a:pt x="400274" y="2717953"/>
                </a:lnTo>
                <a:close/>
                <a:lnTo>
                  <a:pt x="402757" y="2709662"/>
                </a:lnTo>
                <a:close/>
                <a:lnTo>
                  <a:pt x="405215" y="2701404"/>
                </a:lnTo>
                <a:close/>
                <a:lnTo>
                  <a:pt x="407647" y="2693179"/>
                </a:lnTo>
                <a:close/>
                <a:lnTo>
                  <a:pt x="410056" y="2684988"/>
                </a:lnTo>
                <a:close/>
                <a:lnTo>
                  <a:pt x="412440" y="2676830"/>
                </a:lnTo>
                <a:close/>
                <a:lnTo>
                  <a:pt x="414800" y="2668706"/>
                </a:lnTo>
                <a:close/>
                <a:lnTo>
                  <a:pt x="417137" y="2660615"/>
                </a:lnTo>
                <a:close/>
                <a:lnTo>
                  <a:pt x="419450" y="2652557"/>
                </a:lnTo>
                <a:close/>
                <a:lnTo>
                  <a:pt x="421742" y="2644532"/>
                </a:lnTo>
                <a:close/>
                <a:lnTo>
                  <a:pt x="424010" y="2636540"/>
                </a:lnTo>
                <a:close/>
                <a:lnTo>
                  <a:pt x="426257" y="2628581"/>
                </a:lnTo>
                <a:close/>
                <a:lnTo>
                  <a:pt x="428483" y="2620655"/>
                </a:lnTo>
                <a:close/>
                <a:lnTo>
                  <a:pt x="430687" y="2612762"/>
                </a:lnTo>
                <a:close/>
                <a:lnTo>
                  <a:pt x="432871" y="2604902"/>
                </a:lnTo>
                <a:close/>
                <a:lnTo>
                  <a:pt x="435034" y="2597074"/>
                </a:lnTo>
                <a:close/>
                <a:lnTo>
                  <a:pt x="437177" y="2589279"/>
                </a:lnTo>
                <a:close/>
                <a:lnTo>
                  <a:pt x="439301" y="2581517"/>
                </a:lnTo>
                <a:close/>
                <a:lnTo>
                  <a:pt x="441405" y="2573787"/>
                </a:lnTo>
                <a:close/>
                <a:lnTo>
                  <a:pt x="443490" y="2566089"/>
                </a:lnTo>
                <a:close/>
                <a:lnTo>
                  <a:pt x="445557" y="2558424"/>
                </a:lnTo>
                <a:close/>
                <a:lnTo>
                  <a:pt x="447606" y="2550791"/>
                </a:lnTo>
                <a:close/>
                <a:lnTo>
                  <a:pt x="449637" y="2543190"/>
                </a:lnTo>
                <a:close/>
                <a:lnTo>
                  <a:pt x="451651" y="2535622"/>
                </a:lnTo>
                <a:close/>
                <a:lnTo>
                  <a:pt x="453648" y="2528085"/>
                </a:lnTo>
                <a:close/>
                <a:lnTo>
                  <a:pt x="455628" y="2520581"/>
                </a:lnTo>
                <a:close/>
                <a:lnTo>
                  <a:pt x="457591" y="2513108"/>
                </a:lnTo>
                <a:close/>
                <a:lnTo>
                  <a:pt x="459540" y="2505667"/>
                </a:lnTo>
                <a:close/>
                <a:lnTo>
                  <a:pt x="461472" y="2498258"/>
                </a:lnTo>
                <a:close/>
                <a:lnTo>
                  <a:pt x="463390" y="2490881"/>
                </a:lnTo>
                <a:close/>
                <a:lnTo>
                  <a:pt x="465292" y="2483535"/>
                </a:lnTo>
                <a:close/>
                <a:lnTo>
                  <a:pt x="467181" y="2476221"/>
                </a:lnTo>
                <a:close/>
                <a:lnTo>
                  <a:pt x="469055" y="2468938"/>
                </a:lnTo>
                <a:close/>
                <a:lnTo>
                  <a:pt x="470916" y="2461687"/>
                </a:lnTo>
                <a:close/>
                <a:lnTo>
                  <a:pt x="472764" y="2454467"/>
                </a:lnTo>
                <a:close/>
                <a:lnTo>
                  <a:pt x="474598" y="2447278"/>
                </a:lnTo>
                <a:close/>
                <a:lnTo>
                  <a:pt x="476421" y="2440121"/>
                </a:lnTo>
                <a:close/>
                <a:lnTo>
                  <a:pt x="478231" y="2432995"/>
                </a:lnTo>
                <a:close/>
                <a:lnTo>
                  <a:pt x="480030" y="2425899"/>
                </a:lnTo>
                <a:close/>
                <a:lnTo>
                  <a:pt x="481817" y="2418835"/>
                </a:lnTo>
                <a:close/>
                <a:lnTo>
                  <a:pt x="483593" y="2411802"/>
                </a:lnTo>
                <a:close/>
                <a:lnTo>
                  <a:pt x="485359" y="2404799"/>
                </a:lnTo>
                <a:close/>
                <a:lnTo>
                  <a:pt x="487114" y="2397828"/>
                </a:lnTo>
                <a:close/>
                <a:lnTo>
                  <a:pt x="488860" y="2390887"/>
                </a:lnTo>
                <a:close/>
                <a:lnTo>
                  <a:pt x="490596" y="2383976"/>
                </a:lnTo>
                <a:close/>
                <a:lnTo>
                  <a:pt x="492324" y="2377096"/>
                </a:lnTo>
                <a:close/>
                <a:lnTo>
                  <a:pt x="494042" y="2370247"/>
                </a:lnTo>
                <a:close/>
                <a:lnTo>
                  <a:pt x="495752" y="2363428"/>
                </a:lnTo>
                <a:close/>
                <a:lnTo>
                  <a:pt x="497455" y="2356640"/>
                </a:lnTo>
                <a:close/>
                <a:lnTo>
                  <a:pt x="499150" y="2349881"/>
                </a:lnTo>
                <a:close/>
                <a:lnTo>
                  <a:pt x="500837" y="2343153"/>
                </a:lnTo>
                <a:close/>
                <a:lnTo>
                  <a:pt x="502518" y="2336456"/>
                </a:lnTo>
                <a:close/>
                <a:lnTo>
                  <a:pt x="504192" y="2329788"/>
                </a:lnTo>
                <a:close/>
                <a:lnTo>
                  <a:pt x="505861" y="2323150"/>
                </a:lnTo>
                <a:close/>
                <a:lnTo>
                  <a:pt x="507524" y="2316542"/>
                </a:lnTo>
                <a:close/>
                <a:lnTo>
                  <a:pt x="509181" y="2309964"/>
                </a:lnTo>
                <a:close/>
                <a:lnTo>
                  <a:pt x="510834" y="2303416"/>
                </a:lnTo>
                <a:close/>
                <a:lnTo>
                  <a:pt x="512482" y="2296897"/>
                </a:lnTo>
                <a:close/>
                <a:lnTo>
                  <a:pt x="514126" y="2290408"/>
                </a:lnTo>
                <a:close/>
                <a:lnTo>
                  <a:pt x="515766" y="2283949"/>
                </a:lnTo>
                <a:close/>
                <a:lnTo>
                  <a:pt x="517402" y="2277519"/>
                </a:lnTo>
                <a:close/>
                <a:lnTo>
                  <a:pt x="519036" y="2271119"/>
                </a:lnTo>
                <a:close/>
                <a:lnTo>
                  <a:pt x="520667" y="2264748"/>
                </a:lnTo>
                <a:close/>
                <a:lnTo>
                  <a:pt x="522296" y="2258406"/>
                </a:lnTo>
                <a:close/>
                <a:lnTo>
                  <a:pt x="523923" y="2252093"/>
                </a:lnTo>
                <a:close/>
                <a:lnTo>
                  <a:pt x="525548" y="2245810"/>
                </a:lnTo>
                <a:close/>
                <a:lnTo>
                  <a:pt x="527173" y="2239556"/>
                </a:lnTo>
                <a:close/>
                <a:lnTo>
                  <a:pt x="528796" y="2233330"/>
                </a:lnTo>
                <a:close/>
                <a:lnTo>
                  <a:pt x="530419" y="2227134"/>
                </a:lnTo>
                <a:close/>
                <a:lnTo>
                  <a:pt x="532043" y="2220967"/>
                </a:lnTo>
                <a:close/>
                <a:lnTo>
                  <a:pt x="533666" y="2214828"/>
                </a:lnTo>
                <a:close/>
                <a:lnTo>
                  <a:pt x="535290" y="2208718"/>
                </a:lnTo>
                <a:close/>
                <a:lnTo>
                  <a:pt x="536916" y="2202637"/>
                </a:lnTo>
                <a:close/>
                <a:lnTo>
                  <a:pt x="538543" y="2196584"/>
                </a:lnTo>
                <a:close/>
                <a:lnTo>
                  <a:pt x="540172" y="2190560"/>
                </a:lnTo>
                <a:close/>
                <a:lnTo>
                  <a:pt x="541803" y="2184564"/>
                </a:lnTo>
                <a:close/>
                <a:lnTo>
                  <a:pt x="543437" y="2178596"/>
                </a:lnTo>
                <a:close/>
                <a:lnTo>
                  <a:pt x="545074" y="2172657"/>
                </a:lnTo>
                <a:close/>
                <a:lnTo>
                  <a:pt x="546714" y="2166746"/>
                </a:lnTo>
                <a:close/>
                <a:lnTo>
                  <a:pt x="548358" y="2160864"/>
                </a:lnTo>
                <a:close/>
                <a:lnTo>
                  <a:pt x="550006" y="2155009"/>
                </a:lnTo>
                <a:close/>
                <a:lnTo>
                  <a:pt x="551659" y="2149182"/>
                </a:lnTo>
                <a:close/>
                <a:lnTo>
                  <a:pt x="553316" y="2143383"/>
                </a:lnTo>
                <a:close/>
                <a:lnTo>
                  <a:pt x="554979" y="2137613"/>
                </a:lnTo>
                <a:close/>
                <a:lnTo>
                  <a:pt x="556648" y="2131870"/>
                </a:lnTo>
                <a:close/>
                <a:lnTo>
                  <a:pt x="558322" y="2126154"/>
                </a:lnTo>
                <a:close/>
                <a:lnTo>
                  <a:pt x="560004" y="2120467"/>
                </a:lnTo>
                <a:close/>
                <a:lnTo>
                  <a:pt x="561691" y="2114807"/>
                </a:lnTo>
                <a:close/>
                <a:lnTo>
                  <a:pt x="563386" y="2109174"/>
                </a:lnTo>
                <a:close/>
                <a:lnTo>
                  <a:pt x="565089" y="2103569"/>
                </a:lnTo>
                <a:close/>
                <a:lnTo>
                  <a:pt x="566800" y="2097991"/>
                </a:lnTo>
                <a:close/>
                <a:lnTo>
                  <a:pt x="568518" y="2092441"/>
                </a:lnTo>
                <a:close/>
                <a:lnTo>
                  <a:pt x="570246" y="2086917"/>
                </a:lnTo>
                <a:close/>
                <a:lnTo>
                  <a:pt x="571983" y="2081421"/>
                </a:lnTo>
                <a:close/>
                <a:lnTo>
                  <a:pt x="573729" y="2075952"/>
                </a:lnTo>
                <a:close/>
                <a:lnTo>
                  <a:pt x="575485" y="2070511"/>
                </a:lnTo>
                <a:close/>
                <a:lnTo>
                  <a:pt x="577251" y="2065096"/>
                </a:lnTo>
                <a:close/>
                <a:lnTo>
                  <a:pt x="579027" y="2059707"/>
                </a:lnTo>
                <a:close/>
                <a:lnTo>
                  <a:pt x="580815" y="2054346"/>
                </a:lnTo>
                <a:close/>
                <a:lnTo>
                  <a:pt x="582614" y="2049012"/>
                </a:lnTo>
                <a:close/>
                <a:lnTo>
                  <a:pt x="584425" y="2043704"/>
                </a:lnTo>
                <a:close/>
                <a:lnTo>
                  <a:pt x="586247" y="2038422"/>
                </a:lnTo>
                <a:close/>
                <a:lnTo>
                  <a:pt x="588083" y="2033168"/>
                </a:lnTo>
                <a:close/>
                <a:lnTo>
                  <a:pt x="589931" y="2027939"/>
                </a:lnTo>
                <a:close/>
                <a:lnTo>
                  <a:pt x="591792" y="2022737"/>
                </a:lnTo>
                <a:close/>
                <a:lnTo>
                  <a:pt x="593667" y="2017562"/>
                </a:lnTo>
                <a:close/>
                <a:lnTo>
                  <a:pt x="595556" y="2012412"/>
                </a:lnTo>
                <a:close/>
                <a:lnTo>
                  <a:pt x="597459" y="2007289"/>
                </a:lnTo>
                <a:close/>
                <a:lnTo>
                  <a:pt x="599377" y="2002192"/>
                </a:lnTo>
                <a:close/>
                <a:lnTo>
                  <a:pt x="601310" y="1997121"/>
                </a:lnTo>
                <a:close/>
                <a:lnTo>
                  <a:pt x="603258" y="1992076"/>
                </a:lnTo>
                <a:close/>
                <a:lnTo>
                  <a:pt x="605223" y="1987057"/>
                </a:lnTo>
                <a:close/>
                <a:lnTo>
                  <a:pt x="607204" y="1982063"/>
                </a:lnTo>
                <a:close/>
                <a:lnTo>
                  <a:pt x="609201" y="1977095"/>
                </a:lnTo>
                <a:close/>
                <a:lnTo>
                  <a:pt x="611215" y="1972153"/>
                </a:lnTo>
                <a:close/>
                <a:lnTo>
                  <a:pt x="613247" y="1967237"/>
                </a:lnTo>
                <a:close/>
                <a:lnTo>
                  <a:pt x="615296" y="1962346"/>
                </a:lnTo>
                <a:close/>
                <a:lnTo>
                  <a:pt x="617364" y="1957481"/>
                </a:lnTo>
                <a:close/>
                <a:lnTo>
                  <a:pt x="619450" y="1952641"/>
                </a:lnTo>
                <a:close/>
                <a:lnTo>
                  <a:pt x="621555" y="1947826"/>
                </a:lnTo>
                <a:close/>
                <a:lnTo>
                  <a:pt x="623679" y="1943036"/>
                </a:lnTo>
                <a:close/>
                <a:lnTo>
                  <a:pt x="625823" y="1938272"/>
                </a:lnTo>
                <a:close/>
                <a:lnTo>
                  <a:pt x="627987" y="1933533"/>
                </a:lnTo>
                <a:close/>
                <a:lnTo>
                  <a:pt x="630171" y="1928819"/>
                </a:lnTo>
                <a:close/>
                <a:lnTo>
                  <a:pt x="632376" y="1924130"/>
                </a:lnTo>
                <a:close/>
                <a:lnTo>
                  <a:pt x="634602" y="1919465"/>
                </a:lnTo>
                <a:close/>
                <a:lnTo>
                  <a:pt x="636850" y="1914826"/>
                </a:lnTo>
                <a:close/>
                <a:lnTo>
                  <a:pt x="639119" y="1910211"/>
                </a:lnTo>
                <a:close/>
                <a:lnTo>
                  <a:pt x="641411" y="1905621"/>
                </a:lnTo>
                <a:close/>
                <a:lnTo>
                  <a:pt x="643726" y="1901056"/>
                </a:lnTo>
                <a:close/>
                <a:lnTo>
                  <a:pt x="646063" y="1896515"/>
                </a:lnTo>
                <a:close/>
                <a:lnTo>
                  <a:pt x="648424" y="1891998"/>
                </a:lnTo>
                <a:close/>
                <a:lnTo>
                  <a:pt x="650809" y="1887506"/>
                </a:lnTo>
                <a:close/>
                <a:lnTo>
                  <a:pt x="653218" y="1883039"/>
                </a:lnTo>
                <a:close/>
                <a:lnTo>
                  <a:pt x="655652" y="1878595"/>
                </a:lnTo>
                <a:close/>
                <a:lnTo>
                  <a:pt x="658110" y="1874176"/>
                </a:lnTo>
                <a:close/>
                <a:lnTo>
                  <a:pt x="660594" y="1869781"/>
                </a:lnTo>
                <a:close/>
                <a:lnTo>
                  <a:pt x="663103" y="1865410"/>
                </a:lnTo>
                <a:close/>
                <a:lnTo>
                  <a:pt x="665639" y="1861062"/>
                </a:lnTo>
                <a:close/>
                <a:lnTo>
                  <a:pt x="668201" y="1856739"/>
                </a:lnTo>
                <a:close/>
                <a:lnTo>
                  <a:pt x="670790" y="1852440"/>
                </a:lnTo>
                <a:close/>
                <a:lnTo>
                  <a:pt x="673406" y="1848164"/>
                </a:lnTo>
                <a:close/>
                <a:lnTo>
                  <a:pt x="676049" y="1843912"/>
                </a:lnTo>
                <a:close/>
                <a:lnTo>
                  <a:pt x="678721" y="1839684"/>
                </a:lnTo>
                <a:close/>
                <a:lnTo>
                  <a:pt x="681420" y="1835479"/>
                </a:lnTo>
                <a:close/>
                <a:lnTo>
                  <a:pt x="684149" y="1831298"/>
                </a:lnTo>
                <a:close/>
                <a:lnTo>
                  <a:pt x="686907" y="1827140"/>
                </a:lnTo>
                <a:close/>
                <a:lnTo>
                  <a:pt x="689693" y="1823005"/>
                </a:lnTo>
                <a:close/>
                <a:lnTo>
                  <a:pt x="692510" y="1818893"/>
                </a:lnTo>
                <a:close/>
                <a:lnTo>
                  <a:pt x="695355" y="1814803"/>
                </a:lnTo>
                <a:close/>
                <a:lnTo>
                  <a:pt x="698230" y="1810735"/>
                </a:lnTo>
                <a:close/>
                <a:lnTo>
                  <a:pt x="701135" y="1806689"/>
                </a:lnTo>
                <a:close/>
                <a:lnTo>
                  <a:pt x="704069" y="1802663"/>
                </a:lnTo>
                <a:close/>
                <a:lnTo>
                  <a:pt x="707032" y="1798658"/>
                </a:lnTo>
                <a:close/>
                <a:lnTo>
                  <a:pt x="710025" y="1794673"/>
                </a:lnTo>
                <a:close/>
                <a:lnTo>
                  <a:pt x="713047" y="1790708"/>
                </a:lnTo>
                <a:close/>
                <a:lnTo>
                  <a:pt x="716099" y="1786762"/>
                </a:lnTo>
                <a:close/>
                <a:lnTo>
                  <a:pt x="719181" y="1782835"/>
                </a:lnTo>
                <a:close/>
                <a:lnTo>
                  <a:pt x="722292" y="1778926"/>
                </a:lnTo>
                <a:close/>
                <a:lnTo>
                  <a:pt x="725433" y="1775035"/>
                </a:lnTo>
                <a:close/>
                <a:lnTo>
                  <a:pt x="728603" y="1771161"/>
                </a:lnTo>
                <a:close/>
                <a:lnTo>
                  <a:pt x="731803" y="1767304"/>
                </a:lnTo>
                <a:close/>
                <a:lnTo>
                  <a:pt x="735033" y="1763464"/>
                </a:lnTo>
                <a:close/>
                <a:lnTo>
                  <a:pt x="738293" y="1759640"/>
                </a:lnTo>
                <a:close/>
                <a:lnTo>
                  <a:pt x="741582" y="1755832"/>
                </a:lnTo>
                <a:close/>
                <a:lnTo>
                  <a:pt x="744901" y="1752038"/>
                </a:lnTo>
                <a:close/>
                <a:lnTo>
                  <a:pt x="748250" y="1748260"/>
                </a:lnTo>
                <a:close/>
                <a:lnTo>
                  <a:pt x="751629" y="1744496"/>
                </a:lnTo>
                <a:close/>
                <a:lnTo>
                  <a:pt x="755038" y="1740745"/>
                </a:lnTo>
                <a:close/>
                <a:lnTo>
                  <a:pt x="758476" y="1737009"/>
                </a:lnTo>
                <a:close/>
                <a:lnTo>
                  <a:pt x="761945" y="1733285"/>
                </a:lnTo>
                <a:close/>
                <a:lnTo>
                  <a:pt x="765443" y="1729573"/>
                </a:lnTo>
                <a:close/>
                <a:lnTo>
                  <a:pt x="768972" y="1725874"/>
                </a:lnTo>
                <a:close/>
                <a:lnTo>
                  <a:pt x="772530" y="1722187"/>
                </a:lnTo>
                <a:close/>
                <a:lnTo>
                  <a:pt x="776119" y="1718510"/>
                </a:lnTo>
                <a:close/>
                <a:lnTo>
                  <a:pt x="779738" y="1714845"/>
                </a:lnTo>
                <a:close/>
                <a:lnTo>
                  <a:pt x="783386" y="1711190"/>
                </a:lnTo>
                <a:close/>
                <a:lnTo>
                  <a:pt x="787065" y="1707544"/>
                </a:lnTo>
                <a:close/>
                <a:lnTo>
                  <a:pt x="790774" y="1703908"/>
                </a:lnTo>
                <a:close/>
                <a:lnTo>
                  <a:pt x="794513" y="1700281"/>
                </a:lnTo>
                <a:close/>
                <a:lnTo>
                  <a:pt x="798282" y="1696663"/>
                </a:lnTo>
                <a:close/>
                <a:lnTo>
                  <a:pt x="802082" y="1693053"/>
                </a:lnTo>
                <a:close/>
                <a:lnTo>
                  <a:pt x="805912" y="1689450"/>
                </a:lnTo>
                <a:close/>
                <a:lnTo>
                  <a:pt x="809772" y="1685855"/>
                </a:lnTo>
                <a:close/>
                <a:lnTo>
                  <a:pt x="813662" y="1682267"/>
                </a:lnTo>
                <a:close/>
                <a:lnTo>
                  <a:pt x="817583" y="1678684"/>
                </a:lnTo>
                <a:close/>
                <a:lnTo>
                  <a:pt x="821534" y="1675108"/>
                </a:lnTo>
                <a:close/>
                <a:lnTo>
                  <a:pt x="825515" y="1671537"/>
                </a:lnTo>
                <a:close/>
                <a:lnTo>
                  <a:pt x="829527" y="1667971"/>
                </a:lnTo>
                <a:close/>
                <a:lnTo>
                  <a:pt x="833569" y="1664410"/>
                </a:lnTo>
                <a:close/>
                <a:lnTo>
                  <a:pt x="837642" y="1660853"/>
                </a:lnTo>
                <a:close/>
                <a:lnTo>
                  <a:pt x="841745" y="1657300"/>
                </a:lnTo>
                <a:close/>
                <a:lnTo>
                  <a:pt x="845879" y="1653749"/>
                </a:lnTo>
                <a:close/>
                <a:lnTo>
                  <a:pt x="850043" y="1650202"/>
                </a:lnTo>
                <a:close/>
                <a:lnTo>
                  <a:pt x="854238" y="1646657"/>
                </a:lnTo>
                <a:close/>
                <a:lnTo>
                  <a:pt x="858464" y="1643114"/>
                </a:lnTo>
                <a:close/>
                <a:lnTo>
                  <a:pt x="862720" y="1639572"/>
                </a:lnTo>
                <a:close/>
                <a:lnTo>
                  <a:pt x="867006" y="1636032"/>
                </a:lnTo>
                <a:close/>
                <a:lnTo>
                  <a:pt x="871324" y="1632492"/>
                </a:lnTo>
                <a:close/>
                <a:lnTo>
                  <a:pt x="875672" y="1628952"/>
                </a:lnTo>
                <a:close/>
                <a:lnTo>
                  <a:pt x="880051" y="1625411"/>
                </a:lnTo>
                <a:close/>
                <a:lnTo>
                  <a:pt x="884460" y="1621870"/>
                </a:lnTo>
                <a:close/>
                <a:lnTo>
                  <a:pt x="888901" y="1618328"/>
                </a:lnTo>
                <a:close/>
                <a:lnTo>
                  <a:pt x="893372" y="1614785"/>
                </a:lnTo>
                <a:close/>
                <a:lnTo>
                  <a:pt x="897874" y="1611239"/>
                </a:lnTo>
                <a:close/>
                <a:lnTo>
                  <a:pt x="902406" y="1607690"/>
                </a:lnTo>
                <a:close/>
                <a:lnTo>
                  <a:pt x="906970" y="1604139"/>
                </a:lnTo>
                <a:close/>
                <a:lnTo>
                  <a:pt x="911565" y="1600584"/>
                </a:lnTo>
                <a:close/>
                <a:lnTo>
                  <a:pt x="916190" y="1597026"/>
                </a:lnTo>
                <a:close/>
                <a:lnTo>
                  <a:pt x="920847" y="1593463"/>
                </a:lnTo>
                <a:close/>
                <a:lnTo>
                  <a:pt x="925535" y="1589895"/>
                </a:lnTo>
                <a:close/>
                <a:lnTo>
                  <a:pt x="930253" y="1586322"/>
                </a:lnTo>
                <a:close/>
                <a:lnTo>
                  <a:pt x="935003" y="1582744"/>
                </a:lnTo>
                <a:close/>
                <a:lnTo>
                  <a:pt x="939783" y="1579159"/>
                </a:lnTo>
                <a:close/>
                <a:lnTo>
                  <a:pt x="944595" y="1575568"/>
                </a:lnTo>
                <a:close/>
                <a:lnTo>
                  <a:pt x="949438" y="1571970"/>
                </a:lnTo>
                <a:close/>
                <a:lnTo>
                  <a:pt x="954312" y="1568365"/>
                </a:lnTo>
                <a:close/>
                <a:lnTo>
                  <a:pt x="959217" y="1564752"/>
                </a:lnTo>
                <a:close/>
                <a:lnTo>
                  <a:pt x="964154" y="1561130"/>
                </a:lnTo>
                <a:close/>
                <a:lnTo>
                  <a:pt x="969122" y="1557500"/>
                </a:lnTo>
                <a:close/>
                <a:lnTo>
                  <a:pt x="974121" y="1553861"/>
                </a:lnTo>
                <a:close/>
                <a:lnTo>
                  <a:pt x="979151" y="1550212"/>
                </a:lnTo>
                <a:close/>
                <a:lnTo>
                  <a:pt x="984212" y="1546553"/>
                </a:lnTo>
                <a:close/>
                <a:lnTo>
                  <a:pt x="989305" y="1542883"/>
                </a:lnTo>
                <a:close/>
                <a:lnTo>
                  <a:pt x="994429" y="1539202"/>
                </a:lnTo>
                <a:close/>
                <a:lnTo>
                  <a:pt x="999585" y="1535511"/>
                </a:lnTo>
                <a:close/>
                <a:lnTo>
                  <a:pt x="1004772" y="1531807"/>
                </a:lnTo>
                <a:close/>
                <a:lnTo>
                  <a:pt x="1009991" y="1528091"/>
                </a:lnTo>
                <a:close/>
                <a:lnTo>
                  <a:pt x="1015241" y="1524362"/>
                </a:lnTo>
                <a:close/>
                <a:lnTo>
                  <a:pt x="1020522" y="1520620"/>
                </a:lnTo>
                <a:close/>
                <a:lnTo>
                  <a:pt x="1025835" y="1516865"/>
                </a:lnTo>
                <a:close/>
                <a:lnTo>
                  <a:pt x="1031180" y="1513095"/>
                </a:lnTo>
                <a:close/>
                <a:lnTo>
                  <a:pt x="1036556" y="1509311"/>
                </a:lnTo>
                <a:close/>
                <a:lnTo>
                  <a:pt x="1041963" y="1505513"/>
                </a:lnTo>
                <a:close/>
                <a:lnTo>
                  <a:pt x="1047403" y="1501698"/>
                </a:lnTo>
                <a:close/>
                <a:lnTo>
                  <a:pt x="1052874" y="1497868"/>
                </a:lnTo>
                <a:close/>
                <a:lnTo>
                  <a:pt x="1058377" y="1494022"/>
                </a:lnTo>
                <a:close/>
                <a:lnTo>
                  <a:pt x="1063911" y="1490159"/>
                </a:lnTo>
                <a:close/>
                <a:lnTo>
                  <a:pt x="1069477" y="1486279"/>
                </a:lnTo>
                <a:close/>
                <a:lnTo>
                  <a:pt x="1075075" y="1482381"/>
                </a:lnTo>
                <a:close/>
                <a:lnTo>
                  <a:pt x="1080705" y="1478465"/>
                </a:lnTo>
                <a:close/>
                <a:lnTo>
                  <a:pt x="1086366" y="1474531"/>
                </a:lnTo>
                <a:close/>
                <a:lnTo>
                  <a:pt x="1092060" y="1470577"/>
                </a:lnTo>
                <a:close/>
                <a:lnTo>
                  <a:pt x="1097785" y="1466605"/>
                </a:lnTo>
                <a:close/>
                <a:lnTo>
                  <a:pt x="1103542" y="1462612"/>
                </a:lnTo>
                <a:close/>
                <a:lnTo>
                  <a:pt x="1109331" y="1458600"/>
                </a:lnTo>
                <a:close/>
                <a:lnTo>
                  <a:pt x="1115152" y="1454567"/>
                </a:lnTo>
                <a:close/>
                <a:lnTo>
                  <a:pt x="1121005" y="1450512"/>
                </a:lnTo>
                <a:close/>
                <a:lnTo>
                  <a:pt x="1126890" y="1446436"/>
                </a:lnTo>
                <a:close/>
                <a:lnTo>
                  <a:pt x="1132807" y="1442338"/>
                </a:lnTo>
                <a:close/>
                <a:lnTo>
                  <a:pt x="1138756" y="1438217"/>
                </a:lnTo>
                <a:close/>
                <a:lnTo>
                  <a:pt x="1144738" y="1434074"/>
                </a:lnTo>
                <a:close/>
                <a:lnTo>
                  <a:pt x="1150751" y="1429907"/>
                </a:lnTo>
                <a:close/>
                <a:lnTo>
                  <a:pt x="1156796" y="1425717"/>
                </a:lnTo>
                <a:close/>
                <a:lnTo>
                  <a:pt x="1162874" y="1421502"/>
                </a:lnTo>
                <a:close/>
                <a:lnTo>
                  <a:pt x="1168984" y="1417262"/>
                </a:lnTo>
                <a:close/>
                <a:lnTo>
                  <a:pt x="1175126" y="1412998"/>
                </a:lnTo>
                <a:close/>
                <a:lnTo>
                  <a:pt x="1181300" y="1408708"/>
                </a:lnTo>
                <a:close/>
                <a:lnTo>
                  <a:pt x="1187506" y="1404391"/>
                </a:lnTo>
                <a:close/>
                <a:lnTo>
                  <a:pt x="1193745" y="1400049"/>
                </a:lnTo>
                <a:close/>
                <a:lnTo>
                  <a:pt x="1200016" y="1395679"/>
                </a:lnTo>
                <a:close/>
                <a:lnTo>
                  <a:pt x="1206320" y="1391282"/>
                </a:lnTo>
                <a:close/>
                <a:lnTo>
                  <a:pt x="1212656" y="1386858"/>
                </a:lnTo>
                <a:close/>
                <a:lnTo>
                  <a:pt x="1219024" y="1382405"/>
                </a:lnTo>
                <a:close/>
                <a:lnTo>
                  <a:pt x="1225425" y="1377923"/>
                </a:lnTo>
                <a:close/>
                <a:lnTo>
                  <a:pt x="1231858" y="1373413"/>
                </a:lnTo>
                <a:close/>
                <a:lnTo>
                  <a:pt x="1238323" y="1368872"/>
                </a:lnTo>
                <a:close/>
                <a:lnTo>
                  <a:pt x="1244821" y="1364303"/>
                </a:lnTo>
                <a:close/>
                <a:lnTo>
                  <a:pt x="1251350" y="1359703"/>
                </a:lnTo>
                <a:close/>
                <a:lnTo>
                  <a:pt x="1257910" y="1355075"/>
                </a:lnTo>
                <a:close/>
                <a:lnTo>
                  <a:pt x="1264500" y="1350418"/>
                </a:lnTo>
                <a:close/>
                <a:lnTo>
                  <a:pt x="1271120" y="1345733"/>
                </a:lnTo>
                <a:close/>
                <a:lnTo>
                  <a:pt x="1277769" y="1341019"/>
                </a:lnTo>
                <a:close/>
                <a:lnTo>
                  <a:pt x="1284445" y="1336277"/>
                </a:lnTo>
                <a:close/>
                <a:lnTo>
                  <a:pt x="1291150" y="1331507"/>
                </a:lnTo>
                <a:close/>
                <a:lnTo>
                  <a:pt x="1297881" y="1326709"/>
                </a:lnTo>
                <a:close/>
                <a:lnTo>
                  <a:pt x="1304639" y="1321884"/>
                </a:lnTo>
                <a:close/>
                <a:lnTo>
                  <a:pt x="1311422" y="1317032"/>
                </a:lnTo>
                <a:close/>
                <a:lnTo>
                  <a:pt x="1318231" y="1312154"/>
                </a:lnTo>
                <a:close/>
                <a:lnTo>
                  <a:pt x="1325063" y="1307248"/>
                </a:lnTo>
                <a:close/>
                <a:lnTo>
                  <a:pt x="1331920" y="1302316"/>
                </a:lnTo>
                <a:close/>
                <a:lnTo>
                  <a:pt x="1338800" y="1297358"/>
                </a:lnTo>
                <a:close/>
                <a:lnTo>
                  <a:pt x="1345702" y="1292375"/>
                </a:lnTo>
                <a:close/>
                <a:lnTo>
                  <a:pt x="1352626" y="1287365"/>
                </a:lnTo>
                <a:close/>
                <a:lnTo>
                  <a:pt x="1359571" y="1282331"/>
                </a:lnTo>
                <a:close/>
                <a:lnTo>
                  <a:pt x="1366536" y="1277271"/>
                </a:lnTo>
                <a:close/>
                <a:lnTo>
                  <a:pt x="1373522" y="1272186"/>
                </a:lnTo>
                <a:close/>
                <a:lnTo>
                  <a:pt x="1380526" y="1267077"/>
                </a:lnTo>
                <a:close/>
                <a:lnTo>
                  <a:pt x="1387550" y="1261943"/>
                </a:lnTo>
                <a:close/>
                <a:lnTo>
                  <a:pt x="1394591" y="1256785"/>
                </a:lnTo>
                <a:close/>
                <a:lnTo>
                  <a:pt x="1401649" y="1251604"/>
                </a:lnTo>
                <a:close/>
                <a:lnTo>
                  <a:pt x="1408725" y="1246398"/>
                </a:lnTo>
                <a:close/>
                <a:lnTo>
                  <a:pt x="1415816" y="1241170"/>
                </a:lnTo>
                <a:close/>
                <a:lnTo>
                  <a:pt x="1422923" y="1235918"/>
                </a:lnTo>
                <a:close/>
                <a:lnTo>
                  <a:pt x="1430044" y="1230643"/>
                </a:lnTo>
                <a:close/>
                <a:lnTo>
                  <a:pt x="1437179" y="1225346"/>
                </a:lnTo>
                <a:close/>
                <a:lnTo>
                  <a:pt x="1444328" y="1220026"/>
                </a:lnTo>
                <a:close/>
                <a:lnTo>
                  <a:pt x="1451490" y="1214684"/>
                </a:lnTo>
                <a:close/>
                <a:lnTo>
                  <a:pt x="1458664" y="1209320"/>
                </a:lnTo>
                <a:close/>
                <a:lnTo>
                  <a:pt x="1465849" y="1203935"/>
                </a:lnTo>
                <a:close/>
                <a:lnTo>
                  <a:pt x="1473045" y="1198528"/>
                </a:lnTo>
                <a:close/>
                <a:lnTo>
                  <a:pt x="1480252" y="1193100"/>
                </a:lnTo>
                <a:close/>
                <a:lnTo>
                  <a:pt x="1487468" y="1187651"/>
                </a:lnTo>
                <a:close/>
                <a:lnTo>
                  <a:pt x="1494693" y="1182182"/>
                </a:lnTo>
                <a:close/>
                <a:lnTo>
                  <a:pt x="1501926" y="1176692"/>
                </a:lnTo>
                <a:close/>
                <a:lnTo>
                  <a:pt x="1509167" y="1171182"/>
                </a:lnTo>
                <a:close/>
                <a:lnTo>
                  <a:pt x="1516415" y="1165652"/>
                </a:lnTo>
                <a:close/>
                <a:lnTo>
                  <a:pt x="1523669" y="1160102"/>
                </a:lnTo>
                <a:close/>
                <a:lnTo>
                  <a:pt x="1530929" y="1154533"/>
                </a:lnTo>
                <a:close/>
                <a:lnTo>
                  <a:pt x="1538194" y="1148945"/>
                </a:lnTo>
                <a:close/>
                <a:lnTo>
                  <a:pt x="1545464" y="1143338"/>
                </a:lnTo>
                <a:close/>
                <a:lnTo>
                  <a:pt x="1552737" y="1137712"/>
                </a:lnTo>
                <a:close/>
                <a:lnTo>
                  <a:pt x="1560014" y="1132068"/>
                </a:lnTo>
                <a:close/>
                <a:lnTo>
                  <a:pt x="1567293" y="1126406"/>
                </a:lnTo>
                <a:close/>
                <a:lnTo>
                  <a:pt x="1574574" y="1120726"/>
                </a:lnTo>
                <a:close/>
                <a:lnTo>
                  <a:pt x="1581856" y="1115028"/>
                </a:lnTo>
                <a:close/>
                <a:lnTo>
                  <a:pt x="1589138" y="1109312"/>
                </a:lnTo>
                <a:close/>
                <a:lnTo>
                  <a:pt x="1596421" y="1103580"/>
                </a:lnTo>
                <a:close/>
                <a:lnTo>
                  <a:pt x="1603703" y="1097830"/>
                </a:lnTo>
                <a:close/>
                <a:lnTo>
                  <a:pt x="1610983" y="1092064"/>
                </a:lnTo>
                <a:close/>
                <a:lnTo>
                  <a:pt x="1618262" y="1086282"/>
                </a:lnTo>
                <a:close/>
                <a:lnTo>
                  <a:pt x="1625538" y="1080483"/>
                </a:lnTo>
                <a:close/>
                <a:lnTo>
                  <a:pt x="1632810" y="1074668"/>
                </a:lnTo>
                <a:close/>
                <a:lnTo>
                  <a:pt x="1640079" y="1068838"/>
                </a:lnTo>
                <a:close/>
                <a:lnTo>
                  <a:pt x="1647343" y="1062992"/>
                </a:lnTo>
                <a:close/>
                <a:lnTo>
                  <a:pt x="1654602" y="1057131"/>
                </a:lnTo>
                <a:close/>
                <a:lnTo>
                  <a:pt x="1661855" y="1051255"/>
                </a:lnTo>
                <a:close/>
                <a:lnTo>
                  <a:pt x="1669101" y="1045365"/>
                </a:lnTo>
                <a:close/>
                <a:lnTo>
                  <a:pt x="1676341" y="1039460"/>
                </a:lnTo>
                <a:close/>
                <a:lnTo>
                  <a:pt x="1683572" y="1033540"/>
                </a:lnTo>
                <a:close/>
                <a:lnTo>
                  <a:pt x="1690796" y="1027607"/>
                </a:lnTo>
                <a:close/>
                <a:lnTo>
                  <a:pt x="1698010" y="1021660"/>
                </a:lnTo>
                <a:close/>
                <a:lnTo>
                  <a:pt x="1705214" y="1015700"/>
                </a:lnTo>
                <a:close/>
                <a:lnTo>
                  <a:pt x="1712408" y="1009726"/>
                </a:lnTo>
                <a:close/>
                <a:lnTo>
                  <a:pt x="1719591" y="1003740"/>
                </a:lnTo>
                <a:close/>
                <a:lnTo>
                  <a:pt x="1726762" y="997741"/>
                </a:lnTo>
                <a:close/>
                <a:lnTo>
                  <a:pt x="1733921" y="991729"/>
                </a:lnTo>
                <a:close/>
                <a:lnTo>
                  <a:pt x="1741067" y="985705"/>
                </a:lnTo>
                <a:close/>
                <a:lnTo>
                  <a:pt x="1748200" y="979669"/>
                </a:lnTo>
                <a:close/>
                <a:lnTo>
                  <a:pt x="1755318" y="973622"/>
                </a:lnTo>
                <a:close/>
                <a:lnTo>
                  <a:pt x="1762422" y="967563"/>
                </a:lnTo>
                <a:close/>
                <a:lnTo>
                  <a:pt x="1769509" y="961492"/>
                </a:lnTo>
                <a:close/>
                <a:lnTo>
                  <a:pt x="1776581" y="955411"/>
                </a:lnTo>
                <a:close/>
                <a:lnTo>
                  <a:pt x="1783636" y="949319"/>
                </a:lnTo>
                <a:close/>
                <a:lnTo>
                  <a:pt x="1790674" y="943217"/>
                </a:lnTo>
                <a:close/>
                <a:lnTo>
                  <a:pt x="1797693" y="937104"/>
                </a:lnTo>
                <a:close/>
                <a:lnTo>
                  <a:pt x="1804694" y="930982"/>
                </a:lnTo>
                <a:close/>
                <a:lnTo>
                  <a:pt x="1811675" y="924849"/>
                </a:lnTo>
                <a:close/>
                <a:lnTo>
                  <a:pt x="1818636" y="918708"/>
                </a:lnTo>
                <a:close/>
                <a:lnTo>
                  <a:pt x="1825577" y="912557"/>
                </a:lnTo>
                <a:close/>
                <a:lnTo>
                  <a:pt x="1832496" y="906396"/>
                </a:lnTo>
                <a:close/>
                <a:lnTo>
                  <a:pt x="1839394" y="900228"/>
                </a:lnTo>
                <a:close/>
                <a:lnTo>
                  <a:pt x="1846269" y="894050"/>
                </a:lnTo>
                <a:close/>
                <a:lnTo>
                  <a:pt x="1853120" y="887865"/>
                </a:lnTo>
                <a:close/>
                <a:lnTo>
                  <a:pt x="1859948" y="881671"/>
                </a:lnTo>
                <a:close/>
                <a:lnTo>
                  <a:pt x="1866751" y="875470"/>
                </a:lnTo>
                <a:close/>
                <a:lnTo>
                  <a:pt x="1873529" y="869262"/>
                </a:lnTo>
                <a:close/>
                <a:lnTo>
                  <a:pt x="1880281" y="863046"/>
                </a:lnTo>
                <a:close/>
                <a:lnTo>
                  <a:pt x="1887007" y="856823"/>
                </a:lnTo>
                <a:close/>
                <a:lnTo>
                  <a:pt x="1893705" y="850593"/>
                </a:lnTo>
                <a:close/>
                <a:lnTo>
                  <a:pt x="1900376" y="844357"/>
                </a:lnTo>
                <a:close/>
                <a:lnTo>
                  <a:pt x="1907019" y="838114"/>
                </a:lnTo>
                <a:close/>
                <a:lnTo>
                  <a:pt x="1913632" y="831866"/>
                </a:lnTo>
                <a:close/>
                <a:lnTo>
                  <a:pt x="1920216" y="825611"/>
                </a:lnTo>
                <a:close/>
                <a:lnTo>
                  <a:pt x="1926770" y="819352"/>
                </a:lnTo>
                <a:close/>
                <a:lnTo>
                  <a:pt x="1933292" y="813087"/>
                </a:lnTo>
                <a:close/>
                <a:lnTo>
                  <a:pt x="1939783" y="806817"/>
                </a:lnTo>
                <a:close/>
                <a:lnTo>
                  <a:pt x="1946242" y="800542"/>
                </a:lnTo>
                <a:close/>
                <a:lnTo>
                  <a:pt x="1952668" y="794263"/>
                </a:lnTo>
                <a:close/>
                <a:lnTo>
                  <a:pt x="1959060" y="787979"/>
                </a:lnTo>
                <a:close/>
                <a:lnTo>
                  <a:pt x="1965418" y="781691"/>
                </a:lnTo>
                <a:close/>
                <a:lnTo>
                  <a:pt x="1971742" y="775400"/>
                </a:lnTo>
                <a:close/>
                <a:lnTo>
                  <a:pt x="1978029" y="769105"/>
                </a:lnTo>
                <a:close/>
                <a:lnTo>
                  <a:pt x="1984281" y="762807"/>
                </a:lnTo>
                <a:close/>
                <a:lnTo>
                  <a:pt x="1990496" y="756506"/>
                </a:lnTo>
                <a:close/>
                <a:lnTo>
                  <a:pt x="1996674" y="750202"/>
                </a:lnTo>
                <a:close/>
                <a:lnTo>
                  <a:pt x="2002813" y="743895"/>
                </a:lnTo>
                <a:close/>
                <a:lnTo>
                  <a:pt x="2008914" y="737586"/>
                </a:lnTo>
                <a:close/>
                <a:lnTo>
                  <a:pt x="2014976" y="731276"/>
                </a:lnTo>
                <a:close/>
                <a:lnTo>
                  <a:pt x="2020997" y="724963"/>
                </a:lnTo>
                <a:close/>
                <a:lnTo>
                  <a:pt x="2026978" y="718649"/>
                </a:lnTo>
                <a:close/>
                <a:lnTo>
                  <a:pt x="2032918" y="712333"/>
                </a:lnTo>
                <a:close/>
                <a:lnTo>
                  <a:pt x="2038816" y="706017"/>
                </a:lnTo>
                <a:close/>
                <a:lnTo>
                  <a:pt x="2044671" y="699700"/>
                </a:lnTo>
                <a:close/>
                <a:lnTo>
                  <a:pt x="2050483" y="693382"/>
                </a:lnTo>
                <a:close/>
                <a:lnTo>
                  <a:pt x="2056252" y="687064"/>
                </a:lnTo>
                <a:close/>
                <a:lnTo>
                  <a:pt x="2061975" y="680745"/>
                </a:lnTo>
                <a:close/>
                <a:lnTo>
                  <a:pt x="2067654" y="674427"/>
                </a:lnTo>
                <a:close/>
                <a:lnTo>
                  <a:pt x="2073287" y="668110"/>
                </a:lnTo>
                <a:close/>
                <a:lnTo>
                  <a:pt x="2078874" y="661793"/>
                </a:lnTo>
                <a:close/>
                <a:lnTo>
                  <a:pt x="2084413" y="655477"/>
                </a:lnTo>
                <a:close/>
                <a:lnTo>
                  <a:pt x="2089905" y="649163"/>
                </a:lnTo>
                <a:close/>
                <a:lnTo>
                  <a:pt x="2095349" y="642849"/>
                </a:lnTo>
                <a:close/>
                <a:lnTo>
                  <a:pt x="2100743" y="636538"/>
                </a:lnTo>
                <a:close/>
                <a:lnTo>
                  <a:pt x="2106088" y="630228"/>
                </a:lnTo>
                <a:close/>
                <a:lnTo>
                  <a:pt x="2111383" y="623921"/>
                </a:lnTo>
                <a:close/>
                <a:lnTo>
                  <a:pt x="2116626" y="617616"/>
                </a:lnTo>
                <a:close/>
                <a:lnTo>
                  <a:pt x="2121819" y="611313"/>
                </a:lnTo>
                <a:close/>
                <a:lnTo>
                  <a:pt x="2126959" y="605014"/>
                </a:lnTo>
                <a:close/>
                <a:lnTo>
                  <a:pt x="2132046" y="598718"/>
                </a:lnTo>
                <a:close/>
                <a:lnTo>
                  <a:pt x="2137079" y="592425"/>
                </a:lnTo>
                <a:close/>
                <a:lnTo>
                  <a:pt x="2142059" y="586136"/>
                </a:lnTo>
                <a:close/>
                <a:lnTo>
                  <a:pt x="2146984" y="579850"/>
                </a:lnTo>
                <a:close/>
                <a:lnTo>
                  <a:pt x="2151853" y="573569"/>
                </a:lnTo>
                <a:close/>
                <a:lnTo>
                  <a:pt x="2156666" y="567293"/>
                </a:lnTo>
                <a:close/>
                <a:lnTo>
                  <a:pt x="2161423" y="561021"/>
                </a:lnTo>
                <a:close/>
                <a:lnTo>
                  <a:pt x="2166122" y="554754"/>
                </a:lnTo>
                <a:close/>
                <a:lnTo>
                  <a:pt x="2170764" y="548492"/>
                </a:lnTo>
                <a:close/>
                <a:lnTo>
                  <a:pt x="2175346" y="542235"/>
                </a:lnTo>
                <a:close/>
                <a:lnTo>
                  <a:pt x="2179870" y="535985"/>
                </a:lnTo>
                <a:close/>
                <a:lnTo>
                  <a:pt x="2184333" y="529740"/>
                </a:lnTo>
                <a:close/>
                <a:lnTo>
                  <a:pt x="2188736" y="523501"/>
                </a:lnTo>
                <a:close/>
                <a:lnTo>
                  <a:pt x="2193078" y="517269"/>
                </a:lnTo>
                <a:close/>
                <a:lnTo>
                  <a:pt x="2197358" y="511043"/>
                </a:lnTo>
                <a:close/>
                <a:lnTo>
                  <a:pt x="2201575" y="504824"/>
                </a:lnTo>
                <a:close/>
                <a:lnTo>
                  <a:pt x="2205730" y="498612"/>
                </a:lnTo>
                <a:close/>
                <a:lnTo>
                  <a:pt x="2209820" y="492408"/>
                </a:lnTo>
                <a:close/>
                <a:lnTo>
                  <a:pt x="2213846" y="486211"/>
                </a:lnTo>
                <a:close/>
                <a:lnTo>
                  <a:pt x="2217807" y="480023"/>
                </a:lnTo>
                <a:close/>
                <a:lnTo>
                  <a:pt x="2221702" y="473842"/>
                </a:lnTo>
                <a:close/>
                <a:lnTo>
                  <a:pt x="2225531" y="467670"/>
                </a:lnTo>
                <a:close/>
                <a:lnTo>
                  <a:pt x="2229293" y="461506"/>
                </a:lnTo>
                <a:close/>
                <a:lnTo>
                  <a:pt x="2232988" y="455352"/>
                </a:lnTo>
                <a:close/>
                <a:lnTo>
                  <a:pt x="2236614" y="449206"/>
                </a:lnTo>
                <a:close/>
                <a:lnTo>
                  <a:pt x="2240171" y="443070"/>
                </a:lnTo>
                <a:close/>
                <a:lnTo>
                  <a:pt x="2243659" y="436944"/>
                </a:lnTo>
                <a:close/>
                <a:lnTo>
                  <a:pt x="2247076" y="430827"/>
                </a:lnTo>
                <a:close/>
                <a:lnTo>
                  <a:pt x="2250422" y="424720"/>
                </a:lnTo>
                <a:close/>
                <a:lnTo>
                  <a:pt x="2253697" y="418624"/>
                </a:lnTo>
                <a:close/>
                <a:lnTo>
                  <a:pt x="2256900" y="412539"/>
                </a:lnTo>
                <a:close/>
                <a:lnTo>
                  <a:pt x="2260030" y="406464"/>
                </a:lnTo>
                <a:close/>
                <a:lnTo>
                  <a:pt x="2263087" y="400400"/>
                </a:lnTo>
                <a:close/>
                <a:lnTo>
                  <a:pt x="2266070" y="394348"/>
                </a:lnTo>
                <a:close/>
                <a:lnTo>
                  <a:pt x="2268977" y="388308"/>
                </a:lnTo>
                <a:close/>
                <a:lnTo>
                  <a:pt x="2271810" y="382279"/>
                </a:lnTo>
                <a:close/>
                <a:lnTo>
                  <a:pt x="2274566" y="376262"/>
                </a:lnTo>
                <a:close/>
                <a:lnTo>
                  <a:pt x="2277246" y="370258"/>
                </a:lnTo>
                <a:close/>
                <a:lnTo>
                  <a:pt x="2279849" y="364267"/>
                </a:lnTo>
                <a:close/>
                <a:lnTo>
                  <a:pt x="2282374" y="358288"/>
                </a:lnTo>
                <a:close/>
                <a:lnTo>
                  <a:pt x="2284820" y="352322"/>
                </a:lnTo>
                <a:close/>
                <a:lnTo>
                  <a:pt x="2287186" y="346370"/>
                </a:lnTo>
                <a:close/>
                <a:lnTo>
                  <a:pt x="2289473" y="340431"/>
                </a:lnTo>
                <a:close/>
                <a:lnTo>
                  <a:pt x="2291680" y="334506"/>
                </a:lnTo>
                <a:close/>
                <a:lnTo>
                  <a:pt x="2293805" y="328596"/>
                </a:lnTo>
                <a:close/>
                <a:lnTo>
                  <a:pt x="2295849" y="322699"/>
                </a:lnTo>
                <a:close/>
                <a:lnTo>
                  <a:pt x="2297810" y="316817"/>
                </a:lnTo>
                <a:close/>
                <a:lnTo>
                  <a:pt x="2299688" y="310950"/>
                </a:lnTo>
                <a:close/>
                <a:lnTo>
                  <a:pt x="2301482" y="305099"/>
                </a:lnTo>
                <a:close/>
                <a:lnTo>
                  <a:pt x="2303192" y="299262"/>
                </a:lnTo>
                <a:close/>
                <a:lnTo>
                  <a:pt x="2304817" y="293441"/>
                </a:lnTo>
                <a:close/>
                <a:lnTo>
                  <a:pt x="2306356" y="287636"/>
                </a:lnTo>
                <a:close/>
                <a:lnTo>
                  <a:pt x="2307809" y="281847"/>
                </a:lnTo>
                <a:close/>
                <a:lnTo>
                  <a:pt x="2309175" y="276074"/>
                </a:lnTo>
                <a:close/>
                <a:lnTo>
                  <a:pt x="2310454" y="270318"/>
                </a:lnTo>
                <a:close/>
                <a:lnTo>
                  <a:pt x="2311644" y="264579"/>
                </a:lnTo>
                <a:close/>
                <a:lnTo>
                  <a:pt x="2312745" y="258856"/>
                </a:lnTo>
                <a:close/>
                <a:lnTo>
                  <a:pt x="2313757" y="253151"/>
                </a:lnTo>
                <a:close/>
                <a:lnTo>
                  <a:pt x="2314679" y="247464"/>
                </a:lnTo>
                <a:close/>
                <a:lnTo>
                  <a:pt x="2315510" y="241795"/>
                </a:lnTo>
                <a:close/>
                <a:lnTo>
                  <a:pt x="2316249" y="236143"/>
                </a:lnTo>
                <a:close/>
                <a:lnTo>
                  <a:pt x="2316897" y="230510"/>
                </a:lnTo>
                <a:close/>
                <a:lnTo>
                  <a:pt x="2317451" y="224895"/>
                </a:lnTo>
                <a:close/>
                <a:lnTo>
                  <a:pt x="2317912" y="219300"/>
                </a:lnTo>
                <a:close/>
                <a:lnTo>
                  <a:pt x="2318280" y="213723"/>
                </a:lnTo>
                <a:close/>
                <a:lnTo>
                  <a:pt x="2318552" y="208166"/>
                </a:lnTo>
                <a:close/>
                <a:lnTo>
                  <a:pt x="2318729" y="202628"/>
                </a:lnTo>
                <a:close/>
                <a:lnTo>
                  <a:pt x="2318811" y="197110"/>
                </a:lnTo>
                <a:close/>
                <a:lnTo>
                  <a:pt x="2318795" y="191612"/>
                </a:lnTo>
                <a:close/>
                <a:lnTo>
                  <a:pt x="2318683" y="186134"/>
                </a:lnTo>
                <a:close/>
                <a:lnTo>
                  <a:pt x="2318472" y="180677"/>
                </a:lnTo>
                <a:close/>
                <a:lnTo>
                  <a:pt x="2318163" y="175241"/>
                </a:lnTo>
                <a:close/>
                <a:lnTo>
                  <a:pt x="2317755" y="169825"/>
                </a:lnTo>
                <a:close/>
                <a:lnTo>
                  <a:pt x="2317247" y="164431"/>
                </a:lnTo>
                <a:close/>
                <a:lnTo>
                  <a:pt x="2316639" y="159059"/>
                </a:lnTo>
                <a:close/>
                <a:lnTo>
                  <a:pt x="2315930" y="153708"/>
                </a:lnTo>
                <a:close/>
                <a:lnTo>
                  <a:pt x="2315118" y="148380"/>
                </a:lnTo>
                <a:close/>
                <a:lnTo>
                  <a:pt x="2314205" y="143073"/>
                </a:lnTo>
                <a:close/>
                <a:lnTo>
                  <a:pt x="2313188" y="137789"/>
                </a:lnTo>
                <a:close/>
                <a:lnTo>
                  <a:pt x="2312068" y="132528"/>
                </a:lnTo>
                <a:close/>
                <a:lnTo>
                  <a:pt x="2310843" y="127290"/>
                </a:lnTo>
                <a:close/>
                <a:lnTo>
                  <a:pt x="2309514" y="122076"/>
                </a:lnTo>
                <a:close/>
                <a:lnTo>
                  <a:pt x="2308078" y="116885"/>
                </a:lnTo>
                <a:close/>
                <a:lnTo>
                  <a:pt x="2306537" y="111717"/>
                </a:lnTo>
                <a:close/>
                <a:lnTo>
                  <a:pt x="2304889" y="106574"/>
                </a:lnTo>
                <a:close/>
                <a:lnTo>
                  <a:pt x="2303133" y="101455"/>
                </a:lnTo>
                <a:close/>
                <a:lnTo>
                  <a:pt x="2301269" y="96360"/>
                </a:lnTo>
                <a:close/>
                <a:lnTo>
                  <a:pt x="2299296" y="91290"/>
                </a:lnTo>
                <a:close/>
                <a:lnTo>
                  <a:pt x="2297214" y="86246"/>
                </a:lnTo>
                <a:close/>
                <a:lnTo>
                  <a:pt x="2295021" y="81226"/>
                </a:lnTo>
                <a:close/>
                <a:lnTo>
                  <a:pt x="2292718" y="76232"/>
                </a:lnTo>
                <a:close/>
                <a:lnTo>
                  <a:pt x="2290303" y="71264"/>
                </a:lnTo>
                <a:close/>
                <a:lnTo>
                  <a:pt x="2287777" y="66321"/>
                </a:lnTo>
                <a:close/>
                <a:lnTo>
                  <a:pt x="2285138" y="61405"/>
                </a:lnTo>
                <a:close/>
                <a:lnTo>
                  <a:pt x="2282385" y="56516"/>
                </a:lnTo>
                <a:close/>
                <a:lnTo>
                  <a:pt x="2279518" y="51653"/>
                </a:lnTo>
                <a:close/>
                <a:lnTo>
                  <a:pt x="2276537" y="46818"/>
                </a:lnTo>
                <a:close/>
                <a:lnTo>
                  <a:pt x="2273441" y="42009"/>
                </a:lnTo>
                <a:close/>
                <a:lnTo>
                  <a:pt x="2270228" y="37228"/>
                </a:lnTo>
                <a:close/>
                <a:lnTo>
                  <a:pt x="2266899" y="32475"/>
                </a:lnTo>
                <a:close/>
                <a:lnTo>
                  <a:pt x="2263453" y="27750"/>
                </a:lnTo>
                <a:close/>
                <a:lnTo>
                  <a:pt x="2259889" y="23053"/>
                </a:lnTo>
                <a:close/>
                <a:lnTo>
                  <a:pt x="2256207" y="18384"/>
                </a:lnTo>
                <a:close/>
                <a:lnTo>
                  <a:pt x="2252406" y="13744"/>
                </a:lnTo>
                <a:close/>
                <a:lnTo>
                  <a:pt x="2248484" y="9134"/>
                </a:lnTo>
                <a:close/>
                <a:lnTo>
                  <a:pt x="2244443" y="4552"/>
                </a:lnTo>
                <a:close/>
                <a:lnTo>
                  <a:pt x="224028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943600.0" y="742950.0"/>
            <a:ext cx="0.0" cy="18288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742950.0"/>
            <a:ext cx="13716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854700" y="6540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486400.0" y="2571750.0"/>
            <a:ext cx="41148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5989320.0" y="2571750.0"/>
            <a:ext cx="32004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440680.0" y="1017270.0"/>
            <a:ext cx="182880.0" cy="2286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989320.0" y="331470.0"/>
            <a:ext cx="91440.0" cy="228599.99999999977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03800" y="-1231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9400" y="4254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9600" y="2482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12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