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192024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971550.0"/>
            <a:ext cx="0.0" cy="18288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526030.0"/>
            <a:ext cx="22860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800600.0" y="2434590.0"/>
            <a:ext cx="22860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029200.0" y="229743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257800.0" y="2114550.0"/>
            <a:ext cx="228600.0" cy="1828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486400.0" y="1977390.0"/>
            <a:ext cx="9144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577840.0" y="188595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623560.0" y="179451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669280.0" y="1748790.0"/>
            <a:ext cx="2286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692140.0" y="1611630.0"/>
            <a:ext cx="4572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737860.0" y="152019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783580.0" y="1428750.0"/>
            <a:ext cx="4572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.0" y="16573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17720.0" y="170307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3440.0" y="174879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09160.0" y="179451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754880.0" y="184023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00600.0" y="18859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846320.0" y="193167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92040.0" y="197739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937760.0" y="202311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29200.0" y="161163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074920.0" y="156591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120640.0" y="152019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166360.0" y="147447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212080.0" y="14287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257800.0" y="138303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303520.0" y="133731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349240.0" y="129159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394960.0" y="124587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440680.0" y="1200150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676900" y="16192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10172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16573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6440" y="15659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45" name="TextBox 44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47" name="TextBox 46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49" name="TextBox 48"/>
          <p:cNvSpPr txBox="1"/>
          <p:nvPr/>
        </p:nvSpPr>
        <p:spPr>
          <a:xfrm>
            <a:off x="50292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21145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16573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60" y="12915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54" name="TextBox 53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  <p:sp>
        <p:nvSpPr>
          <p:cNvPr id="57" name="TextBox 56"/>
          <p:cNvSpPr txBox="1"/>
          <p:nvPr/>
        </p:nvSpPr>
        <p:spPr>
          <a:xfrm>
            <a:off x="4572000" y="2571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