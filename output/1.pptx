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251960.0" y="280035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297680.0" y="273177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343400.0" y="266319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389120.0" y="259461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434840.0" y="252603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480560.0" y="243459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526280.0" y="234315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572000.0" y="229743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617720.0" y="225171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63440.0" y="220599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09160.0" y="216027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754880.0" y="211455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800600.0" y="209169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846320.0" y="206883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892040.0" y="204597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937760.0" y="202311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983480.0" y="200025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029200.0" y="197739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074920.0" y="195453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120640.0" y="193167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166360.0" y="190881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212080.0" y="188595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257800.0" y="186309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303520.0" y="184023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349240.0" y="181737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394960.0" y="179451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440680.0" y="177165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486400.0" y="174879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532120.0" y="172593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577840.0" y="170307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623560.0" y="1689354.0"/>
            <a:ext cx="45720.0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669280.0" y="1675638.0"/>
            <a:ext cx="45720.0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15000.0" y="1661922.0"/>
            <a:ext cx="45720.0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760720.0" y="1648206.0"/>
            <a:ext cx="45720.0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806440.0" y="1634490.0"/>
            <a:ext cx="45720.0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852160.0" y="1625346.0"/>
            <a:ext cx="45720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897880.0" y="1616202.0"/>
            <a:ext cx="45720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943600.0" y="1611630.0"/>
            <a:ext cx="45720.0" cy="457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989320.0" y="1611630.0"/>
            <a:ext cx="45720.0" cy="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035040.0" y="156591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080760.0" y="152019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126480.0" y="147447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172200.0" y="142875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217920.0" y="136017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263640.0" y="129159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309360.0" y="120015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355080.0" y="110871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400800.0" y="101727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446520.0" y="92583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492240.0" y="83439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6537960.0" y="74295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583680.0" y="65151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996940" y="157353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9715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