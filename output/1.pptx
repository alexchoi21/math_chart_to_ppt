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3200400.0" y="298323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3429000.0" y="284607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3657600.0" y="270891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3886200.0" y="257175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114800.0" y="2480310.0"/>
            <a:ext cx="22860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343400.0" y="2388870.0"/>
            <a:ext cx="22860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572000.0" y="2297430.0"/>
            <a:ext cx="22860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00600.0" y="216027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029200.0" y="202311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257800.0" y="188595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486400.0" y="1703070.0"/>
            <a:ext cx="228600.0" cy="18288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715000.0" y="156591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43600.0" y="1428750.0"/>
            <a:ext cx="22860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172200.0" y="1291590.0"/>
            <a:ext cx="137160.0" cy="1371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6309360.0" y="120015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400800.0" y="1108710.0"/>
            <a:ext cx="9144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.0" y="1017270.0"/>
            <a:ext cx="13716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629400.0" y="925830.0"/>
            <a:ext cx="137160.0" cy="9144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766560.0" y="880110.0"/>
            <a:ext cx="91440.0" cy="4572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6134100" y="13906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5000" y="12001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7546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14287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