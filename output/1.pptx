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429000.0" y="2571750.0"/>
            <a:ext cx="29718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57150.0"/>
            <a:ext cx="0.0" cy="48006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105656" y="523494"/>
            <a:ext cx="1668780" cy="4206240"/>
          </a:xfrm>
          <a:custGeom>
            <a:avLst/>
            <a:gdLst/>
            <a:ahLst/>
            <a:cxnLst/>
            <a:rect l="l" t="t" r="r" b="b"/>
            <a:pathLst>
              <a:path w="1668780" h="4206240">
                <a:moveTo>
                  <a:pt x="0" y="4206240"/>
                </a:moveTo>
                <a:lnTo>
                  <a:pt x="2198" y="4195882"/>
                </a:lnTo>
                <a:close/>
                <a:lnTo>
                  <a:pt x="4396" y="4184967"/>
                </a:lnTo>
                <a:close/>
                <a:lnTo>
                  <a:pt x="6595" y="4173533"/>
                </a:lnTo>
                <a:close/>
                <a:lnTo>
                  <a:pt x="8793" y="4161622"/>
                </a:lnTo>
                <a:close/>
                <a:lnTo>
                  <a:pt x="10991" y="4149273"/>
                </a:lnTo>
                <a:close/>
                <a:lnTo>
                  <a:pt x="13189" y="4136527"/>
                </a:lnTo>
                <a:close/>
                <a:lnTo>
                  <a:pt x="15388" y="4123424"/>
                </a:lnTo>
                <a:close/>
                <a:lnTo>
                  <a:pt x="17586" y="4110003"/>
                </a:lnTo>
                <a:close/>
                <a:lnTo>
                  <a:pt x="19784" y="4096306"/>
                </a:lnTo>
                <a:close/>
                <a:lnTo>
                  <a:pt x="21982" y="4082371"/>
                </a:lnTo>
                <a:close/>
                <a:lnTo>
                  <a:pt x="24180" y="4068240"/>
                </a:lnTo>
                <a:close/>
                <a:lnTo>
                  <a:pt x="26379" y="4053952"/>
                </a:lnTo>
                <a:close/>
                <a:lnTo>
                  <a:pt x="28577" y="4039547"/>
                </a:lnTo>
                <a:close/>
                <a:lnTo>
                  <a:pt x="30775" y="4025067"/>
                </a:lnTo>
                <a:close/>
                <a:lnTo>
                  <a:pt x="32973" y="4010549"/>
                </a:lnTo>
                <a:close/>
                <a:lnTo>
                  <a:pt x="35172" y="3996036"/>
                </a:lnTo>
                <a:close/>
                <a:lnTo>
                  <a:pt x="37370" y="3981566"/>
                </a:lnTo>
                <a:close/>
                <a:lnTo>
                  <a:pt x="39568" y="3967160"/>
                </a:lnTo>
                <a:close/>
                <a:lnTo>
                  <a:pt x="41766" y="3952810"/>
                </a:lnTo>
                <a:close/>
                <a:lnTo>
                  <a:pt x="43964" y="3938506"/>
                </a:lnTo>
                <a:close/>
                <a:lnTo>
                  <a:pt x="46163" y="3924237"/>
                </a:lnTo>
                <a:close/>
                <a:lnTo>
                  <a:pt x="48361" y="3909994"/>
                </a:lnTo>
                <a:close/>
                <a:lnTo>
                  <a:pt x="50559" y="3895767"/>
                </a:lnTo>
                <a:close/>
                <a:lnTo>
                  <a:pt x="52757" y="3881545"/>
                </a:lnTo>
                <a:close/>
                <a:lnTo>
                  <a:pt x="54956" y="3867319"/>
                </a:lnTo>
                <a:close/>
                <a:lnTo>
                  <a:pt x="57154" y="3853080"/>
                </a:lnTo>
                <a:close/>
                <a:lnTo>
                  <a:pt x="59352" y="3838827"/>
                </a:lnTo>
                <a:close/>
                <a:lnTo>
                  <a:pt x="61550" y="3824560"/>
                </a:lnTo>
                <a:close/>
                <a:lnTo>
                  <a:pt x="63748" y="3810279"/>
                </a:lnTo>
                <a:close/>
                <a:lnTo>
                  <a:pt x="65947" y="3795985"/>
                </a:lnTo>
                <a:close/>
                <a:lnTo>
                  <a:pt x="68145" y="3781678"/>
                </a:lnTo>
                <a:close/>
                <a:lnTo>
                  <a:pt x="70343" y="3767357"/>
                </a:lnTo>
                <a:close/>
                <a:lnTo>
                  <a:pt x="72541" y="3753024"/>
                </a:lnTo>
                <a:close/>
                <a:lnTo>
                  <a:pt x="74740" y="3738678"/>
                </a:lnTo>
                <a:close/>
                <a:lnTo>
                  <a:pt x="76938" y="3724326"/>
                </a:lnTo>
                <a:close/>
                <a:lnTo>
                  <a:pt x="79136" y="3709978"/>
                </a:lnTo>
                <a:close/>
                <a:lnTo>
                  <a:pt x="81334" y="3695642"/>
                </a:lnTo>
                <a:close/>
                <a:lnTo>
                  <a:pt x="83533" y="3681329"/>
                </a:lnTo>
                <a:close/>
                <a:lnTo>
                  <a:pt x="85731" y="3667047"/>
                </a:lnTo>
                <a:close/>
                <a:lnTo>
                  <a:pt x="87929" y="3652806"/>
                </a:lnTo>
                <a:close/>
                <a:lnTo>
                  <a:pt x="90127" y="3638615"/>
                </a:lnTo>
                <a:close/>
                <a:lnTo>
                  <a:pt x="92325" y="3624484"/>
                </a:lnTo>
                <a:close/>
                <a:lnTo>
                  <a:pt x="94524" y="3610400"/>
                </a:lnTo>
                <a:close/>
                <a:lnTo>
                  <a:pt x="96722" y="3596330"/>
                </a:lnTo>
                <a:close/>
                <a:lnTo>
                  <a:pt x="98920" y="3582233"/>
                </a:lnTo>
                <a:close/>
                <a:lnTo>
                  <a:pt x="101118" y="3568074"/>
                </a:lnTo>
                <a:close/>
                <a:lnTo>
                  <a:pt x="103317" y="3553815"/>
                </a:lnTo>
                <a:close/>
                <a:lnTo>
                  <a:pt x="105515" y="3539417"/>
                </a:lnTo>
                <a:close/>
                <a:lnTo>
                  <a:pt x="107713" y="3524842"/>
                </a:lnTo>
                <a:close/>
                <a:lnTo>
                  <a:pt x="109911" y="3510055"/>
                </a:lnTo>
                <a:close/>
                <a:lnTo>
                  <a:pt x="112109" y="3495043"/>
                </a:lnTo>
                <a:close/>
                <a:lnTo>
                  <a:pt x="114308" y="3479885"/>
                </a:lnTo>
                <a:close/>
                <a:lnTo>
                  <a:pt x="116506" y="3464674"/>
                </a:lnTo>
                <a:close/>
                <a:lnTo>
                  <a:pt x="118704" y="3449503"/>
                </a:lnTo>
                <a:close/>
                <a:lnTo>
                  <a:pt x="120902" y="3434467"/>
                </a:lnTo>
                <a:close/>
                <a:lnTo>
                  <a:pt x="123101" y="3419660"/>
                </a:lnTo>
                <a:close/>
                <a:lnTo>
                  <a:pt x="125299" y="3405174"/>
                </a:lnTo>
                <a:close/>
                <a:lnTo>
                  <a:pt x="127497" y="3391103"/>
                </a:lnTo>
                <a:close/>
                <a:lnTo>
                  <a:pt x="129695" y="3377528"/>
                </a:lnTo>
                <a:close/>
                <a:lnTo>
                  <a:pt x="131893" y="3364408"/>
                </a:lnTo>
                <a:close/>
                <a:lnTo>
                  <a:pt x="134092" y="3351645"/>
                </a:lnTo>
                <a:close/>
                <a:lnTo>
                  <a:pt x="136290" y="3339140"/>
                </a:lnTo>
                <a:close/>
                <a:lnTo>
                  <a:pt x="138488" y="3326793"/>
                </a:lnTo>
                <a:close/>
                <a:lnTo>
                  <a:pt x="140686" y="3314507"/>
                </a:lnTo>
                <a:close/>
                <a:lnTo>
                  <a:pt x="142885" y="3302181"/>
                </a:lnTo>
                <a:close/>
                <a:lnTo>
                  <a:pt x="145083" y="3289717"/>
                </a:lnTo>
                <a:close/>
                <a:lnTo>
                  <a:pt x="147281" y="3277018"/>
                </a:lnTo>
                <a:close/>
                <a:lnTo>
                  <a:pt x="149479" y="3264060"/>
                </a:lnTo>
                <a:close/>
                <a:lnTo>
                  <a:pt x="151677" y="3250902"/>
                </a:lnTo>
                <a:close/>
                <a:lnTo>
                  <a:pt x="153876" y="3237609"/>
                </a:lnTo>
                <a:close/>
                <a:lnTo>
                  <a:pt x="156074" y="3224245"/>
                </a:lnTo>
                <a:close/>
                <a:lnTo>
                  <a:pt x="158272" y="3210873"/>
                </a:lnTo>
                <a:close/>
                <a:lnTo>
                  <a:pt x="160470" y="3197558"/>
                </a:lnTo>
                <a:close/>
                <a:lnTo>
                  <a:pt x="162669" y="3184363"/>
                </a:lnTo>
                <a:close/>
                <a:lnTo>
                  <a:pt x="164867" y="3171354"/>
                </a:lnTo>
                <a:close/>
                <a:lnTo>
                  <a:pt x="167065" y="3158575"/>
                </a:lnTo>
                <a:close/>
                <a:lnTo>
                  <a:pt x="169263" y="3146021"/>
                </a:lnTo>
                <a:close/>
                <a:lnTo>
                  <a:pt x="171461" y="3133677"/>
                </a:lnTo>
                <a:close/>
                <a:lnTo>
                  <a:pt x="173660" y="3121529"/>
                </a:lnTo>
                <a:close/>
                <a:lnTo>
                  <a:pt x="175858" y="3109563"/>
                </a:lnTo>
                <a:close/>
                <a:lnTo>
                  <a:pt x="178056" y="3097763"/>
                </a:lnTo>
                <a:close/>
                <a:lnTo>
                  <a:pt x="180254" y="3086116"/>
                </a:lnTo>
                <a:close/>
                <a:lnTo>
                  <a:pt x="182453" y="3074607"/>
                </a:lnTo>
                <a:close/>
                <a:lnTo>
                  <a:pt x="184651" y="3063222"/>
                </a:lnTo>
                <a:close/>
                <a:lnTo>
                  <a:pt x="186849" y="3051953"/>
                </a:lnTo>
                <a:close/>
                <a:lnTo>
                  <a:pt x="189047" y="3040794"/>
                </a:lnTo>
                <a:close/>
                <a:lnTo>
                  <a:pt x="191245" y="3029737"/>
                </a:lnTo>
                <a:close/>
                <a:lnTo>
                  <a:pt x="193444" y="3018778"/>
                </a:lnTo>
                <a:close/>
                <a:lnTo>
                  <a:pt x="195642" y="3007909"/>
                </a:lnTo>
                <a:close/>
                <a:lnTo>
                  <a:pt x="197840" y="2997124"/>
                </a:lnTo>
                <a:close/>
                <a:lnTo>
                  <a:pt x="200038" y="2986418"/>
                </a:lnTo>
                <a:close/>
                <a:lnTo>
                  <a:pt x="202237" y="2975783"/>
                </a:lnTo>
                <a:close/>
                <a:lnTo>
                  <a:pt x="204435" y="2965212"/>
                </a:lnTo>
                <a:close/>
                <a:lnTo>
                  <a:pt x="206633" y="2954699"/>
                </a:lnTo>
                <a:close/>
                <a:lnTo>
                  <a:pt x="208831" y="2944233"/>
                </a:lnTo>
                <a:close/>
                <a:lnTo>
                  <a:pt x="211029" y="2933809"/>
                </a:lnTo>
                <a:close/>
                <a:lnTo>
                  <a:pt x="213228" y="2923416"/>
                </a:lnTo>
                <a:close/>
                <a:lnTo>
                  <a:pt x="215426" y="2913048"/>
                </a:lnTo>
                <a:close/>
                <a:lnTo>
                  <a:pt x="217624" y="2902696"/>
                </a:lnTo>
                <a:close/>
                <a:lnTo>
                  <a:pt x="219822" y="2892352"/>
                </a:lnTo>
                <a:close/>
                <a:lnTo>
                  <a:pt x="222021" y="2882021"/>
                </a:lnTo>
                <a:close/>
                <a:lnTo>
                  <a:pt x="224219" y="2871736"/>
                </a:lnTo>
                <a:close/>
                <a:lnTo>
                  <a:pt x="226417" y="2861536"/>
                </a:lnTo>
                <a:close/>
                <a:lnTo>
                  <a:pt x="228615" y="2851460"/>
                </a:lnTo>
                <a:close/>
                <a:lnTo>
                  <a:pt x="230813" y="2841545"/>
                </a:lnTo>
                <a:close/>
                <a:lnTo>
                  <a:pt x="233012" y="2831831"/>
                </a:lnTo>
                <a:close/>
                <a:lnTo>
                  <a:pt x="235210" y="2822356"/>
                </a:lnTo>
                <a:close/>
                <a:lnTo>
                  <a:pt x="237408" y="2813158"/>
                </a:lnTo>
                <a:close/>
                <a:lnTo>
                  <a:pt x="239606" y="2804268"/>
                </a:lnTo>
                <a:close/>
                <a:lnTo>
                  <a:pt x="241805" y="2795656"/>
                </a:lnTo>
                <a:close/>
                <a:lnTo>
                  <a:pt x="244003" y="2787272"/>
                </a:lnTo>
                <a:close/>
                <a:lnTo>
                  <a:pt x="246201" y="2779066"/>
                </a:lnTo>
                <a:close/>
                <a:lnTo>
                  <a:pt x="248399" y="2770987"/>
                </a:lnTo>
                <a:close/>
                <a:lnTo>
                  <a:pt x="250598" y="2762984"/>
                </a:lnTo>
                <a:close/>
                <a:lnTo>
                  <a:pt x="252796" y="2755006"/>
                </a:lnTo>
                <a:close/>
                <a:lnTo>
                  <a:pt x="254994" y="2747003"/>
                </a:lnTo>
                <a:close/>
                <a:lnTo>
                  <a:pt x="257192" y="2738925"/>
                </a:lnTo>
                <a:close/>
                <a:lnTo>
                  <a:pt x="259390" y="2730760"/>
                </a:lnTo>
                <a:close/>
                <a:lnTo>
                  <a:pt x="261589" y="2722528"/>
                </a:lnTo>
                <a:close/>
                <a:lnTo>
                  <a:pt x="263787" y="2714250"/>
                </a:lnTo>
                <a:close/>
                <a:lnTo>
                  <a:pt x="265985" y="2705947"/>
                </a:lnTo>
                <a:close/>
                <a:lnTo>
                  <a:pt x="268183" y="2697642"/>
                </a:lnTo>
                <a:close/>
                <a:lnTo>
                  <a:pt x="270382" y="2689354"/>
                </a:lnTo>
                <a:close/>
                <a:lnTo>
                  <a:pt x="272580" y="2681107"/>
                </a:lnTo>
                <a:close/>
                <a:lnTo>
                  <a:pt x="274778" y="2672921"/>
                </a:lnTo>
                <a:close/>
                <a:lnTo>
                  <a:pt x="276976" y="2664800"/>
                </a:lnTo>
                <a:close/>
                <a:lnTo>
                  <a:pt x="279174" y="2656716"/>
                </a:lnTo>
                <a:close/>
                <a:lnTo>
                  <a:pt x="281373" y="2648633"/>
                </a:lnTo>
                <a:close/>
                <a:lnTo>
                  <a:pt x="283571" y="2640515"/>
                </a:lnTo>
                <a:close/>
                <a:lnTo>
                  <a:pt x="285769" y="2632329"/>
                </a:lnTo>
                <a:close/>
                <a:lnTo>
                  <a:pt x="287967" y="2624039"/>
                </a:lnTo>
                <a:close/>
                <a:lnTo>
                  <a:pt x="290166" y="2615610"/>
                </a:lnTo>
                <a:close/>
                <a:lnTo>
                  <a:pt x="292364" y="2607008"/>
                </a:lnTo>
                <a:close/>
                <a:lnTo>
                  <a:pt x="294562" y="2598209"/>
                </a:lnTo>
                <a:close/>
                <a:lnTo>
                  <a:pt x="296760" y="2589261"/>
                </a:lnTo>
                <a:close/>
                <a:lnTo>
                  <a:pt x="298958" y="2580234"/>
                </a:lnTo>
                <a:close/>
                <a:lnTo>
                  <a:pt x="301157" y="2571198"/>
                </a:lnTo>
                <a:close/>
                <a:lnTo>
                  <a:pt x="303355" y="2562225"/>
                </a:lnTo>
                <a:close/>
                <a:lnTo>
                  <a:pt x="305553" y="2553385"/>
                </a:lnTo>
                <a:close/>
                <a:lnTo>
                  <a:pt x="307751" y="2544748"/>
                </a:lnTo>
                <a:close/>
                <a:lnTo>
                  <a:pt x="309950" y="2536386"/>
                </a:lnTo>
                <a:close/>
                <a:lnTo>
                  <a:pt x="312148" y="2528365"/>
                </a:lnTo>
                <a:close/>
                <a:lnTo>
                  <a:pt x="314346" y="2520686"/>
                </a:lnTo>
                <a:close/>
                <a:lnTo>
                  <a:pt x="316544" y="2513292"/>
                </a:lnTo>
                <a:close/>
                <a:lnTo>
                  <a:pt x="318742" y="2506126"/>
                </a:lnTo>
                <a:close/>
                <a:lnTo>
                  <a:pt x="320941" y="2499132"/>
                </a:lnTo>
                <a:close/>
                <a:lnTo>
                  <a:pt x="323139" y="2492252"/>
                </a:lnTo>
                <a:close/>
                <a:lnTo>
                  <a:pt x="325337" y="2485429"/>
                </a:lnTo>
                <a:close/>
                <a:lnTo>
                  <a:pt x="327535" y="2478605"/>
                </a:lnTo>
                <a:close/>
                <a:lnTo>
                  <a:pt x="329734" y="2471723"/>
                </a:lnTo>
                <a:close/>
                <a:lnTo>
                  <a:pt x="331932" y="2464750"/>
                </a:lnTo>
                <a:close/>
                <a:lnTo>
                  <a:pt x="334130" y="2457696"/>
                </a:lnTo>
                <a:close/>
                <a:lnTo>
                  <a:pt x="336328" y="2450575"/>
                </a:lnTo>
                <a:close/>
                <a:lnTo>
                  <a:pt x="338526" y="2443404"/>
                </a:lnTo>
                <a:close/>
                <a:lnTo>
                  <a:pt x="340725" y="2436197"/>
                </a:lnTo>
                <a:close/>
                <a:lnTo>
                  <a:pt x="342923" y="2428970"/>
                </a:lnTo>
                <a:close/>
                <a:lnTo>
                  <a:pt x="345121" y="2421738"/>
                </a:lnTo>
                <a:close/>
                <a:lnTo>
                  <a:pt x="347319" y="2414517"/>
                </a:lnTo>
                <a:close/>
                <a:lnTo>
                  <a:pt x="349518" y="2407319"/>
                </a:lnTo>
                <a:close/>
                <a:lnTo>
                  <a:pt x="351716" y="2400144"/>
                </a:lnTo>
                <a:close/>
                <a:lnTo>
                  <a:pt x="353914" y="2392988"/>
                </a:lnTo>
                <a:close/>
                <a:lnTo>
                  <a:pt x="356112" y="2385847"/>
                </a:lnTo>
                <a:close/>
                <a:lnTo>
                  <a:pt x="358310" y="2378717"/>
                </a:lnTo>
                <a:close/>
                <a:lnTo>
                  <a:pt x="360509" y="2371594"/>
                </a:lnTo>
                <a:close/>
                <a:lnTo>
                  <a:pt x="362707" y="2364473"/>
                </a:lnTo>
                <a:close/>
                <a:lnTo>
                  <a:pt x="364905" y="2357351"/>
                </a:lnTo>
                <a:close/>
                <a:lnTo>
                  <a:pt x="367103" y="2350224"/>
                </a:lnTo>
                <a:close/>
                <a:lnTo>
                  <a:pt x="369302" y="2343090"/>
                </a:lnTo>
                <a:close/>
                <a:lnTo>
                  <a:pt x="371500" y="2335950"/>
                </a:lnTo>
                <a:close/>
                <a:lnTo>
                  <a:pt x="373698" y="2328807"/>
                </a:lnTo>
                <a:close/>
                <a:lnTo>
                  <a:pt x="375896" y="2321659"/>
                </a:lnTo>
                <a:close/>
                <a:lnTo>
                  <a:pt x="378094" y="2314510"/>
                </a:lnTo>
                <a:close/>
                <a:lnTo>
                  <a:pt x="380293" y="2307359"/>
                </a:lnTo>
                <a:close/>
                <a:lnTo>
                  <a:pt x="382491" y="2300209"/>
                </a:lnTo>
                <a:close/>
                <a:lnTo>
                  <a:pt x="384689" y="2293059"/>
                </a:lnTo>
                <a:close/>
                <a:lnTo>
                  <a:pt x="386887" y="2285910"/>
                </a:lnTo>
                <a:close/>
                <a:lnTo>
                  <a:pt x="389086" y="2278763"/>
                </a:lnTo>
                <a:close/>
                <a:lnTo>
                  <a:pt x="391284" y="2271618"/>
                </a:lnTo>
                <a:close/>
                <a:lnTo>
                  <a:pt x="393482" y="2264473"/>
                </a:lnTo>
                <a:close/>
                <a:lnTo>
                  <a:pt x="395680" y="2257330"/>
                </a:lnTo>
                <a:close/>
                <a:lnTo>
                  <a:pt x="397878" y="2250188"/>
                </a:lnTo>
                <a:close/>
                <a:lnTo>
                  <a:pt x="400077" y="2243047"/>
                </a:lnTo>
                <a:close/>
                <a:lnTo>
                  <a:pt x="402275" y="2235906"/>
                </a:lnTo>
                <a:close/>
                <a:lnTo>
                  <a:pt x="404473" y="2228766"/>
                </a:lnTo>
                <a:close/>
                <a:lnTo>
                  <a:pt x="406671" y="2221627"/>
                </a:lnTo>
                <a:close/>
                <a:lnTo>
                  <a:pt x="408870" y="2214486"/>
                </a:lnTo>
                <a:close/>
                <a:lnTo>
                  <a:pt x="411068" y="2207345"/>
                </a:lnTo>
                <a:close/>
                <a:lnTo>
                  <a:pt x="413266" y="2200202"/>
                </a:lnTo>
                <a:close/>
                <a:lnTo>
                  <a:pt x="415464" y="2193057"/>
                </a:lnTo>
                <a:close/>
                <a:lnTo>
                  <a:pt x="417663" y="2185908"/>
                </a:lnTo>
                <a:close/>
                <a:lnTo>
                  <a:pt x="419861" y="2178756"/>
                </a:lnTo>
                <a:close/>
                <a:lnTo>
                  <a:pt x="422059" y="2171600"/>
                </a:lnTo>
                <a:close/>
                <a:lnTo>
                  <a:pt x="424257" y="2164442"/>
                </a:lnTo>
                <a:close/>
                <a:lnTo>
                  <a:pt x="426455" y="2157283"/>
                </a:lnTo>
                <a:close/>
                <a:lnTo>
                  <a:pt x="428654" y="2150126"/>
                </a:lnTo>
                <a:close/>
                <a:lnTo>
                  <a:pt x="430852" y="2142975"/>
                </a:lnTo>
                <a:close/>
                <a:lnTo>
                  <a:pt x="433050" y="2135831"/>
                </a:lnTo>
                <a:close/>
                <a:lnTo>
                  <a:pt x="435248" y="2128697"/>
                </a:lnTo>
                <a:close/>
                <a:lnTo>
                  <a:pt x="437447" y="2121575"/>
                </a:lnTo>
                <a:close/>
                <a:lnTo>
                  <a:pt x="439645" y="2114469"/>
                </a:lnTo>
                <a:close/>
                <a:lnTo>
                  <a:pt x="441843" y="2107376"/>
                </a:lnTo>
                <a:close/>
                <a:lnTo>
                  <a:pt x="444041" y="2100286"/>
                </a:lnTo>
                <a:close/>
                <a:lnTo>
                  <a:pt x="446239" y="2093191"/>
                </a:lnTo>
                <a:close/>
                <a:lnTo>
                  <a:pt x="448438" y="2086081"/>
                </a:lnTo>
                <a:close/>
                <a:lnTo>
                  <a:pt x="450636" y="2078947"/>
                </a:lnTo>
                <a:close/>
                <a:lnTo>
                  <a:pt x="452834" y="2071778"/>
                </a:lnTo>
                <a:close/>
                <a:lnTo>
                  <a:pt x="455032" y="2064565"/>
                </a:lnTo>
                <a:close/>
                <a:lnTo>
                  <a:pt x="457231" y="2057299"/>
                </a:lnTo>
                <a:close/>
                <a:lnTo>
                  <a:pt x="459429" y="2049977"/>
                </a:lnTo>
                <a:close/>
                <a:lnTo>
                  <a:pt x="461627" y="2042629"/>
                </a:lnTo>
                <a:close/>
                <a:lnTo>
                  <a:pt x="463825" y="2035291"/>
                </a:lnTo>
                <a:close/>
                <a:lnTo>
                  <a:pt x="466023" y="2027997"/>
                </a:lnTo>
                <a:close/>
                <a:lnTo>
                  <a:pt x="468221" y="2020783"/>
                </a:lnTo>
                <a:close/>
                <a:lnTo>
                  <a:pt x="470420" y="2013687"/>
                </a:lnTo>
                <a:close/>
                <a:lnTo>
                  <a:pt x="472618" y="2006742"/>
                </a:lnTo>
                <a:close/>
                <a:lnTo>
                  <a:pt x="474816" y="1999986"/>
                </a:lnTo>
                <a:close/>
                <a:lnTo>
                  <a:pt x="477015" y="1993449"/>
                </a:lnTo>
                <a:close/>
                <a:lnTo>
                  <a:pt x="479213" y="1987119"/>
                </a:lnTo>
                <a:close/>
                <a:lnTo>
                  <a:pt x="481412" y="1980960"/>
                </a:lnTo>
                <a:close/>
                <a:lnTo>
                  <a:pt x="483610" y="1974933"/>
                </a:lnTo>
                <a:close/>
                <a:lnTo>
                  <a:pt x="485808" y="1968999"/>
                </a:lnTo>
                <a:close/>
                <a:lnTo>
                  <a:pt x="488007" y="1963120"/>
                </a:lnTo>
                <a:close/>
                <a:lnTo>
                  <a:pt x="490205" y="1957259"/>
                </a:lnTo>
                <a:close/>
                <a:lnTo>
                  <a:pt x="492403" y="1951376"/>
                </a:lnTo>
                <a:close/>
                <a:lnTo>
                  <a:pt x="494600" y="1945435"/>
                </a:lnTo>
                <a:close/>
                <a:lnTo>
                  <a:pt x="496797" y="1939421"/>
                </a:lnTo>
                <a:close/>
                <a:lnTo>
                  <a:pt x="498994" y="1933354"/>
                </a:lnTo>
                <a:close/>
                <a:lnTo>
                  <a:pt x="501192" y="1927256"/>
                </a:lnTo>
                <a:close/>
                <a:lnTo>
                  <a:pt x="503389" y="1921148"/>
                </a:lnTo>
                <a:close/>
                <a:lnTo>
                  <a:pt x="505587" y="1915052"/>
                </a:lnTo>
                <a:close/>
                <a:lnTo>
                  <a:pt x="507786" y="1908989"/>
                </a:lnTo>
                <a:close/>
                <a:lnTo>
                  <a:pt x="509986" y="1902983"/>
                </a:lnTo>
                <a:close/>
                <a:lnTo>
                  <a:pt x="512186" y="1897053"/>
                </a:lnTo>
                <a:close/>
                <a:lnTo>
                  <a:pt x="514388" y="1891218"/>
                </a:lnTo>
                <a:close/>
                <a:lnTo>
                  <a:pt x="516590" y="1885480"/>
                </a:lnTo>
                <a:close/>
                <a:lnTo>
                  <a:pt x="518792" y="1879837"/>
                </a:lnTo>
                <a:close/>
                <a:lnTo>
                  <a:pt x="520993" y="1874288"/>
                </a:lnTo>
                <a:close/>
                <a:lnTo>
                  <a:pt x="523192" y="1868832"/>
                </a:lnTo>
                <a:close/>
                <a:lnTo>
                  <a:pt x="525389" y="1863469"/>
                </a:lnTo>
                <a:close/>
                <a:lnTo>
                  <a:pt x="527584" y="1858196"/>
                </a:lnTo>
                <a:close/>
                <a:lnTo>
                  <a:pt x="529775" y="1853013"/>
                </a:lnTo>
                <a:close/>
                <a:lnTo>
                  <a:pt x="531961" y="1847917"/>
                </a:lnTo>
                <a:close/>
                <a:lnTo>
                  <a:pt x="534146" y="1842897"/>
                </a:lnTo>
                <a:close/>
                <a:lnTo>
                  <a:pt x="536330" y="1837936"/>
                </a:lnTo>
                <a:close/>
                <a:lnTo>
                  <a:pt x="538516" y="1833016"/>
                </a:lnTo>
                <a:close/>
                <a:lnTo>
                  <a:pt x="540708" y="1828120"/>
                </a:lnTo>
                <a:close/>
                <a:lnTo>
                  <a:pt x="542907" y="1823231"/>
                </a:lnTo>
                <a:close/>
                <a:lnTo>
                  <a:pt x="545116" y="1818331"/>
                </a:lnTo>
                <a:close/>
                <a:lnTo>
                  <a:pt x="547337" y="1813405"/>
                </a:lnTo>
                <a:close/>
                <a:lnTo>
                  <a:pt x="549574" y="1808435"/>
                </a:lnTo>
                <a:close/>
                <a:lnTo>
                  <a:pt x="551822" y="1803421"/>
                </a:lnTo>
                <a:close/>
                <a:lnTo>
                  <a:pt x="554074" y="1798383"/>
                </a:lnTo>
                <a:close/>
                <a:lnTo>
                  <a:pt x="556319" y="1793345"/>
                </a:lnTo>
                <a:close/>
                <a:lnTo>
                  <a:pt x="558549" y="1788328"/>
                </a:lnTo>
                <a:close/>
                <a:lnTo>
                  <a:pt x="560754" y="1783354"/>
                </a:lnTo>
                <a:close/>
                <a:lnTo>
                  <a:pt x="562925" y="1778445"/>
                </a:lnTo>
                <a:close/>
                <a:lnTo>
                  <a:pt x="565053" y="1773623"/>
                </a:lnTo>
                <a:close/>
                <a:lnTo>
                  <a:pt x="567127" y="1768911"/>
                </a:lnTo>
                <a:close/>
                <a:lnTo>
                  <a:pt x="569149" y="1764310"/>
                </a:lnTo>
                <a:close/>
                <a:lnTo>
                  <a:pt x="571148" y="1759760"/>
                </a:lnTo>
                <a:close/>
                <a:lnTo>
                  <a:pt x="573159" y="1755190"/>
                </a:lnTo>
                <a:close/>
                <a:lnTo>
                  <a:pt x="575216" y="1750529"/>
                </a:lnTo>
                <a:close/>
                <a:lnTo>
                  <a:pt x="577356" y="1745705"/>
                </a:lnTo>
                <a:close/>
                <a:lnTo>
                  <a:pt x="579611" y="1740648"/>
                </a:lnTo>
                <a:close/>
                <a:lnTo>
                  <a:pt x="582018" y="1735287"/>
                </a:lnTo>
                <a:close/>
                <a:lnTo>
                  <a:pt x="584611" y="1729549"/>
                </a:lnTo>
                <a:close/>
                <a:lnTo>
                  <a:pt x="587420" y="1723376"/>
                </a:lnTo>
                <a:close/>
                <a:lnTo>
                  <a:pt x="590430" y="1716796"/>
                </a:lnTo>
                <a:close/>
                <a:lnTo>
                  <a:pt x="593607" y="1709881"/>
                </a:lnTo>
                <a:close/>
                <a:lnTo>
                  <a:pt x="596916" y="1702704"/>
                </a:lnTo>
                <a:close/>
                <a:lnTo>
                  <a:pt x="600322" y="1695336"/>
                </a:lnTo>
                <a:close/>
                <a:lnTo>
                  <a:pt x="603790" y="1687850"/>
                </a:lnTo>
                <a:close/>
                <a:lnTo>
                  <a:pt x="607286" y="1680317"/>
                </a:lnTo>
                <a:close/>
                <a:lnTo>
                  <a:pt x="610774" y="1672810"/>
                </a:lnTo>
                <a:close/>
                <a:lnTo>
                  <a:pt x="614220" y="1665399"/>
                </a:lnTo>
                <a:close/>
                <a:lnTo>
                  <a:pt x="617611" y="1658110"/>
                </a:lnTo>
                <a:close/>
                <a:lnTo>
                  <a:pt x="620954" y="1650919"/>
                </a:lnTo>
                <a:close/>
                <a:lnTo>
                  <a:pt x="624258" y="1643800"/>
                </a:lnTo>
                <a:close/>
                <a:lnTo>
                  <a:pt x="627534" y="1636725"/>
                </a:lnTo>
                <a:close/>
                <a:lnTo>
                  <a:pt x="630790" y="1629669"/>
                </a:lnTo>
                <a:close/>
                <a:lnTo>
                  <a:pt x="634035" y="1622605"/>
                </a:lnTo>
                <a:close/>
                <a:lnTo>
                  <a:pt x="637280" y="1615505"/>
                </a:lnTo>
                <a:close/>
                <a:lnTo>
                  <a:pt x="640533" y="1608345"/>
                </a:lnTo>
                <a:close/>
                <a:lnTo>
                  <a:pt x="643800" y="1601111"/>
                </a:lnTo>
                <a:close/>
                <a:lnTo>
                  <a:pt x="647082" y="1593833"/>
                </a:lnTo>
                <a:close/>
                <a:lnTo>
                  <a:pt x="650374" y="1586543"/>
                </a:lnTo>
                <a:close/>
                <a:lnTo>
                  <a:pt x="653675" y="1579276"/>
                </a:lnTo>
                <a:close/>
                <a:lnTo>
                  <a:pt x="656982" y="1572066"/>
                </a:lnTo>
                <a:close/>
                <a:lnTo>
                  <a:pt x="660293" y="1564948"/>
                </a:lnTo>
                <a:close/>
                <a:lnTo>
                  <a:pt x="663604" y="1557955"/>
                </a:lnTo>
                <a:close/>
                <a:lnTo>
                  <a:pt x="666915" y="1551122"/>
                </a:lnTo>
                <a:close/>
                <a:lnTo>
                  <a:pt x="670221" y="1544478"/>
                </a:lnTo>
                <a:close/>
                <a:lnTo>
                  <a:pt x="673524" y="1538022"/>
                </a:lnTo>
                <a:close/>
                <a:lnTo>
                  <a:pt x="676823" y="1531740"/>
                </a:lnTo>
                <a:close/>
                <a:lnTo>
                  <a:pt x="680120" y="1525615"/>
                </a:lnTo>
                <a:close/>
                <a:lnTo>
                  <a:pt x="683416" y="1519634"/>
                </a:lnTo>
                <a:close/>
                <a:lnTo>
                  <a:pt x="686710" y="1513782"/>
                </a:lnTo>
                <a:close/>
                <a:lnTo>
                  <a:pt x="690003" y="1508043"/>
                </a:lnTo>
                <a:close/>
                <a:lnTo>
                  <a:pt x="693297" y="1502403"/>
                </a:lnTo>
                <a:close/>
                <a:lnTo>
                  <a:pt x="696591" y="1496848"/>
                </a:lnTo>
                <a:close/>
                <a:lnTo>
                  <a:pt x="699887" y="1491357"/>
                </a:lnTo>
                <a:close/>
                <a:lnTo>
                  <a:pt x="703183" y="1485910"/>
                </a:lnTo>
                <a:close/>
                <a:lnTo>
                  <a:pt x="706481" y="1480483"/>
                </a:lnTo>
                <a:close/>
                <a:lnTo>
                  <a:pt x="709778" y="1475054"/>
                </a:lnTo>
                <a:close/>
                <a:lnTo>
                  <a:pt x="713077" y="1469601"/>
                </a:lnTo>
                <a:close/>
                <a:lnTo>
                  <a:pt x="716375" y="1464100"/>
                </a:lnTo>
                <a:close/>
                <a:lnTo>
                  <a:pt x="719673" y="1458529"/>
                </a:lnTo>
                <a:close/>
                <a:lnTo>
                  <a:pt x="722971" y="1452866"/>
                </a:lnTo>
                <a:close/>
                <a:lnTo>
                  <a:pt x="726269" y="1447096"/>
                </a:lnTo>
                <a:close/>
                <a:lnTo>
                  <a:pt x="729567" y="1441228"/>
                </a:lnTo>
                <a:close/>
                <a:lnTo>
                  <a:pt x="732864" y="1435270"/>
                </a:lnTo>
                <a:close/>
                <a:lnTo>
                  <a:pt x="736162" y="1429232"/>
                </a:lnTo>
                <a:close/>
                <a:lnTo>
                  <a:pt x="739459" y="1423124"/>
                </a:lnTo>
                <a:close/>
                <a:lnTo>
                  <a:pt x="742756" y="1416955"/>
                </a:lnTo>
                <a:close/>
                <a:lnTo>
                  <a:pt x="746053" y="1410736"/>
                </a:lnTo>
                <a:close/>
                <a:lnTo>
                  <a:pt x="749350" y="1404476"/>
                </a:lnTo>
                <a:close/>
                <a:lnTo>
                  <a:pt x="752647" y="1398187"/>
                </a:lnTo>
                <a:close/>
                <a:lnTo>
                  <a:pt x="755944" y="1391896"/>
                </a:lnTo>
                <a:close/>
                <a:lnTo>
                  <a:pt x="759242" y="1385632"/>
                </a:lnTo>
                <a:close/>
                <a:lnTo>
                  <a:pt x="762539" y="1379429"/>
                </a:lnTo>
                <a:close/>
                <a:lnTo>
                  <a:pt x="765836" y="1373315"/>
                </a:lnTo>
                <a:close/>
                <a:lnTo>
                  <a:pt x="769134" y="1367324"/>
                </a:lnTo>
                <a:close/>
                <a:lnTo>
                  <a:pt x="772431" y="1361487"/>
                </a:lnTo>
                <a:close/>
                <a:lnTo>
                  <a:pt x="775729" y="1355833"/>
                </a:lnTo>
                <a:close/>
                <a:lnTo>
                  <a:pt x="779026" y="1350393"/>
                </a:lnTo>
                <a:close/>
                <a:lnTo>
                  <a:pt x="782323" y="1345161"/>
                </a:lnTo>
                <a:close/>
                <a:lnTo>
                  <a:pt x="785621" y="1340098"/>
                </a:lnTo>
                <a:close/>
                <a:lnTo>
                  <a:pt x="788918" y="1335165"/>
                </a:lnTo>
                <a:close/>
                <a:lnTo>
                  <a:pt x="792215" y="1330323"/>
                </a:lnTo>
                <a:close/>
                <a:lnTo>
                  <a:pt x="795513" y="1325532"/>
                </a:lnTo>
                <a:close/>
                <a:lnTo>
                  <a:pt x="798810" y="1320753"/>
                </a:lnTo>
                <a:close/>
                <a:lnTo>
                  <a:pt x="802107" y="1315946"/>
                </a:lnTo>
                <a:close/>
                <a:lnTo>
                  <a:pt x="805405" y="1311073"/>
                </a:lnTo>
                <a:close/>
                <a:lnTo>
                  <a:pt x="808702" y="1306116"/>
                </a:lnTo>
                <a:close/>
                <a:lnTo>
                  <a:pt x="811999" y="1301098"/>
                </a:lnTo>
                <a:close/>
                <a:lnTo>
                  <a:pt x="815297" y="1296052"/>
                </a:lnTo>
                <a:close/>
                <a:lnTo>
                  <a:pt x="818594" y="1291008"/>
                </a:lnTo>
                <a:close/>
                <a:lnTo>
                  <a:pt x="821891" y="1285997"/>
                </a:lnTo>
                <a:close/>
                <a:lnTo>
                  <a:pt x="825189" y="1281049"/>
                </a:lnTo>
                <a:close/>
                <a:lnTo>
                  <a:pt x="828486" y="1276196"/>
                </a:lnTo>
                <a:close/>
                <a:lnTo>
                  <a:pt x="831783" y="1271468"/>
                </a:lnTo>
                <a:close/>
                <a:lnTo>
                  <a:pt x="835081" y="1266888"/>
                </a:lnTo>
                <a:close/>
                <a:lnTo>
                  <a:pt x="838378" y="1262434"/>
                </a:lnTo>
                <a:close/>
                <a:lnTo>
                  <a:pt x="841675" y="1258070"/>
                </a:lnTo>
                <a:close/>
                <a:lnTo>
                  <a:pt x="844973" y="1253760"/>
                </a:lnTo>
                <a:close/>
                <a:lnTo>
                  <a:pt x="848270" y="1249467"/>
                </a:lnTo>
                <a:close/>
                <a:lnTo>
                  <a:pt x="851567" y="1245156"/>
                </a:lnTo>
                <a:close/>
                <a:lnTo>
                  <a:pt x="854865" y="1240790"/>
                </a:lnTo>
                <a:close/>
                <a:lnTo>
                  <a:pt x="858162" y="1236333"/>
                </a:lnTo>
                <a:close/>
                <a:lnTo>
                  <a:pt x="861459" y="1231750"/>
                </a:lnTo>
                <a:close/>
                <a:lnTo>
                  <a:pt x="864757" y="1227036"/>
                </a:lnTo>
                <a:close/>
                <a:lnTo>
                  <a:pt x="868054" y="1222210"/>
                </a:lnTo>
                <a:close/>
                <a:lnTo>
                  <a:pt x="871351" y="1217290"/>
                </a:lnTo>
                <a:close/>
                <a:lnTo>
                  <a:pt x="874649" y="1212296"/>
                </a:lnTo>
                <a:close/>
                <a:lnTo>
                  <a:pt x="877946" y="1207245"/>
                </a:lnTo>
                <a:close/>
                <a:lnTo>
                  <a:pt x="881243" y="1202157"/>
                </a:lnTo>
                <a:close/>
                <a:lnTo>
                  <a:pt x="884541" y="1197051"/>
                </a:lnTo>
                <a:close/>
                <a:lnTo>
                  <a:pt x="887838" y="1191946"/>
                </a:lnTo>
                <a:close/>
                <a:lnTo>
                  <a:pt x="891135" y="1186857"/>
                </a:lnTo>
                <a:close/>
                <a:lnTo>
                  <a:pt x="894433" y="1181792"/>
                </a:lnTo>
                <a:close/>
                <a:lnTo>
                  <a:pt x="897730" y="1176762"/>
                </a:lnTo>
                <a:close/>
                <a:lnTo>
                  <a:pt x="901027" y="1171773"/>
                </a:lnTo>
                <a:close/>
                <a:lnTo>
                  <a:pt x="904325" y="1166835"/>
                </a:lnTo>
                <a:close/>
                <a:lnTo>
                  <a:pt x="907622" y="1161955"/>
                </a:lnTo>
                <a:close/>
                <a:lnTo>
                  <a:pt x="910919" y="1157142"/>
                </a:lnTo>
                <a:close/>
                <a:lnTo>
                  <a:pt x="914217" y="1152405"/>
                </a:lnTo>
                <a:close/>
                <a:lnTo>
                  <a:pt x="917514" y="1147749"/>
                </a:lnTo>
                <a:close/>
                <a:lnTo>
                  <a:pt x="920811" y="1143174"/>
                </a:lnTo>
                <a:close/>
                <a:lnTo>
                  <a:pt x="924109" y="1138673"/>
                </a:lnTo>
                <a:close/>
                <a:lnTo>
                  <a:pt x="927406" y="1134243"/>
                </a:lnTo>
                <a:close/>
                <a:lnTo>
                  <a:pt x="930703" y="1129878"/>
                </a:lnTo>
                <a:close/>
                <a:lnTo>
                  <a:pt x="934001" y="1125574"/>
                </a:lnTo>
                <a:close/>
                <a:lnTo>
                  <a:pt x="937298" y="1121326"/>
                </a:lnTo>
                <a:close/>
                <a:lnTo>
                  <a:pt x="940595" y="1117129"/>
                </a:lnTo>
                <a:close/>
                <a:lnTo>
                  <a:pt x="943893" y="1112980"/>
                </a:lnTo>
                <a:close/>
                <a:lnTo>
                  <a:pt x="947190" y="1108882"/>
                </a:lnTo>
                <a:close/>
                <a:lnTo>
                  <a:pt x="950488" y="1104846"/>
                </a:lnTo>
                <a:close/>
                <a:lnTo>
                  <a:pt x="953785" y="1100883"/>
                </a:lnTo>
                <a:close/>
                <a:lnTo>
                  <a:pt x="957082" y="1097003"/>
                </a:lnTo>
                <a:close/>
                <a:lnTo>
                  <a:pt x="960380" y="1093216"/>
                </a:lnTo>
                <a:close/>
                <a:lnTo>
                  <a:pt x="963677" y="1089535"/>
                </a:lnTo>
                <a:close/>
                <a:lnTo>
                  <a:pt x="966974" y="1085968"/>
                </a:lnTo>
                <a:close/>
                <a:lnTo>
                  <a:pt x="970272" y="1082526"/>
                </a:lnTo>
                <a:close/>
                <a:lnTo>
                  <a:pt x="973569" y="1079204"/>
                </a:lnTo>
                <a:close/>
                <a:lnTo>
                  <a:pt x="976866" y="1075965"/>
                </a:lnTo>
                <a:close/>
                <a:lnTo>
                  <a:pt x="980164" y="1072772"/>
                </a:lnTo>
                <a:close/>
                <a:lnTo>
                  <a:pt x="983461" y="1069588"/>
                </a:lnTo>
                <a:close/>
                <a:lnTo>
                  <a:pt x="986758" y="1066375"/>
                </a:lnTo>
                <a:close/>
                <a:lnTo>
                  <a:pt x="990056" y="1063094"/>
                </a:lnTo>
                <a:close/>
                <a:lnTo>
                  <a:pt x="993353" y="1059709"/>
                </a:lnTo>
                <a:close/>
                <a:lnTo>
                  <a:pt x="996650" y="1056182"/>
                </a:lnTo>
                <a:close/>
                <a:lnTo>
                  <a:pt x="999948" y="1052488"/>
                </a:lnTo>
                <a:close/>
                <a:lnTo>
                  <a:pt x="1003245" y="1048658"/>
                </a:lnTo>
                <a:close/>
                <a:lnTo>
                  <a:pt x="1006542" y="1044737"/>
                </a:lnTo>
                <a:close/>
                <a:lnTo>
                  <a:pt x="1009840" y="1040768"/>
                </a:lnTo>
                <a:close/>
                <a:lnTo>
                  <a:pt x="1013137" y="1036798"/>
                </a:lnTo>
                <a:close/>
                <a:lnTo>
                  <a:pt x="1016434" y="1032872"/>
                </a:lnTo>
                <a:close/>
                <a:lnTo>
                  <a:pt x="1019732" y="1029033"/>
                </a:lnTo>
                <a:close/>
                <a:lnTo>
                  <a:pt x="1023029" y="1025326"/>
                </a:lnTo>
                <a:close/>
                <a:lnTo>
                  <a:pt x="1026326" y="1021793"/>
                </a:lnTo>
                <a:close/>
                <a:lnTo>
                  <a:pt x="1029624" y="1018421"/>
                </a:lnTo>
                <a:close/>
                <a:lnTo>
                  <a:pt x="1032921" y="1015164"/>
                </a:lnTo>
                <a:close/>
                <a:lnTo>
                  <a:pt x="1036218" y="1011975"/>
                </a:lnTo>
                <a:close/>
                <a:lnTo>
                  <a:pt x="1039516" y="1008810"/>
                </a:lnTo>
                <a:close/>
                <a:lnTo>
                  <a:pt x="1042813" y="1005620"/>
                </a:lnTo>
                <a:close/>
                <a:lnTo>
                  <a:pt x="1046110" y="1002361"/>
                </a:lnTo>
                <a:close/>
                <a:lnTo>
                  <a:pt x="1049408" y="998985"/>
                </a:lnTo>
                <a:close/>
                <a:lnTo>
                  <a:pt x="1052705" y="995446"/>
                </a:lnTo>
                <a:close/>
                <a:lnTo>
                  <a:pt x="1056002" y="991735"/>
                </a:lnTo>
                <a:close/>
                <a:lnTo>
                  <a:pt x="1059300" y="987892"/>
                </a:lnTo>
                <a:close/>
                <a:lnTo>
                  <a:pt x="1062597" y="983961"/>
                </a:lnTo>
                <a:close/>
                <a:lnTo>
                  <a:pt x="1065894" y="979989"/>
                </a:lnTo>
                <a:close/>
                <a:lnTo>
                  <a:pt x="1069192" y="976021"/>
                </a:lnTo>
                <a:close/>
                <a:lnTo>
                  <a:pt x="1072489" y="972102"/>
                </a:lnTo>
                <a:close/>
                <a:lnTo>
                  <a:pt x="1075786" y="968277"/>
                </a:lnTo>
                <a:close/>
                <a:lnTo>
                  <a:pt x="1079084" y="964592"/>
                </a:lnTo>
                <a:close/>
                <a:lnTo>
                  <a:pt x="1082381" y="961076"/>
                </a:lnTo>
                <a:close/>
                <a:lnTo>
                  <a:pt x="1085678" y="957703"/>
                </a:lnTo>
                <a:close/>
                <a:lnTo>
                  <a:pt x="1088976" y="954434"/>
                </a:lnTo>
                <a:close/>
                <a:lnTo>
                  <a:pt x="1092273" y="951229"/>
                </a:lnTo>
                <a:close/>
                <a:lnTo>
                  <a:pt x="1095570" y="948048"/>
                </a:lnTo>
                <a:close/>
                <a:lnTo>
                  <a:pt x="1098868" y="944853"/>
                </a:lnTo>
                <a:close/>
                <a:lnTo>
                  <a:pt x="1102165" y="941603"/>
                </a:lnTo>
                <a:close/>
                <a:lnTo>
                  <a:pt x="1105462" y="938259"/>
                </a:lnTo>
                <a:close/>
                <a:lnTo>
                  <a:pt x="1108760" y="934785"/>
                </a:lnTo>
                <a:close/>
                <a:lnTo>
                  <a:pt x="1112057" y="931178"/>
                </a:lnTo>
                <a:close/>
                <a:lnTo>
                  <a:pt x="1115354" y="927457"/>
                </a:lnTo>
                <a:close/>
                <a:lnTo>
                  <a:pt x="1118652" y="923637"/>
                </a:lnTo>
                <a:close/>
                <a:lnTo>
                  <a:pt x="1121949" y="919738"/>
                </a:lnTo>
                <a:close/>
                <a:lnTo>
                  <a:pt x="1125246" y="915775"/>
                </a:lnTo>
                <a:close/>
                <a:lnTo>
                  <a:pt x="1128544" y="911766"/>
                </a:lnTo>
                <a:close/>
                <a:lnTo>
                  <a:pt x="1131841" y="907729"/>
                </a:lnTo>
                <a:close/>
                <a:lnTo>
                  <a:pt x="1135138" y="903682"/>
                </a:lnTo>
                <a:close/>
                <a:lnTo>
                  <a:pt x="1138436" y="899641"/>
                </a:lnTo>
                <a:close/>
                <a:lnTo>
                  <a:pt x="1141733" y="895624"/>
                </a:lnTo>
                <a:close/>
                <a:lnTo>
                  <a:pt x="1145030" y="891648"/>
                </a:lnTo>
                <a:close/>
                <a:lnTo>
                  <a:pt x="1148328" y="887732"/>
                </a:lnTo>
                <a:close/>
                <a:lnTo>
                  <a:pt x="1151625" y="883893"/>
                </a:lnTo>
                <a:close/>
                <a:lnTo>
                  <a:pt x="1154922" y="880149"/>
                </a:lnTo>
                <a:close/>
                <a:lnTo>
                  <a:pt x="1158220" y="876516"/>
                </a:lnTo>
                <a:close/>
                <a:lnTo>
                  <a:pt x="1161517" y="873013"/>
                </a:lnTo>
                <a:close/>
                <a:lnTo>
                  <a:pt x="1164814" y="869646"/>
                </a:lnTo>
                <a:close/>
                <a:lnTo>
                  <a:pt x="1168112" y="866381"/>
                </a:lnTo>
                <a:close/>
                <a:lnTo>
                  <a:pt x="1171409" y="863180"/>
                </a:lnTo>
                <a:close/>
                <a:lnTo>
                  <a:pt x="1174706" y="860002"/>
                </a:lnTo>
                <a:close/>
                <a:lnTo>
                  <a:pt x="1178004" y="856807"/>
                </a:lnTo>
                <a:close/>
                <a:lnTo>
                  <a:pt x="1181301" y="853554"/>
                </a:lnTo>
                <a:close/>
                <a:lnTo>
                  <a:pt x="1184598" y="850205"/>
                </a:lnTo>
                <a:close/>
                <a:lnTo>
                  <a:pt x="1187896" y="846718"/>
                </a:lnTo>
                <a:close/>
                <a:lnTo>
                  <a:pt x="1191193" y="843060"/>
                </a:lnTo>
                <a:close/>
                <a:lnTo>
                  <a:pt x="1194490" y="839250"/>
                </a:lnTo>
                <a:close/>
                <a:lnTo>
                  <a:pt x="1197788" y="835336"/>
                </a:lnTo>
                <a:close/>
                <a:lnTo>
                  <a:pt x="1201085" y="831366"/>
                </a:lnTo>
                <a:close/>
                <a:lnTo>
                  <a:pt x="1204382" y="827385"/>
                </a:lnTo>
                <a:close/>
                <a:lnTo>
                  <a:pt x="1207680" y="823442"/>
                </a:lnTo>
                <a:close/>
                <a:lnTo>
                  <a:pt x="1210977" y="819585"/>
                </a:lnTo>
                <a:close/>
                <a:lnTo>
                  <a:pt x="1214274" y="815860"/>
                </a:lnTo>
                <a:close/>
                <a:lnTo>
                  <a:pt x="1217572" y="812313"/>
                </a:lnTo>
                <a:close/>
                <a:lnTo>
                  <a:pt x="1220869" y="808947"/>
                </a:lnTo>
                <a:close/>
                <a:lnTo>
                  <a:pt x="1224166" y="805711"/>
                </a:lnTo>
                <a:close/>
                <a:lnTo>
                  <a:pt x="1227464" y="802549"/>
                </a:lnTo>
                <a:close/>
                <a:lnTo>
                  <a:pt x="1230761" y="799409"/>
                </a:lnTo>
                <a:close/>
                <a:lnTo>
                  <a:pt x="1234058" y="796235"/>
                </a:lnTo>
                <a:close/>
                <a:lnTo>
                  <a:pt x="1237356" y="792974"/>
                </a:lnTo>
                <a:close/>
                <a:lnTo>
                  <a:pt x="1240653" y="789571"/>
                </a:lnTo>
                <a:close/>
                <a:lnTo>
                  <a:pt x="1243950" y="785973"/>
                </a:lnTo>
                <a:close/>
                <a:lnTo>
                  <a:pt x="1247248" y="782154"/>
                </a:lnTo>
                <a:close/>
                <a:lnTo>
                  <a:pt x="1250545" y="778173"/>
                </a:lnTo>
                <a:close/>
                <a:lnTo>
                  <a:pt x="1253842" y="774104"/>
                </a:lnTo>
                <a:close/>
                <a:lnTo>
                  <a:pt x="1257140" y="770022"/>
                </a:lnTo>
                <a:close/>
                <a:lnTo>
                  <a:pt x="1260437" y="766001"/>
                </a:lnTo>
                <a:close/>
                <a:lnTo>
                  <a:pt x="1263734" y="762115"/>
                </a:lnTo>
                <a:close/>
                <a:lnTo>
                  <a:pt x="1267032" y="758438"/>
                </a:lnTo>
                <a:close/>
                <a:lnTo>
                  <a:pt x="1270329" y="755045"/>
                </a:lnTo>
                <a:close/>
                <a:lnTo>
                  <a:pt x="1273626" y="751998"/>
                </a:lnTo>
                <a:close/>
                <a:lnTo>
                  <a:pt x="1276924" y="749282"/>
                </a:lnTo>
                <a:close/>
                <a:lnTo>
                  <a:pt x="1280221" y="746847"/>
                </a:lnTo>
                <a:close/>
                <a:lnTo>
                  <a:pt x="1283518" y="744640"/>
                </a:lnTo>
                <a:close/>
                <a:lnTo>
                  <a:pt x="1286816" y="742609"/>
                </a:lnTo>
                <a:close/>
                <a:lnTo>
                  <a:pt x="1290113" y="740703"/>
                </a:lnTo>
                <a:close/>
                <a:lnTo>
                  <a:pt x="1293410" y="738870"/>
                </a:lnTo>
                <a:close/>
                <a:lnTo>
                  <a:pt x="1296708" y="737058"/>
                </a:lnTo>
                <a:close/>
                <a:lnTo>
                  <a:pt x="1300005" y="735215"/>
                </a:lnTo>
                <a:close/>
                <a:lnTo>
                  <a:pt x="1303302" y="733311"/>
                </a:lnTo>
                <a:close/>
                <a:lnTo>
                  <a:pt x="1306600" y="731334"/>
                </a:lnTo>
                <a:close/>
                <a:lnTo>
                  <a:pt x="1309897" y="729275"/>
                </a:lnTo>
                <a:close/>
                <a:lnTo>
                  <a:pt x="1313194" y="727123"/>
                </a:lnTo>
                <a:close/>
                <a:lnTo>
                  <a:pt x="1316492" y="724869"/>
                </a:lnTo>
                <a:close/>
                <a:lnTo>
                  <a:pt x="1319789" y="722503"/>
                </a:lnTo>
                <a:close/>
                <a:lnTo>
                  <a:pt x="1323086" y="720015"/>
                </a:lnTo>
                <a:close/>
                <a:lnTo>
                  <a:pt x="1326384" y="717395"/>
                </a:lnTo>
                <a:close/>
                <a:lnTo>
                  <a:pt x="1329681" y="714647"/>
                </a:lnTo>
                <a:close/>
                <a:lnTo>
                  <a:pt x="1332978" y="711808"/>
                </a:lnTo>
                <a:close/>
                <a:lnTo>
                  <a:pt x="1336276" y="708924"/>
                </a:lnTo>
                <a:close/>
                <a:lnTo>
                  <a:pt x="1339573" y="706037"/>
                </a:lnTo>
                <a:close/>
                <a:lnTo>
                  <a:pt x="1342870" y="703191"/>
                </a:lnTo>
                <a:close/>
                <a:lnTo>
                  <a:pt x="1346168" y="700429"/>
                </a:lnTo>
                <a:close/>
                <a:lnTo>
                  <a:pt x="1349465" y="697796"/>
                </a:lnTo>
                <a:close/>
                <a:lnTo>
                  <a:pt x="1352762" y="695334"/>
                </a:lnTo>
                <a:close/>
                <a:lnTo>
                  <a:pt x="1356060" y="693078"/>
                </a:lnTo>
                <a:close/>
                <a:lnTo>
                  <a:pt x="1359357" y="690986"/>
                </a:lnTo>
                <a:close/>
                <a:lnTo>
                  <a:pt x="1362654" y="688989"/>
                </a:lnTo>
                <a:close/>
                <a:lnTo>
                  <a:pt x="1365952" y="687019"/>
                </a:lnTo>
                <a:close/>
                <a:lnTo>
                  <a:pt x="1369249" y="685006"/>
                </a:lnTo>
                <a:close/>
                <a:lnTo>
                  <a:pt x="1372546" y="682879"/>
                </a:lnTo>
                <a:close/>
                <a:lnTo>
                  <a:pt x="1375844" y="680571"/>
                </a:lnTo>
                <a:close/>
                <a:lnTo>
                  <a:pt x="1379141" y="678012"/>
                </a:lnTo>
                <a:close/>
                <a:lnTo>
                  <a:pt x="1382438" y="675134"/>
                </a:lnTo>
                <a:close/>
                <a:lnTo>
                  <a:pt x="1385736" y="671926"/>
                </a:lnTo>
                <a:close/>
                <a:lnTo>
                  <a:pt x="1389033" y="668429"/>
                </a:lnTo>
                <a:close/>
                <a:lnTo>
                  <a:pt x="1392330" y="664687"/>
                </a:lnTo>
                <a:close/>
                <a:lnTo>
                  <a:pt x="1395628" y="660743"/>
                </a:lnTo>
                <a:close/>
                <a:lnTo>
                  <a:pt x="1398925" y="656640"/>
                </a:lnTo>
                <a:close/>
                <a:lnTo>
                  <a:pt x="1402222" y="652421"/>
                </a:lnTo>
                <a:close/>
                <a:lnTo>
                  <a:pt x="1405520" y="648131"/>
                </a:lnTo>
                <a:close/>
                <a:lnTo>
                  <a:pt x="1408817" y="643812"/>
                </a:lnTo>
                <a:close/>
                <a:lnTo>
                  <a:pt x="1412114" y="639493"/>
                </a:lnTo>
                <a:close/>
                <a:lnTo>
                  <a:pt x="1415412" y="635170"/>
                </a:lnTo>
                <a:close/>
                <a:lnTo>
                  <a:pt x="1418709" y="630833"/>
                </a:lnTo>
                <a:close/>
                <a:lnTo>
                  <a:pt x="1422007" y="626475"/>
                </a:lnTo>
                <a:close/>
                <a:lnTo>
                  <a:pt x="1425304" y="622086"/>
                </a:lnTo>
                <a:close/>
                <a:lnTo>
                  <a:pt x="1428601" y="617658"/>
                </a:lnTo>
                <a:close/>
                <a:lnTo>
                  <a:pt x="1431899" y="613181"/>
                </a:lnTo>
                <a:close/>
                <a:lnTo>
                  <a:pt x="1435196" y="608647"/>
                </a:lnTo>
                <a:close/>
                <a:lnTo>
                  <a:pt x="1438493" y="604047"/>
                </a:lnTo>
                <a:close/>
                <a:lnTo>
                  <a:pt x="1441790" y="599373"/>
                </a:lnTo>
                <a:close/>
                <a:lnTo>
                  <a:pt x="1445088" y="594617"/>
                </a:lnTo>
                <a:close/>
                <a:lnTo>
                  <a:pt x="1448385" y="589770"/>
                </a:lnTo>
                <a:close/>
                <a:lnTo>
                  <a:pt x="1451682" y="584825"/>
                </a:lnTo>
                <a:close/>
                <a:lnTo>
                  <a:pt x="1454980" y="579774"/>
                </a:lnTo>
                <a:close/>
                <a:lnTo>
                  <a:pt x="1458277" y="574608"/>
                </a:lnTo>
                <a:close/>
                <a:lnTo>
                  <a:pt x="1461574" y="569320"/>
                </a:lnTo>
                <a:close/>
                <a:lnTo>
                  <a:pt x="1464872" y="563901"/>
                </a:lnTo>
                <a:close/>
                <a:lnTo>
                  <a:pt x="1468169" y="558344"/>
                </a:lnTo>
                <a:close/>
                <a:lnTo>
                  <a:pt x="1471467" y="552643"/>
                </a:lnTo>
                <a:close/>
                <a:lnTo>
                  <a:pt x="1474764" y="546791"/>
                </a:lnTo>
                <a:close/>
                <a:lnTo>
                  <a:pt x="1478061" y="540781"/>
                </a:lnTo>
                <a:close/>
                <a:lnTo>
                  <a:pt x="1481359" y="534607"/>
                </a:lnTo>
                <a:close/>
                <a:lnTo>
                  <a:pt x="1484656" y="528263"/>
                </a:lnTo>
                <a:close/>
                <a:lnTo>
                  <a:pt x="1487953" y="521741"/>
                </a:lnTo>
                <a:close/>
                <a:lnTo>
                  <a:pt x="1491250" y="515036"/>
                </a:lnTo>
                <a:close/>
                <a:lnTo>
                  <a:pt x="1494548" y="508153"/>
                </a:lnTo>
                <a:close/>
                <a:lnTo>
                  <a:pt x="1497845" y="501124"/>
                </a:lnTo>
                <a:close/>
                <a:lnTo>
                  <a:pt x="1501142" y="493983"/>
                </a:lnTo>
                <a:close/>
                <a:lnTo>
                  <a:pt x="1504439" y="486763"/>
                </a:lnTo>
                <a:close/>
                <a:lnTo>
                  <a:pt x="1507736" y="479501"/>
                </a:lnTo>
                <a:close/>
                <a:lnTo>
                  <a:pt x="1511034" y="472229"/>
                </a:lnTo>
                <a:close/>
                <a:lnTo>
                  <a:pt x="1514331" y="464982"/>
                </a:lnTo>
                <a:close/>
                <a:lnTo>
                  <a:pt x="1517629" y="457795"/>
                </a:lnTo>
                <a:close/>
                <a:lnTo>
                  <a:pt x="1520927" y="450693"/>
                </a:lnTo>
                <a:close/>
                <a:lnTo>
                  <a:pt x="1524225" y="443654"/>
                </a:lnTo>
                <a:close/>
                <a:lnTo>
                  <a:pt x="1527524" y="436645"/>
                </a:lnTo>
                <a:close/>
                <a:lnTo>
                  <a:pt x="1530822" y="429629"/>
                </a:lnTo>
                <a:close/>
                <a:lnTo>
                  <a:pt x="1534119" y="422571"/>
                </a:lnTo>
                <a:close/>
                <a:lnTo>
                  <a:pt x="1537417" y="415436"/>
                </a:lnTo>
                <a:close/>
                <a:lnTo>
                  <a:pt x="1540713" y="408188"/>
                </a:lnTo>
                <a:close/>
                <a:lnTo>
                  <a:pt x="1544009" y="400793"/>
                </a:lnTo>
                <a:close/>
                <a:lnTo>
                  <a:pt x="1547304" y="393215"/>
                </a:lnTo>
                <a:close/>
                <a:lnTo>
                  <a:pt x="1550598" y="385448"/>
                </a:lnTo>
                <a:close/>
                <a:lnTo>
                  <a:pt x="1553892" y="377503"/>
                </a:lnTo>
                <a:close/>
                <a:lnTo>
                  <a:pt x="1557186" y="369390"/>
                </a:lnTo>
                <a:close/>
                <a:lnTo>
                  <a:pt x="1560482" y="361122"/>
                </a:lnTo>
                <a:close/>
                <a:lnTo>
                  <a:pt x="1563779" y="352712"/>
                </a:lnTo>
                <a:close/>
                <a:lnTo>
                  <a:pt x="1567079" y="344169"/>
                </a:lnTo>
                <a:close/>
                <a:lnTo>
                  <a:pt x="1570381" y="335507"/>
                </a:lnTo>
                <a:close/>
                <a:lnTo>
                  <a:pt x="1573687" y="326738"/>
                </a:lnTo>
                <a:close/>
                <a:lnTo>
                  <a:pt x="1576995" y="317864"/>
                </a:lnTo>
                <a:close/>
                <a:lnTo>
                  <a:pt x="1580305" y="308876"/>
                </a:lnTo>
                <a:close/>
                <a:lnTo>
                  <a:pt x="1583614" y="299761"/>
                </a:lnTo>
                <a:close/>
                <a:lnTo>
                  <a:pt x="1586919" y="290509"/>
                </a:lnTo>
                <a:close/>
                <a:lnTo>
                  <a:pt x="1590219" y="281106"/>
                </a:lnTo>
                <a:close/>
                <a:lnTo>
                  <a:pt x="1593511" y="271541"/>
                </a:lnTo>
                <a:close/>
                <a:lnTo>
                  <a:pt x="1596794" y="261802"/>
                </a:lnTo>
                <a:close/>
                <a:lnTo>
                  <a:pt x="1600064" y="251878"/>
                </a:lnTo>
                <a:close/>
                <a:lnTo>
                  <a:pt x="1603322" y="241756"/>
                </a:lnTo>
                <a:close/>
                <a:lnTo>
                  <a:pt x="1606573" y="231424"/>
                </a:lnTo>
                <a:close/>
                <a:lnTo>
                  <a:pt x="1609826" y="220871"/>
                </a:lnTo>
                <a:close/>
                <a:lnTo>
                  <a:pt x="1613089" y="210085"/>
                </a:lnTo>
                <a:close/>
                <a:lnTo>
                  <a:pt x="1616369" y="199053"/>
                </a:lnTo>
                <a:close/>
                <a:lnTo>
                  <a:pt x="1619676" y="187764"/>
                </a:lnTo>
                <a:close/>
                <a:lnTo>
                  <a:pt x="1623016" y="176206"/>
                </a:lnTo>
                <a:close/>
                <a:lnTo>
                  <a:pt x="1626399" y="164367"/>
                </a:lnTo>
                <a:close/>
                <a:lnTo>
                  <a:pt x="1629830" y="152240"/>
                </a:lnTo>
                <a:close/>
                <a:lnTo>
                  <a:pt x="1633294" y="139885"/>
                </a:lnTo>
                <a:close/>
                <a:lnTo>
                  <a:pt x="1636762" y="127409"/>
                </a:lnTo>
                <a:close/>
                <a:lnTo>
                  <a:pt x="1640204" y="114918"/>
                </a:lnTo>
                <a:close/>
                <a:lnTo>
                  <a:pt x="1643588" y="102520"/>
                </a:lnTo>
                <a:close/>
                <a:lnTo>
                  <a:pt x="1646886" y="90322"/>
                </a:lnTo>
                <a:close/>
                <a:lnTo>
                  <a:pt x="1650067" y="78431"/>
                </a:lnTo>
                <a:close/>
                <a:lnTo>
                  <a:pt x="1653100" y="66955"/>
                </a:lnTo>
                <a:close/>
                <a:lnTo>
                  <a:pt x="1655955" y="56000"/>
                </a:lnTo>
                <a:close/>
                <a:lnTo>
                  <a:pt x="1658603" y="45674"/>
                </a:lnTo>
                <a:close/>
                <a:lnTo>
                  <a:pt x="1661012" y="36083"/>
                </a:lnTo>
                <a:close/>
                <a:lnTo>
                  <a:pt x="1663154" y="27336"/>
                </a:lnTo>
                <a:close/>
                <a:lnTo>
                  <a:pt x="1664997" y="19540"/>
                </a:lnTo>
                <a:close/>
                <a:lnTo>
                  <a:pt x="1666511" y="12801"/>
                </a:lnTo>
                <a:close/>
                <a:lnTo>
                  <a:pt x="1667666" y="7226"/>
                </a:lnTo>
                <a:close/>
                <a:lnTo>
                  <a:pt x="1668433" y="2923"/>
                </a:lnTo>
                <a:close/>
                <a:lnTo>
                  <a:pt x="166878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486400.0" y="1200150.0"/>
            <a:ext cx="0.0" cy="13716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1200150.0"/>
            <a:ext cx="9144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397500" y="11112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98364.0" y="2571750.0"/>
            <a:ext cx="20574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5564124.0" y="2571750.0"/>
            <a:ext cx="22860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775200" y="3340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5120" y="8826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24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084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