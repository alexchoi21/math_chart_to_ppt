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3749040" y="-1681627"/>
            <a:ext cx="1965960" cy="5576285"/>
          </a:xfrm>
          <a:custGeom>
            <a:avLst/>
            <a:gdLst/>
            <a:ahLst/>
            <a:cxnLst/>
            <a:rect l="l" t="t" r="r" b="b"/>
            <a:pathLst>
              <a:path w="1965960" h="5576285">
                <a:moveTo>
                  <a:pt x="0" y="5576285"/>
                </a:moveTo>
                <a:lnTo>
                  <a:pt x="3293" y="5567854"/>
                </a:lnTo>
                <a:close/>
                <a:lnTo>
                  <a:pt x="6584" y="5559444"/>
                </a:lnTo>
                <a:close/>
                <a:lnTo>
                  <a:pt x="9871" y="5551057"/>
                </a:lnTo>
                <a:close/>
                <a:lnTo>
                  <a:pt x="13156" y="5542692"/>
                </a:lnTo>
                <a:close/>
                <a:lnTo>
                  <a:pt x="16438" y="5534349"/>
                </a:lnTo>
                <a:close/>
                <a:lnTo>
                  <a:pt x="19719" y="5526029"/>
                </a:lnTo>
                <a:close/>
                <a:lnTo>
                  <a:pt x="22999" y="5517731"/>
                </a:lnTo>
                <a:close/>
                <a:lnTo>
                  <a:pt x="26278" y="5509457"/>
                </a:lnTo>
                <a:close/>
                <a:lnTo>
                  <a:pt x="29555" y="5501205"/>
                </a:lnTo>
                <a:close/>
                <a:lnTo>
                  <a:pt x="32833" y="5492976"/>
                </a:lnTo>
                <a:close/>
                <a:lnTo>
                  <a:pt x="36111" y="5484770"/>
                </a:lnTo>
                <a:close/>
                <a:lnTo>
                  <a:pt x="39389" y="5476588"/>
                </a:lnTo>
                <a:close/>
                <a:lnTo>
                  <a:pt x="42668" y="5468429"/>
                </a:lnTo>
                <a:close/>
                <a:lnTo>
                  <a:pt x="45949" y="5460293"/>
                </a:lnTo>
                <a:close/>
                <a:lnTo>
                  <a:pt x="49231" y="5452181"/>
                </a:lnTo>
                <a:close/>
                <a:lnTo>
                  <a:pt x="52515" y="5444093"/>
                </a:lnTo>
                <a:close/>
                <a:lnTo>
                  <a:pt x="55800" y="5436029"/>
                </a:lnTo>
                <a:close/>
                <a:lnTo>
                  <a:pt x="59087" y="5427989"/>
                </a:lnTo>
                <a:close/>
                <a:lnTo>
                  <a:pt x="62373" y="5419972"/>
                </a:lnTo>
                <a:close/>
                <a:lnTo>
                  <a:pt x="65659" y="5411979"/>
                </a:lnTo>
                <a:close/>
                <a:lnTo>
                  <a:pt x="68945" y="5404011"/>
                </a:lnTo>
                <a:close/>
                <a:lnTo>
                  <a:pt x="72228" y="5396066"/>
                </a:lnTo>
                <a:close/>
                <a:lnTo>
                  <a:pt x="75510" y="5388145"/>
                </a:lnTo>
                <a:close/>
                <a:lnTo>
                  <a:pt x="78790" y="5380248"/>
                </a:lnTo>
                <a:close/>
                <a:lnTo>
                  <a:pt x="82068" y="5372376"/>
                </a:lnTo>
                <a:close/>
                <a:lnTo>
                  <a:pt x="85346" y="5364529"/>
                </a:lnTo>
                <a:close/>
                <a:lnTo>
                  <a:pt x="88623" y="5356708"/>
                </a:lnTo>
                <a:close/>
                <a:lnTo>
                  <a:pt x="91902" y="5348912"/>
                </a:lnTo>
                <a:close/>
                <a:lnTo>
                  <a:pt x="95181" y="5341143"/>
                </a:lnTo>
                <a:close/>
                <a:lnTo>
                  <a:pt x="98462" y="5333400"/>
                </a:lnTo>
                <a:close/>
                <a:lnTo>
                  <a:pt x="101745" y="5325684"/>
                </a:lnTo>
                <a:close/>
                <a:lnTo>
                  <a:pt x="105031" y="5317995"/>
                </a:lnTo>
                <a:close/>
                <a:lnTo>
                  <a:pt x="108317" y="5310332"/>
                </a:lnTo>
                <a:close/>
                <a:lnTo>
                  <a:pt x="111603" y="5302695"/>
                </a:lnTo>
                <a:close/>
                <a:lnTo>
                  <a:pt x="114890" y="5295084"/>
                </a:lnTo>
                <a:close/>
                <a:lnTo>
                  <a:pt x="118175" y="5287498"/>
                </a:lnTo>
                <a:close/>
                <a:lnTo>
                  <a:pt x="121459" y="5279937"/>
                </a:lnTo>
                <a:close/>
                <a:lnTo>
                  <a:pt x="124741" y="5272400"/>
                </a:lnTo>
                <a:close/>
                <a:lnTo>
                  <a:pt x="128021" y="5264888"/>
                </a:lnTo>
                <a:close/>
                <a:lnTo>
                  <a:pt x="131299" y="5257401"/>
                </a:lnTo>
                <a:close/>
                <a:lnTo>
                  <a:pt x="134577" y="5249939"/>
                </a:lnTo>
                <a:close/>
                <a:lnTo>
                  <a:pt x="137855" y="5242503"/>
                </a:lnTo>
                <a:close/>
                <a:lnTo>
                  <a:pt x="141133" y="5235093"/>
                </a:lnTo>
                <a:close/>
                <a:lnTo>
                  <a:pt x="144412" y="5227709"/>
                </a:lnTo>
                <a:close/>
                <a:lnTo>
                  <a:pt x="147693" y="5220353"/>
                </a:lnTo>
                <a:close/>
                <a:lnTo>
                  <a:pt x="150977" y="5213024"/>
                </a:lnTo>
                <a:close/>
                <a:lnTo>
                  <a:pt x="154262" y="5205722"/>
                </a:lnTo>
                <a:close/>
                <a:lnTo>
                  <a:pt x="157548" y="5198448"/>
                </a:lnTo>
                <a:close/>
                <a:lnTo>
                  <a:pt x="160834" y="5191201"/>
                </a:lnTo>
                <a:close/>
                <a:lnTo>
                  <a:pt x="164121" y="5183982"/>
                </a:lnTo>
                <a:close/>
                <a:lnTo>
                  <a:pt x="167406" y="5176790"/>
                </a:lnTo>
                <a:close/>
                <a:lnTo>
                  <a:pt x="170690" y="5169627"/>
                </a:lnTo>
                <a:close/>
                <a:lnTo>
                  <a:pt x="173972" y="5162491"/>
                </a:lnTo>
                <a:close/>
                <a:lnTo>
                  <a:pt x="177252" y="5155383"/>
                </a:lnTo>
                <a:close/>
                <a:lnTo>
                  <a:pt x="180530" y="5148303"/>
                </a:lnTo>
                <a:close/>
                <a:lnTo>
                  <a:pt x="183808" y="5141250"/>
                </a:lnTo>
                <a:close/>
                <a:lnTo>
                  <a:pt x="187086" y="5134226"/>
                </a:lnTo>
                <a:close/>
                <a:lnTo>
                  <a:pt x="190364" y="5127229"/>
                </a:lnTo>
                <a:close/>
                <a:lnTo>
                  <a:pt x="193643" y="5120259"/>
                </a:lnTo>
                <a:close/>
                <a:lnTo>
                  <a:pt x="196924" y="5113317"/>
                </a:lnTo>
                <a:close/>
                <a:lnTo>
                  <a:pt x="200208" y="5106403"/>
                </a:lnTo>
                <a:close/>
                <a:lnTo>
                  <a:pt x="203493" y="5099516"/>
                </a:lnTo>
                <a:close/>
                <a:lnTo>
                  <a:pt x="206779" y="5092657"/>
                </a:lnTo>
                <a:close/>
                <a:lnTo>
                  <a:pt x="210066" y="5085826"/>
                </a:lnTo>
                <a:close/>
                <a:lnTo>
                  <a:pt x="213352" y="5079023"/>
                </a:lnTo>
                <a:close/>
                <a:lnTo>
                  <a:pt x="216637" y="5072248"/>
                </a:lnTo>
                <a:close/>
                <a:lnTo>
                  <a:pt x="219921" y="5065502"/>
                </a:lnTo>
                <a:close/>
                <a:lnTo>
                  <a:pt x="223203" y="5058784"/>
                </a:lnTo>
                <a:close/>
                <a:lnTo>
                  <a:pt x="226483" y="5052094"/>
                </a:lnTo>
                <a:close/>
                <a:lnTo>
                  <a:pt x="229761" y="5045434"/>
                </a:lnTo>
                <a:close/>
                <a:lnTo>
                  <a:pt x="233039" y="5038802"/>
                </a:lnTo>
                <a:close/>
                <a:lnTo>
                  <a:pt x="236317" y="5032199"/>
                </a:lnTo>
                <a:close/>
                <a:lnTo>
                  <a:pt x="239595" y="5025626"/>
                </a:lnTo>
                <a:close/>
                <a:lnTo>
                  <a:pt x="242874" y="5019082"/>
                </a:lnTo>
                <a:close/>
                <a:lnTo>
                  <a:pt x="246155" y="5012568"/>
                </a:lnTo>
                <a:close/>
                <a:lnTo>
                  <a:pt x="249439" y="5006083"/>
                </a:lnTo>
                <a:close/>
                <a:lnTo>
                  <a:pt x="252724" y="4999628"/>
                </a:lnTo>
                <a:close/>
                <a:lnTo>
                  <a:pt x="256010" y="4993203"/>
                </a:lnTo>
                <a:close/>
                <a:lnTo>
                  <a:pt x="259297" y="4986806"/>
                </a:lnTo>
                <a:close/>
                <a:lnTo>
                  <a:pt x="262583" y="4980439"/>
                </a:lnTo>
                <a:close/>
                <a:lnTo>
                  <a:pt x="265869" y="4974101"/>
                </a:lnTo>
                <a:close/>
                <a:lnTo>
                  <a:pt x="269152" y="4967792"/>
                </a:lnTo>
                <a:close/>
                <a:lnTo>
                  <a:pt x="272434" y="4961511"/>
                </a:lnTo>
                <a:close/>
                <a:lnTo>
                  <a:pt x="275714" y="4955260"/>
                </a:lnTo>
                <a:close/>
                <a:lnTo>
                  <a:pt x="278992" y="4949037"/>
                </a:lnTo>
                <a:close/>
                <a:lnTo>
                  <a:pt x="282270" y="4942845"/>
                </a:lnTo>
                <a:close/>
                <a:lnTo>
                  <a:pt x="285548" y="4936683"/>
                </a:lnTo>
                <a:close/>
                <a:lnTo>
                  <a:pt x="288826" y="4930551"/>
                </a:lnTo>
                <a:close/>
                <a:lnTo>
                  <a:pt x="292105" y="4924450"/>
                </a:lnTo>
                <a:close/>
                <a:lnTo>
                  <a:pt x="295386" y="4918380"/>
                </a:lnTo>
                <a:close/>
                <a:lnTo>
                  <a:pt x="298670" y="4912342"/>
                </a:lnTo>
                <a:close/>
                <a:lnTo>
                  <a:pt x="301955" y="4906336"/>
                </a:lnTo>
                <a:close/>
                <a:lnTo>
                  <a:pt x="305241" y="4900361"/>
                </a:lnTo>
                <a:close/>
                <a:lnTo>
                  <a:pt x="308528" y="4894417"/>
                </a:lnTo>
                <a:close/>
                <a:lnTo>
                  <a:pt x="311814" y="4888504"/>
                </a:lnTo>
                <a:close/>
                <a:lnTo>
                  <a:pt x="315100" y="4882622"/>
                </a:lnTo>
                <a:close/>
                <a:lnTo>
                  <a:pt x="318384" y="4876771"/>
                </a:lnTo>
                <a:close/>
                <a:lnTo>
                  <a:pt x="321665" y="4870950"/>
                </a:lnTo>
                <a:close/>
                <a:lnTo>
                  <a:pt x="324945" y="4865160"/>
                </a:lnTo>
                <a:close/>
                <a:lnTo>
                  <a:pt x="328223" y="4859401"/>
                </a:lnTo>
                <a:close/>
                <a:lnTo>
                  <a:pt x="331501" y="4853673"/>
                </a:lnTo>
                <a:close/>
                <a:lnTo>
                  <a:pt x="334778" y="4847976"/>
                </a:lnTo>
                <a:close/>
                <a:lnTo>
                  <a:pt x="338057" y="4842311"/>
                </a:lnTo>
                <a:close/>
                <a:lnTo>
                  <a:pt x="341336" y="4836678"/>
                </a:lnTo>
                <a:close/>
                <a:lnTo>
                  <a:pt x="344617" y="4831077"/>
                </a:lnTo>
                <a:close/>
                <a:lnTo>
                  <a:pt x="347901" y="4825508"/>
                </a:lnTo>
                <a:close/>
                <a:lnTo>
                  <a:pt x="351186" y="4819972"/>
                </a:lnTo>
                <a:close/>
                <a:lnTo>
                  <a:pt x="354472" y="4814467"/>
                </a:lnTo>
                <a:close/>
                <a:lnTo>
                  <a:pt x="357759" y="4808994"/>
                </a:lnTo>
                <a:close/>
                <a:lnTo>
                  <a:pt x="361045" y="4803553"/>
                </a:lnTo>
                <a:close/>
                <a:lnTo>
                  <a:pt x="364331" y="4798143"/>
                </a:lnTo>
                <a:close/>
                <a:lnTo>
                  <a:pt x="367615" y="4792764"/>
                </a:lnTo>
                <a:close/>
                <a:lnTo>
                  <a:pt x="370896" y="4787417"/>
                </a:lnTo>
                <a:close/>
                <a:lnTo>
                  <a:pt x="374176" y="4782101"/>
                </a:lnTo>
                <a:close/>
                <a:lnTo>
                  <a:pt x="377454" y="4776816"/>
                </a:lnTo>
                <a:close/>
                <a:lnTo>
                  <a:pt x="380732" y="4771564"/>
                </a:lnTo>
                <a:close/>
                <a:lnTo>
                  <a:pt x="384009" y="4766345"/>
                </a:lnTo>
                <a:close/>
                <a:lnTo>
                  <a:pt x="387288" y="4761158"/>
                </a:lnTo>
                <a:close/>
                <a:lnTo>
                  <a:pt x="390567" y="4756006"/>
                </a:lnTo>
                <a:close/>
                <a:lnTo>
                  <a:pt x="393848" y="4750887"/>
                </a:lnTo>
                <a:close/>
                <a:lnTo>
                  <a:pt x="397132" y="4745802"/>
                </a:lnTo>
                <a:close/>
                <a:lnTo>
                  <a:pt x="400417" y="4740752"/>
                </a:lnTo>
                <a:close/>
                <a:lnTo>
                  <a:pt x="403704" y="4735735"/>
                </a:lnTo>
                <a:close/>
                <a:lnTo>
                  <a:pt x="406990" y="4730752"/>
                </a:lnTo>
                <a:close/>
                <a:lnTo>
                  <a:pt x="410277" y="4725801"/>
                </a:lnTo>
                <a:close/>
                <a:lnTo>
                  <a:pt x="413562" y="4720884"/>
                </a:lnTo>
                <a:close/>
                <a:lnTo>
                  <a:pt x="416846" y="4715999"/>
                </a:lnTo>
                <a:close/>
                <a:lnTo>
                  <a:pt x="420127" y="4711146"/>
                </a:lnTo>
                <a:close/>
                <a:lnTo>
                  <a:pt x="423407" y="4706325"/>
                </a:lnTo>
                <a:close/>
                <a:lnTo>
                  <a:pt x="426685" y="4701537"/>
                </a:lnTo>
                <a:close/>
                <a:lnTo>
                  <a:pt x="429963" y="4696781"/>
                </a:lnTo>
                <a:close/>
                <a:lnTo>
                  <a:pt x="433240" y="4692057"/>
                </a:lnTo>
                <a:close/>
                <a:lnTo>
                  <a:pt x="436519" y="4687367"/>
                </a:lnTo>
                <a:close/>
                <a:lnTo>
                  <a:pt x="439798" y="4682709"/>
                </a:lnTo>
                <a:close/>
                <a:lnTo>
                  <a:pt x="443080" y="4678084"/>
                </a:lnTo>
                <a:close/>
                <a:lnTo>
                  <a:pt x="446363" y="4673492"/>
                </a:lnTo>
                <a:close/>
                <a:lnTo>
                  <a:pt x="449648" y="4668934"/>
                </a:lnTo>
                <a:close/>
                <a:lnTo>
                  <a:pt x="452935" y="4664411"/>
                </a:lnTo>
                <a:close/>
                <a:lnTo>
                  <a:pt x="456221" y="4659921"/>
                </a:lnTo>
                <a:close/>
                <a:lnTo>
                  <a:pt x="459508" y="4655466"/>
                </a:lnTo>
                <a:close/>
                <a:lnTo>
                  <a:pt x="462793" y="4651046"/>
                </a:lnTo>
                <a:close/>
                <a:lnTo>
                  <a:pt x="466077" y="4646662"/>
                </a:lnTo>
                <a:close/>
                <a:lnTo>
                  <a:pt x="469358" y="4642314"/>
                </a:lnTo>
                <a:close/>
                <a:lnTo>
                  <a:pt x="472638" y="4638001"/>
                </a:lnTo>
                <a:close/>
                <a:lnTo>
                  <a:pt x="475916" y="4633724"/>
                </a:lnTo>
                <a:close/>
                <a:lnTo>
                  <a:pt x="479194" y="4629482"/>
                </a:lnTo>
                <a:close/>
                <a:lnTo>
                  <a:pt x="482471" y="4625275"/>
                </a:lnTo>
                <a:close/>
                <a:lnTo>
                  <a:pt x="485750" y="4621101"/>
                </a:lnTo>
                <a:close/>
                <a:lnTo>
                  <a:pt x="489029" y="4616962"/>
                </a:lnTo>
                <a:close/>
                <a:lnTo>
                  <a:pt x="492311" y="4612856"/>
                </a:lnTo>
                <a:close/>
                <a:lnTo>
                  <a:pt x="495594" y="4608783"/>
                </a:lnTo>
                <a:close/>
                <a:lnTo>
                  <a:pt x="498880" y="4604745"/>
                </a:lnTo>
                <a:close/>
                <a:lnTo>
                  <a:pt x="502166" y="4600740"/>
                </a:lnTo>
                <a:close/>
                <a:lnTo>
                  <a:pt x="505453" y="4596770"/>
                </a:lnTo>
                <a:close/>
                <a:lnTo>
                  <a:pt x="508739" y="4592836"/>
                </a:lnTo>
                <a:close/>
                <a:lnTo>
                  <a:pt x="512024" y="4588936"/>
                </a:lnTo>
                <a:close/>
                <a:lnTo>
                  <a:pt x="515308" y="4585073"/>
                </a:lnTo>
                <a:close/>
                <a:lnTo>
                  <a:pt x="518589" y="4581247"/>
                </a:lnTo>
                <a:close/>
                <a:lnTo>
                  <a:pt x="521869" y="4577456"/>
                </a:lnTo>
                <a:close/>
                <a:lnTo>
                  <a:pt x="525147" y="4573703"/>
                </a:lnTo>
                <a:close/>
                <a:lnTo>
                  <a:pt x="528425" y="4569985"/>
                </a:lnTo>
                <a:close/>
                <a:lnTo>
                  <a:pt x="531702" y="4566304"/>
                </a:lnTo>
                <a:close/>
                <a:lnTo>
                  <a:pt x="534981" y="4562658"/>
                </a:lnTo>
                <a:close/>
                <a:lnTo>
                  <a:pt x="538260" y="4559049"/>
                </a:lnTo>
                <a:close/>
                <a:lnTo>
                  <a:pt x="541542" y="4555476"/>
                </a:lnTo>
                <a:close/>
                <a:lnTo>
                  <a:pt x="544825" y="4551938"/>
                </a:lnTo>
                <a:close/>
                <a:lnTo>
                  <a:pt x="548111" y="4548437"/>
                </a:lnTo>
                <a:close/>
                <a:lnTo>
                  <a:pt x="551397" y="4544971"/>
                </a:lnTo>
                <a:close/>
                <a:lnTo>
                  <a:pt x="554684" y="4541540"/>
                </a:lnTo>
                <a:close/>
                <a:lnTo>
                  <a:pt x="557970" y="4538145"/>
                </a:lnTo>
                <a:close/>
                <a:lnTo>
                  <a:pt x="561255" y="4534786"/>
                </a:lnTo>
                <a:close/>
                <a:lnTo>
                  <a:pt x="564539" y="4531462"/>
                </a:lnTo>
                <a:close/>
                <a:lnTo>
                  <a:pt x="567820" y="4528174"/>
                </a:lnTo>
                <a:close/>
                <a:lnTo>
                  <a:pt x="571100" y="4524921"/>
                </a:lnTo>
                <a:close/>
                <a:lnTo>
                  <a:pt x="574378" y="4521704"/>
                </a:lnTo>
                <a:close/>
                <a:lnTo>
                  <a:pt x="577656" y="4518523"/>
                </a:lnTo>
                <a:close/>
                <a:lnTo>
                  <a:pt x="580933" y="4515379"/>
                </a:lnTo>
                <a:close/>
                <a:lnTo>
                  <a:pt x="584211" y="4512273"/>
                </a:lnTo>
                <a:close/>
                <a:lnTo>
                  <a:pt x="587491" y="4509203"/>
                </a:lnTo>
                <a:close/>
                <a:lnTo>
                  <a:pt x="590773" y="4506172"/>
                </a:lnTo>
                <a:close/>
                <a:lnTo>
                  <a:pt x="594057" y="4503178"/>
                </a:lnTo>
                <a:close/>
                <a:lnTo>
                  <a:pt x="597342" y="4500223"/>
                </a:lnTo>
                <a:close/>
                <a:lnTo>
                  <a:pt x="600628" y="4497305"/>
                </a:lnTo>
                <a:close/>
                <a:lnTo>
                  <a:pt x="603915" y="4494425"/>
                </a:lnTo>
                <a:close/>
                <a:lnTo>
                  <a:pt x="607201" y="4491583"/>
                </a:lnTo>
                <a:close/>
                <a:lnTo>
                  <a:pt x="610486" y="4488779"/>
                </a:lnTo>
                <a:close/>
                <a:lnTo>
                  <a:pt x="613770" y="4486012"/>
                </a:lnTo>
                <a:close/>
                <a:lnTo>
                  <a:pt x="617051" y="4483283"/>
                </a:lnTo>
                <a:close/>
                <a:lnTo>
                  <a:pt x="620331" y="4480591"/>
                </a:lnTo>
                <a:close/>
                <a:lnTo>
                  <a:pt x="623609" y="4477937"/>
                </a:lnTo>
                <a:close/>
                <a:lnTo>
                  <a:pt x="626887" y="4475320"/>
                </a:lnTo>
                <a:close/>
                <a:lnTo>
                  <a:pt x="630164" y="4472740"/>
                </a:lnTo>
                <a:close/>
                <a:lnTo>
                  <a:pt x="633442" y="4470197"/>
                </a:lnTo>
                <a:close/>
                <a:lnTo>
                  <a:pt x="636722" y="4467691"/>
                </a:lnTo>
                <a:close/>
                <a:lnTo>
                  <a:pt x="640004" y="4465222"/>
                </a:lnTo>
                <a:close/>
                <a:lnTo>
                  <a:pt x="643288" y="4462790"/>
                </a:lnTo>
                <a:close/>
                <a:lnTo>
                  <a:pt x="646573" y="4460396"/>
                </a:lnTo>
                <a:close/>
                <a:lnTo>
                  <a:pt x="649859" y="4458039"/>
                </a:lnTo>
                <a:close/>
                <a:lnTo>
                  <a:pt x="653146" y="4455721"/>
                </a:lnTo>
                <a:close/>
                <a:lnTo>
                  <a:pt x="656432" y="4453442"/>
                </a:lnTo>
                <a:close/>
                <a:lnTo>
                  <a:pt x="659717" y="4451201"/>
                </a:lnTo>
                <a:close/>
                <a:lnTo>
                  <a:pt x="663001" y="4449001"/>
                </a:lnTo>
                <a:close/>
                <a:lnTo>
                  <a:pt x="666282" y="4446841"/>
                </a:lnTo>
                <a:close/>
                <a:lnTo>
                  <a:pt x="669562" y="4444720"/>
                </a:lnTo>
                <a:close/>
                <a:lnTo>
                  <a:pt x="672840" y="4442639"/>
                </a:lnTo>
                <a:close/>
                <a:lnTo>
                  <a:pt x="676117" y="4440597"/>
                </a:lnTo>
                <a:close/>
                <a:lnTo>
                  <a:pt x="679395" y="4438594"/>
                </a:lnTo>
                <a:close/>
                <a:lnTo>
                  <a:pt x="682673" y="4436628"/>
                </a:lnTo>
                <a:close/>
                <a:lnTo>
                  <a:pt x="685953" y="4434701"/>
                </a:lnTo>
                <a:close/>
                <a:lnTo>
                  <a:pt x="689235" y="4432811"/>
                </a:lnTo>
                <a:close/>
                <a:lnTo>
                  <a:pt x="692519" y="4430958"/>
                </a:lnTo>
                <a:close/>
                <a:lnTo>
                  <a:pt x="695804" y="4429143"/>
                </a:lnTo>
                <a:close/>
                <a:lnTo>
                  <a:pt x="699091" y="4427366"/>
                </a:lnTo>
                <a:close/>
                <a:lnTo>
                  <a:pt x="702377" y="4425629"/>
                </a:lnTo>
                <a:close/>
                <a:lnTo>
                  <a:pt x="705663" y="4423931"/>
                </a:lnTo>
                <a:close/>
                <a:lnTo>
                  <a:pt x="708949" y="4422274"/>
                </a:lnTo>
                <a:close/>
                <a:lnTo>
                  <a:pt x="712232" y="4420657"/>
                </a:lnTo>
                <a:close/>
                <a:lnTo>
                  <a:pt x="715513" y="4419082"/>
                </a:lnTo>
                <a:close/>
                <a:lnTo>
                  <a:pt x="718793" y="4417547"/>
                </a:lnTo>
                <a:close/>
                <a:lnTo>
                  <a:pt x="722071" y="4416053"/>
                </a:lnTo>
                <a:close/>
                <a:lnTo>
                  <a:pt x="725348" y="4414599"/>
                </a:lnTo>
                <a:close/>
                <a:lnTo>
                  <a:pt x="728626" y="4413184"/>
                </a:lnTo>
                <a:close/>
                <a:lnTo>
                  <a:pt x="731904" y="4411806"/>
                </a:lnTo>
                <a:close/>
                <a:lnTo>
                  <a:pt x="735184" y="4410467"/>
                </a:lnTo>
                <a:close/>
                <a:lnTo>
                  <a:pt x="738466" y="4409164"/>
                </a:lnTo>
                <a:close/>
                <a:lnTo>
                  <a:pt x="741750" y="4407898"/>
                </a:lnTo>
                <a:close/>
                <a:lnTo>
                  <a:pt x="745035" y="4406669"/>
                </a:lnTo>
                <a:close/>
                <a:lnTo>
                  <a:pt x="748322" y="4405479"/>
                </a:lnTo>
                <a:close/>
                <a:lnTo>
                  <a:pt x="751608" y="4404328"/>
                </a:lnTo>
                <a:close/>
                <a:lnTo>
                  <a:pt x="754894" y="4403217"/>
                </a:lnTo>
                <a:close/>
                <a:lnTo>
                  <a:pt x="758180" y="4402148"/>
                </a:lnTo>
                <a:close/>
                <a:lnTo>
                  <a:pt x="761463" y="4401120"/>
                </a:lnTo>
                <a:close/>
                <a:lnTo>
                  <a:pt x="764744" y="4400134"/>
                </a:lnTo>
                <a:close/>
                <a:lnTo>
                  <a:pt x="768024" y="4399191"/>
                </a:lnTo>
                <a:close/>
                <a:lnTo>
                  <a:pt x="771302" y="4398289"/>
                </a:lnTo>
                <a:close/>
                <a:lnTo>
                  <a:pt x="774580" y="4397428"/>
                </a:lnTo>
                <a:close/>
                <a:lnTo>
                  <a:pt x="777857" y="4396607"/>
                </a:lnTo>
                <a:close/>
                <a:lnTo>
                  <a:pt x="781136" y="4395824"/>
                </a:lnTo>
                <a:close/>
                <a:lnTo>
                  <a:pt x="784415" y="4395080"/>
                </a:lnTo>
                <a:close/>
                <a:lnTo>
                  <a:pt x="787697" y="4394374"/>
                </a:lnTo>
                <a:close/>
                <a:lnTo>
                  <a:pt x="790980" y="4393705"/>
                </a:lnTo>
                <a:close/>
                <a:lnTo>
                  <a:pt x="794265" y="4393074"/>
                </a:lnTo>
                <a:close/>
                <a:lnTo>
                  <a:pt x="797551" y="4392483"/>
                </a:lnTo>
                <a:close/>
                <a:lnTo>
                  <a:pt x="800838" y="4391932"/>
                </a:lnTo>
                <a:close/>
                <a:lnTo>
                  <a:pt x="804124" y="4391421"/>
                </a:lnTo>
                <a:close/>
                <a:lnTo>
                  <a:pt x="807410" y="4390953"/>
                </a:lnTo>
                <a:close/>
                <a:lnTo>
                  <a:pt x="810694" y="4390527"/>
                </a:lnTo>
                <a:close/>
                <a:lnTo>
                  <a:pt x="813977" y="4390144"/>
                </a:lnTo>
                <a:close/>
                <a:lnTo>
                  <a:pt x="817258" y="4389803"/>
                </a:lnTo>
                <a:close/>
                <a:lnTo>
                  <a:pt x="820538" y="4389504"/>
                </a:lnTo>
                <a:close/>
                <a:lnTo>
                  <a:pt x="823817" y="4389243"/>
                </a:lnTo>
                <a:close/>
                <a:lnTo>
                  <a:pt x="827095" y="4389022"/>
                </a:lnTo>
                <a:close/>
                <a:lnTo>
                  <a:pt x="830372" y="4388837"/>
                </a:lnTo>
                <a:close/>
                <a:lnTo>
                  <a:pt x="833649" y="4388687"/>
                </a:lnTo>
                <a:close/>
                <a:lnTo>
                  <a:pt x="836926" y="4388572"/>
                </a:lnTo>
                <a:close/>
                <a:lnTo>
                  <a:pt x="840203" y="4388489"/>
                </a:lnTo>
                <a:close/>
                <a:lnTo>
                  <a:pt x="843480" y="4388438"/>
                </a:lnTo>
                <a:close/>
                <a:lnTo>
                  <a:pt x="846758" y="4388417"/>
                </a:lnTo>
                <a:close/>
                <a:lnTo>
                  <a:pt x="850036" y="4388425"/>
                </a:lnTo>
                <a:close/>
                <a:lnTo>
                  <a:pt x="853316" y="4388461"/>
                </a:lnTo>
                <a:close/>
                <a:lnTo>
                  <a:pt x="856597" y="4388523"/>
                </a:lnTo>
                <a:close/>
                <a:lnTo>
                  <a:pt x="859879" y="4388611"/>
                </a:lnTo>
                <a:close/>
                <a:lnTo>
                  <a:pt x="863164" y="4388722"/>
                </a:lnTo>
                <a:close/>
                <a:lnTo>
                  <a:pt x="866449" y="4388856"/>
                </a:lnTo>
                <a:close/>
                <a:lnTo>
                  <a:pt x="869735" y="4389012"/>
                </a:lnTo>
                <a:close/>
                <a:lnTo>
                  <a:pt x="873022" y="4389191"/>
                </a:lnTo>
                <a:close/>
                <a:lnTo>
                  <a:pt x="876308" y="4389390"/>
                </a:lnTo>
                <a:close/>
                <a:lnTo>
                  <a:pt x="879593" y="4389609"/>
                </a:lnTo>
                <a:close/>
                <a:lnTo>
                  <a:pt x="882877" y="4389849"/>
                </a:lnTo>
                <a:close/>
                <a:lnTo>
                  <a:pt x="886159" y="4390107"/>
                </a:lnTo>
                <a:close/>
                <a:lnTo>
                  <a:pt x="889438" y="4390383"/>
                </a:lnTo>
                <a:close/>
                <a:lnTo>
                  <a:pt x="892717" y="4390676"/>
                </a:lnTo>
                <a:close/>
                <a:lnTo>
                  <a:pt x="895995" y="4390985"/>
                </a:lnTo>
                <a:close/>
                <a:lnTo>
                  <a:pt x="899272" y="4391308"/>
                </a:lnTo>
                <a:close/>
                <a:lnTo>
                  <a:pt x="902550" y="4391644"/>
                </a:lnTo>
                <a:close/>
                <a:lnTo>
                  <a:pt x="905830" y="4391993"/>
                </a:lnTo>
                <a:close/>
                <a:lnTo>
                  <a:pt x="909111" y="4392352"/>
                </a:lnTo>
                <a:close/>
                <a:lnTo>
                  <a:pt x="912394" y="4392721"/>
                </a:lnTo>
                <a:close/>
                <a:lnTo>
                  <a:pt x="915679" y="4393099"/>
                </a:lnTo>
                <a:close/>
                <a:lnTo>
                  <a:pt x="918965" y="4393485"/>
                </a:lnTo>
                <a:close/>
                <a:lnTo>
                  <a:pt x="922251" y="4393877"/>
                </a:lnTo>
                <a:close/>
                <a:lnTo>
                  <a:pt x="925538" y="4394274"/>
                </a:lnTo>
                <a:close/>
                <a:lnTo>
                  <a:pt x="928823" y="4394675"/>
                </a:lnTo>
                <a:close/>
                <a:lnTo>
                  <a:pt x="932108" y="4395079"/>
                </a:lnTo>
                <a:close/>
                <a:lnTo>
                  <a:pt x="935390" y="4395485"/>
                </a:lnTo>
                <a:close/>
                <a:lnTo>
                  <a:pt x="938670" y="4395892"/>
                </a:lnTo>
                <a:close/>
                <a:lnTo>
                  <a:pt x="941948" y="4396299"/>
                </a:lnTo>
                <a:close/>
                <a:lnTo>
                  <a:pt x="945226" y="4396705"/>
                </a:lnTo>
                <a:close/>
                <a:lnTo>
                  <a:pt x="948503" y="4397109"/>
                </a:lnTo>
                <a:close/>
                <a:lnTo>
                  <a:pt x="951782" y="4397511"/>
                </a:lnTo>
                <a:close/>
                <a:lnTo>
                  <a:pt x="955061" y="4397910"/>
                </a:lnTo>
                <a:close/>
                <a:lnTo>
                  <a:pt x="958342" y="4398304"/>
                </a:lnTo>
                <a:close/>
                <a:lnTo>
                  <a:pt x="961625" y="4398694"/>
                </a:lnTo>
                <a:close/>
                <a:lnTo>
                  <a:pt x="964910" y="4399077"/>
                </a:lnTo>
                <a:close/>
                <a:lnTo>
                  <a:pt x="968196" y="4399452"/>
                </a:lnTo>
                <a:close/>
                <a:lnTo>
                  <a:pt x="971482" y="4399818"/>
                </a:lnTo>
                <a:close/>
                <a:lnTo>
                  <a:pt x="974769" y="4400174"/>
                </a:lnTo>
                <a:close/>
                <a:lnTo>
                  <a:pt x="978055" y="4400517"/>
                </a:lnTo>
                <a:close/>
                <a:lnTo>
                  <a:pt x="981339" y="4400847"/>
                </a:lnTo>
                <a:close/>
                <a:lnTo>
                  <a:pt x="984621" y="4401163"/>
                </a:lnTo>
                <a:close/>
                <a:lnTo>
                  <a:pt x="987901" y="4401462"/>
                </a:lnTo>
                <a:close/>
                <a:lnTo>
                  <a:pt x="991179" y="4401745"/>
                </a:lnTo>
                <a:close/>
                <a:lnTo>
                  <a:pt x="994457" y="4402011"/>
                </a:lnTo>
                <a:close/>
                <a:lnTo>
                  <a:pt x="997734" y="4402258"/>
                </a:lnTo>
                <a:close/>
                <a:lnTo>
                  <a:pt x="1001013" y="4402487"/>
                </a:lnTo>
                <a:close/>
                <a:lnTo>
                  <a:pt x="1004292" y="4402696"/>
                </a:lnTo>
                <a:close/>
                <a:lnTo>
                  <a:pt x="1007573" y="4402884"/>
                </a:lnTo>
                <a:close/>
                <a:lnTo>
                  <a:pt x="1010856" y="4403050"/>
                </a:lnTo>
                <a:close/>
                <a:lnTo>
                  <a:pt x="1014141" y="4403194"/>
                </a:lnTo>
                <a:close/>
                <a:lnTo>
                  <a:pt x="1017427" y="4403314"/>
                </a:lnTo>
                <a:close/>
                <a:lnTo>
                  <a:pt x="1020714" y="4403409"/>
                </a:lnTo>
                <a:close/>
                <a:lnTo>
                  <a:pt x="1024000" y="4403477"/>
                </a:lnTo>
                <a:close/>
                <a:lnTo>
                  <a:pt x="1027286" y="4403517"/>
                </a:lnTo>
                <a:close/>
                <a:lnTo>
                  <a:pt x="1030570" y="4403527"/>
                </a:lnTo>
                <a:close/>
                <a:lnTo>
                  <a:pt x="1033852" y="4403507"/>
                </a:lnTo>
                <a:close/>
                <a:lnTo>
                  <a:pt x="1037132" y="4403455"/>
                </a:lnTo>
                <a:close/>
                <a:lnTo>
                  <a:pt x="1040410" y="4403370"/>
                </a:lnTo>
                <a:close/>
                <a:lnTo>
                  <a:pt x="1043688" y="4403251"/>
                </a:lnTo>
                <a:close/>
                <a:lnTo>
                  <a:pt x="1046965" y="4403097"/>
                </a:lnTo>
                <a:close/>
                <a:lnTo>
                  <a:pt x="1050243" y="4402907"/>
                </a:lnTo>
                <a:close/>
                <a:lnTo>
                  <a:pt x="1053523" y="4402679"/>
                </a:lnTo>
                <a:close/>
                <a:lnTo>
                  <a:pt x="1056804" y="4402414"/>
                </a:lnTo>
                <a:close/>
                <a:lnTo>
                  <a:pt x="1060087" y="4402108"/>
                </a:lnTo>
                <a:close/>
                <a:lnTo>
                  <a:pt x="1063372" y="4401762"/>
                </a:lnTo>
                <a:close/>
                <a:lnTo>
                  <a:pt x="1066658" y="4401376"/>
                </a:lnTo>
                <a:close/>
                <a:lnTo>
                  <a:pt x="1069945" y="4400947"/>
                </a:lnTo>
                <a:close/>
                <a:lnTo>
                  <a:pt x="1073231" y="4400475"/>
                </a:lnTo>
                <a:close/>
                <a:lnTo>
                  <a:pt x="1076517" y="4399959"/>
                </a:lnTo>
                <a:close/>
                <a:lnTo>
                  <a:pt x="1079801" y="4399399"/>
                </a:lnTo>
                <a:close/>
                <a:lnTo>
                  <a:pt x="1083083" y="4398794"/>
                </a:lnTo>
                <a:close/>
                <a:lnTo>
                  <a:pt x="1086363" y="4398141"/>
                </a:lnTo>
                <a:close/>
                <a:lnTo>
                  <a:pt x="1089641" y="4397441"/>
                </a:lnTo>
                <a:close/>
                <a:lnTo>
                  <a:pt x="1092919" y="4396692"/>
                </a:lnTo>
                <a:close/>
                <a:lnTo>
                  <a:pt x="1096196" y="4395891"/>
                </a:lnTo>
                <a:close/>
                <a:lnTo>
                  <a:pt x="1099474" y="4395039"/>
                </a:lnTo>
                <a:close/>
                <a:lnTo>
                  <a:pt x="1102754" y="4394133"/>
                </a:lnTo>
                <a:close/>
                <a:lnTo>
                  <a:pt x="1106035" y="4393173"/>
                </a:lnTo>
                <a:close/>
                <a:lnTo>
                  <a:pt x="1109318" y="4392156"/>
                </a:lnTo>
                <a:close/>
                <a:lnTo>
                  <a:pt x="1112603" y="4391082"/>
                </a:lnTo>
                <a:close/>
                <a:lnTo>
                  <a:pt x="1115889" y="4389951"/>
                </a:lnTo>
                <a:close/>
                <a:lnTo>
                  <a:pt x="1119176" y="4388761"/>
                </a:lnTo>
                <a:close/>
                <a:lnTo>
                  <a:pt x="1122462" y="4387511"/>
                </a:lnTo>
                <a:close/>
                <a:lnTo>
                  <a:pt x="1125748" y="4386201"/>
                </a:lnTo>
                <a:close/>
                <a:lnTo>
                  <a:pt x="1129032" y="4384829"/>
                </a:lnTo>
                <a:close/>
                <a:lnTo>
                  <a:pt x="1132314" y="4383396"/>
                </a:lnTo>
                <a:close/>
                <a:lnTo>
                  <a:pt x="1135594" y="4381899"/>
                </a:lnTo>
                <a:close/>
                <a:lnTo>
                  <a:pt x="1138872" y="4380338"/>
                </a:lnTo>
                <a:close/>
                <a:lnTo>
                  <a:pt x="1142150" y="4378712"/>
                </a:lnTo>
                <a:close/>
                <a:lnTo>
                  <a:pt x="1145427" y="4377020"/>
                </a:lnTo>
                <a:close/>
                <a:lnTo>
                  <a:pt x="1148705" y="4375259"/>
                </a:lnTo>
                <a:close/>
                <a:lnTo>
                  <a:pt x="1151985" y="4373430"/>
                </a:lnTo>
                <a:close/>
                <a:lnTo>
                  <a:pt x="1155266" y="4371531"/>
                </a:lnTo>
                <a:close/>
                <a:lnTo>
                  <a:pt x="1158549" y="4369561"/>
                </a:lnTo>
                <a:close/>
                <a:lnTo>
                  <a:pt x="1161834" y="4367519"/>
                </a:lnTo>
                <a:close/>
                <a:lnTo>
                  <a:pt x="1165120" y="4365404"/>
                </a:lnTo>
                <a:close/>
                <a:lnTo>
                  <a:pt x="1168407" y="4363214"/>
                </a:lnTo>
                <a:close/>
                <a:lnTo>
                  <a:pt x="1171693" y="4360948"/>
                </a:lnTo>
                <a:close/>
                <a:lnTo>
                  <a:pt x="1174979" y="4358606"/>
                </a:lnTo>
                <a:close/>
                <a:lnTo>
                  <a:pt x="1178263" y="4356186"/>
                </a:lnTo>
                <a:close/>
                <a:lnTo>
                  <a:pt x="1181545" y="4353686"/>
                </a:lnTo>
                <a:close/>
                <a:lnTo>
                  <a:pt x="1184825" y="4351107"/>
                </a:lnTo>
                <a:close/>
                <a:lnTo>
                  <a:pt x="1188103" y="4348447"/>
                </a:lnTo>
                <a:close/>
                <a:lnTo>
                  <a:pt x="1191381" y="4345705"/>
                </a:lnTo>
                <a:close/>
                <a:lnTo>
                  <a:pt x="1194658" y="4342880"/>
                </a:lnTo>
                <a:close/>
                <a:lnTo>
                  <a:pt x="1197936" y="4339973"/>
                </a:lnTo>
                <a:close/>
                <a:lnTo>
                  <a:pt x="1201216" y="4336982"/>
                </a:lnTo>
                <a:close/>
                <a:lnTo>
                  <a:pt x="1204497" y="4333905"/>
                </a:lnTo>
                <a:close/>
                <a:lnTo>
                  <a:pt x="1207780" y="4330743"/>
                </a:lnTo>
                <a:close/>
                <a:lnTo>
                  <a:pt x="1211065" y="4327494"/>
                </a:lnTo>
                <a:close/>
                <a:lnTo>
                  <a:pt x="1214352" y="4324156"/>
                </a:lnTo>
                <a:close/>
                <a:lnTo>
                  <a:pt x="1217638" y="4320728"/>
                </a:lnTo>
                <a:close/>
                <a:lnTo>
                  <a:pt x="1220925" y="4317208"/>
                </a:lnTo>
                <a:close/>
                <a:lnTo>
                  <a:pt x="1224210" y="4313594"/>
                </a:lnTo>
                <a:close/>
                <a:lnTo>
                  <a:pt x="1227494" y="4309885"/>
                </a:lnTo>
                <a:close/>
                <a:lnTo>
                  <a:pt x="1230776" y="4306080"/>
                </a:lnTo>
                <a:close/>
                <a:lnTo>
                  <a:pt x="1234056" y="4302178"/>
                </a:lnTo>
                <a:close/>
                <a:lnTo>
                  <a:pt x="1237334" y="4298179"/>
                </a:lnTo>
                <a:close/>
                <a:lnTo>
                  <a:pt x="1240612" y="4294085"/>
                </a:lnTo>
                <a:close/>
                <a:lnTo>
                  <a:pt x="1243889" y="4289895"/>
                </a:lnTo>
                <a:close/>
                <a:lnTo>
                  <a:pt x="1247167" y="4285611"/>
                </a:lnTo>
                <a:close/>
                <a:lnTo>
                  <a:pt x="1250447" y="4281232"/>
                </a:lnTo>
                <a:close/>
                <a:lnTo>
                  <a:pt x="1253728" y="4276759"/>
                </a:lnTo>
                <a:close/>
                <a:lnTo>
                  <a:pt x="1257011" y="4272193"/>
                </a:lnTo>
                <a:close/>
                <a:lnTo>
                  <a:pt x="1260297" y="4267532"/>
                </a:lnTo>
                <a:close/>
                <a:lnTo>
                  <a:pt x="1263583" y="4262775"/>
                </a:lnTo>
                <a:close/>
                <a:lnTo>
                  <a:pt x="1266869" y="4257922"/>
                </a:lnTo>
                <a:close/>
                <a:lnTo>
                  <a:pt x="1270156" y="4252970"/>
                </a:lnTo>
                <a:close/>
                <a:lnTo>
                  <a:pt x="1273441" y="4247919"/>
                </a:lnTo>
                <a:close/>
                <a:lnTo>
                  <a:pt x="1276725" y="4242768"/>
                </a:lnTo>
                <a:close/>
                <a:lnTo>
                  <a:pt x="1280007" y="4237515"/>
                </a:lnTo>
                <a:close/>
                <a:lnTo>
                  <a:pt x="1283287" y="4232160"/>
                </a:lnTo>
                <a:close/>
                <a:lnTo>
                  <a:pt x="1286565" y="4226701"/>
                </a:lnTo>
                <a:close/>
                <a:lnTo>
                  <a:pt x="1289843" y="4221137"/>
                </a:lnTo>
                <a:close/>
                <a:lnTo>
                  <a:pt x="1293120" y="4215467"/>
                </a:lnTo>
                <a:close/>
                <a:lnTo>
                  <a:pt x="1296398" y="4209689"/>
                </a:lnTo>
                <a:close/>
                <a:lnTo>
                  <a:pt x="1299678" y="4203802"/>
                </a:lnTo>
                <a:close/>
                <a:lnTo>
                  <a:pt x="1302959" y="4197805"/>
                </a:lnTo>
                <a:close/>
                <a:lnTo>
                  <a:pt x="1306243" y="4191697"/>
                </a:lnTo>
                <a:close/>
                <a:lnTo>
                  <a:pt x="1309528" y="4185477"/>
                </a:lnTo>
                <a:close/>
                <a:lnTo>
                  <a:pt x="1312814" y="4179143"/>
                </a:lnTo>
                <a:close/>
                <a:lnTo>
                  <a:pt x="1316101" y="4172694"/>
                </a:lnTo>
                <a:close/>
                <a:lnTo>
                  <a:pt x="1319387" y="4166130"/>
                </a:lnTo>
                <a:close/>
                <a:lnTo>
                  <a:pt x="1322672" y="4159449"/>
                </a:lnTo>
                <a:close/>
                <a:lnTo>
                  <a:pt x="1325956" y="4152651"/>
                </a:lnTo>
                <a:close/>
                <a:lnTo>
                  <a:pt x="1329238" y="4145733"/>
                </a:lnTo>
                <a:close/>
                <a:lnTo>
                  <a:pt x="1332518" y="4138696"/>
                </a:lnTo>
                <a:close/>
                <a:lnTo>
                  <a:pt x="1335796" y="4131537"/>
                </a:lnTo>
                <a:close/>
                <a:lnTo>
                  <a:pt x="1339073" y="4124257"/>
                </a:lnTo>
                <a:close/>
                <a:lnTo>
                  <a:pt x="1342351" y="4116854"/>
                </a:lnTo>
                <a:close/>
                <a:lnTo>
                  <a:pt x="1345629" y="4109328"/>
                </a:lnTo>
                <a:close/>
                <a:lnTo>
                  <a:pt x="1348909" y="4101677"/>
                </a:lnTo>
                <a:close/>
                <a:lnTo>
                  <a:pt x="1352190" y="4093901"/>
                </a:lnTo>
                <a:close/>
                <a:lnTo>
                  <a:pt x="1355474" y="4085998"/>
                </a:lnTo>
                <a:close/>
                <a:lnTo>
                  <a:pt x="1358759" y="4077967"/>
                </a:lnTo>
                <a:close/>
                <a:lnTo>
                  <a:pt x="1362045" y="4069806"/>
                </a:lnTo>
                <a:close/>
                <a:lnTo>
                  <a:pt x="1365332" y="4061513"/>
                </a:lnTo>
                <a:close/>
                <a:lnTo>
                  <a:pt x="1368618" y="4053087"/>
                </a:lnTo>
                <a:close/>
                <a:lnTo>
                  <a:pt x="1371903" y="4044525"/>
                </a:lnTo>
                <a:close/>
                <a:lnTo>
                  <a:pt x="1375187" y="4035826"/>
                </a:lnTo>
                <a:close/>
                <a:lnTo>
                  <a:pt x="1378469" y="4026989"/>
                </a:lnTo>
                <a:close/>
                <a:lnTo>
                  <a:pt x="1381749" y="4018013"/>
                </a:lnTo>
                <a:close/>
                <a:lnTo>
                  <a:pt x="1385027" y="4008898"/>
                </a:lnTo>
                <a:close/>
                <a:lnTo>
                  <a:pt x="1388304" y="3999647"/>
                </a:lnTo>
                <a:close/>
                <a:lnTo>
                  <a:pt x="1391582" y="3990259"/>
                </a:lnTo>
                <a:close/>
                <a:lnTo>
                  <a:pt x="1394860" y="3980735"/>
                </a:lnTo>
                <a:close/>
                <a:lnTo>
                  <a:pt x="1398140" y="3971076"/>
                </a:lnTo>
                <a:close/>
                <a:lnTo>
                  <a:pt x="1401421" y="3961283"/>
                </a:lnTo>
                <a:close/>
                <a:lnTo>
                  <a:pt x="1404705" y="3951356"/>
                </a:lnTo>
                <a:close/>
                <a:lnTo>
                  <a:pt x="1407990" y="3941294"/>
                </a:lnTo>
                <a:close/>
                <a:lnTo>
                  <a:pt x="1411276" y="3931097"/>
                </a:lnTo>
                <a:close/>
                <a:lnTo>
                  <a:pt x="1414563" y="3920765"/>
                </a:lnTo>
                <a:close/>
                <a:lnTo>
                  <a:pt x="1417849" y="3910297"/>
                </a:lnTo>
                <a:close/>
                <a:lnTo>
                  <a:pt x="1421135" y="3899692"/>
                </a:lnTo>
                <a:close/>
                <a:lnTo>
                  <a:pt x="1424418" y="3888949"/>
                </a:lnTo>
                <a:close/>
                <a:lnTo>
                  <a:pt x="1427700" y="3878069"/>
                </a:lnTo>
                <a:close/>
                <a:lnTo>
                  <a:pt x="1430979" y="3867051"/>
                </a:lnTo>
                <a:close/>
                <a:lnTo>
                  <a:pt x="1434258" y="3855896"/>
                </a:lnTo>
                <a:close/>
                <a:lnTo>
                  <a:pt x="1437535" y="3844603"/>
                </a:lnTo>
                <a:close/>
                <a:lnTo>
                  <a:pt x="1440813" y="3833172"/>
                </a:lnTo>
                <a:close/>
                <a:lnTo>
                  <a:pt x="1444091" y="3821605"/>
                </a:lnTo>
                <a:close/>
                <a:lnTo>
                  <a:pt x="1447371" y="3809902"/>
                </a:lnTo>
                <a:close/>
                <a:lnTo>
                  <a:pt x="1450652" y="3798062"/>
                </a:lnTo>
                <a:close/>
                <a:lnTo>
                  <a:pt x="1453936" y="3786086"/>
                </a:lnTo>
                <a:close/>
                <a:lnTo>
                  <a:pt x="1457221" y="3773974"/>
                </a:lnTo>
                <a:close/>
                <a:lnTo>
                  <a:pt x="1460507" y="3761726"/>
                </a:lnTo>
                <a:close/>
                <a:lnTo>
                  <a:pt x="1463794" y="3749343"/>
                </a:lnTo>
                <a:close/>
                <a:lnTo>
                  <a:pt x="1467080" y="3736825"/>
                </a:lnTo>
                <a:close/>
                <a:lnTo>
                  <a:pt x="1470366" y="3724172"/>
                </a:lnTo>
                <a:close/>
                <a:lnTo>
                  <a:pt x="1473649" y="3711384"/>
                </a:lnTo>
                <a:close/>
                <a:lnTo>
                  <a:pt x="1476931" y="3698462"/>
                </a:lnTo>
                <a:close/>
                <a:lnTo>
                  <a:pt x="1480210" y="3685403"/>
                </a:lnTo>
                <a:close/>
                <a:lnTo>
                  <a:pt x="1483489" y="3672208"/>
                </a:lnTo>
                <a:close/>
                <a:lnTo>
                  <a:pt x="1486766" y="3658872"/>
                </a:lnTo>
                <a:close/>
                <a:lnTo>
                  <a:pt x="1490044" y="3645396"/>
                </a:lnTo>
                <a:close/>
                <a:lnTo>
                  <a:pt x="1493322" y="3631776"/>
                </a:lnTo>
                <a:close/>
                <a:lnTo>
                  <a:pt x="1496602" y="3618011"/>
                </a:lnTo>
                <a:close/>
                <a:lnTo>
                  <a:pt x="1499883" y="3604099"/>
                </a:lnTo>
                <a:close/>
                <a:lnTo>
                  <a:pt x="1503167" y="3590038"/>
                </a:lnTo>
                <a:close/>
                <a:lnTo>
                  <a:pt x="1506452" y="3575831"/>
                </a:lnTo>
                <a:close/>
                <a:lnTo>
                  <a:pt x="1509739" y="3561476"/>
                </a:lnTo>
                <a:close/>
                <a:lnTo>
                  <a:pt x="1513025" y="3546976"/>
                </a:lnTo>
                <a:close/>
                <a:lnTo>
                  <a:pt x="1516312" y="3532330"/>
                </a:lnTo>
                <a:close/>
                <a:lnTo>
                  <a:pt x="1519597" y="3517540"/>
                </a:lnTo>
                <a:close/>
                <a:lnTo>
                  <a:pt x="1522880" y="3502606"/>
                </a:lnTo>
                <a:close/>
                <a:lnTo>
                  <a:pt x="1526162" y="3487528"/>
                </a:lnTo>
                <a:close/>
                <a:lnTo>
                  <a:pt x="1529441" y="3472306"/>
                </a:lnTo>
                <a:close/>
                <a:lnTo>
                  <a:pt x="1532720" y="3456938"/>
                </a:lnTo>
                <a:close/>
                <a:lnTo>
                  <a:pt x="1535997" y="3441423"/>
                </a:lnTo>
                <a:close/>
                <a:lnTo>
                  <a:pt x="1539275" y="3425758"/>
                </a:lnTo>
                <a:close/>
                <a:lnTo>
                  <a:pt x="1542553" y="3409942"/>
                </a:lnTo>
                <a:close/>
                <a:lnTo>
                  <a:pt x="1545833" y="3393974"/>
                </a:lnTo>
                <a:close/>
                <a:lnTo>
                  <a:pt x="1549114" y="3377851"/>
                </a:lnTo>
                <a:close/>
                <a:lnTo>
                  <a:pt x="1552398" y="3361573"/>
                </a:lnTo>
                <a:close/>
                <a:lnTo>
                  <a:pt x="1555683" y="3345140"/>
                </a:lnTo>
                <a:close/>
                <a:lnTo>
                  <a:pt x="1558970" y="3328552"/>
                </a:lnTo>
                <a:close/>
                <a:lnTo>
                  <a:pt x="1562256" y="3311808"/>
                </a:lnTo>
                <a:close/>
                <a:lnTo>
                  <a:pt x="1565543" y="3294908"/>
                </a:lnTo>
                <a:close/>
                <a:lnTo>
                  <a:pt x="1568828" y="3277854"/>
                </a:lnTo>
                <a:close/>
                <a:lnTo>
                  <a:pt x="1572112" y="3260644"/>
                </a:lnTo>
                <a:close/>
                <a:lnTo>
                  <a:pt x="1575393" y="3243280"/>
                </a:lnTo>
                <a:close/>
                <a:lnTo>
                  <a:pt x="1578672" y="3225760"/>
                </a:lnTo>
                <a:close/>
                <a:lnTo>
                  <a:pt x="1581951" y="3208086"/>
                </a:lnTo>
                <a:close/>
                <a:lnTo>
                  <a:pt x="1585228" y="3190257"/>
                </a:lnTo>
                <a:close/>
                <a:lnTo>
                  <a:pt x="1588506" y="3172273"/>
                </a:lnTo>
                <a:close/>
                <a:lnTo>
                  <a:pt x="1591784" y="3154135"/>
                </a:lnTo>
                <a:close/>
                <a:lnTo>
                  <a:pt x="1595064" y="3135844"/>
                </a:lnTo>
                <a:close/>
                <a:lnTo>
                  <a:pt x="1598345" y="3117398"/>
                </a:lnTo>
                <a:close/>
                <a:lnTo>
                  <a:pt x="1601629" y="3098798"/>
                </a:lnTo>
                <a:close/>
                <a:lnTo>
                  <a:pt x="1604915" y="3080045"/>
                </a:lnTo>
                <a:close/>
                <a:lnTo>
                  <a:pt x="1608201" y="3061137"/>
                </a:lnTo>
                <a:close/>
                <a:lnTo>
                  <a:pt x="1611488" y="3042076"/>
                </a:lnTo>
                <a:close/>
                <a:lnTo>
                  <a:pt x="1614774" y="3022860"/>
                </a:lnTo>
                <a:close/>
                <a:lnTo>
                  <a:pt x="1618059" y="3003490"/>
                </a:lnTo>
                <a:close/>
                <a:lnTo>
                  <a:pt x="1621343" y="2983965"/>
                </a:lnTo>
                <a:close/>
                <a:lnTo>
                  <a:pt x="1624624" y="2964286"/>
                </a:lnTo>
                <a:close/>
                <a:lnTo>
                  <a:pt x="1627903" y="2944452"/>
                </a:lnTo>
                <a:close/>
                <a:lnTo>
                  <a:pt x="1631182" y="2924462"/>
                </a:lnTo>
                <a:close/>
                <a:lnTo>
                  <a:pt x="1634459" y="2904317"/>
                </a:lnTo>
                <a:close/>
                <a:lnTo>
                  <a:pt x="1637737" y="2884016"/>
                </a:lnTo>
                <a:close/>
                <a:lnTo>
                  <a:pt x="1641015" y="2863558"/>
                </a:lnTo>
                <a:close/>
                <a:lnTo>
                  <a:pt x="1644295" y="2842943"/>
                </a:lnTo>
                <a:close/>
                <a:lnTo>
                  <a:pt x="1647576" y="2822171"/>
                </a:lnTo>
                <a:close/>
                <a:lnTo>
                  <a:pt x="1650860" y="2801241"/>
                </a:lnTo>
                <a:close/>
                <a:lnTo>
                  <a:pt x="1654146" y="2780155"/>
                </a:lnTo>
                <a:close/>
                <a:lnTo>
                  <a:pt x="1657432" y="2758915"/>
                </a:lnTo>
                <a:close/>
                <a:lnTo>
                  <a:pt x="1660719" y="2737520"/>
                </a:lnTo>
                <a:close/>
                <a:lnTo>
                  <a:pt x="1664005" y="2715972"/>
                </a:lnTo>
                <a:close/>
                <a:lnTo>
                  <a:pt x="1667290" y="2694273"/>
                </a:lnTo>
                <a:close/>
                <a:lnTo>
                  <a:pt x="1670574" y="2672424"/>
                </a:lnTo>
                <a:close/>
                <a:lnTo>
                  <a:pt x="1673855" y="2650424"/>
                </a:lnTo>
                <a:close/>
                <a:lnTo>
                  <a:pt x="1677134" y="2628273"/>
                </a:lnTo>
                <a:close/>
                <a:lnTo>
                  <a:pt x="1680412" y="2605968"/>
                </a:lnTo>
                <a:close/>
                <a:lnTo>
                  <a:pt x="1683690" y="2583505"/>
                </a:lnTo>
                <a:close/>
                <a:lnTo>
                  <a:pt x="1686968" y="2560883"/>
                </a:lnTo>
                <a:close/>
                <a:lnTo>
                  <a:pt x="1690246" y="2538097"/>
                </a:lnTo>
                <a:close/>
                <a:lnTo>
                  <a:pt x="1693526" y="2515146"/>
                </a:lnTo>
                <a:close/>
                <a:lnTo>
                  <a:pt x="1696808" y="2492026"/>
                </a:lnTo>
                <a:close/>
                <a:lnTo>
                  <a:pt x="1700091" y="2468736"/>
                </a:lnTo>
                <a:close/>
                <a:lnTo>
                  <a:pt x="1703377" y="2445279"/>
                </a:lnTo>
                <a:close/>
                <a:lnTo>
                  <a:pt x="1706663" y="2421655"/>
                </a:lnTo>
                <a:close/>
                <a:lnTo>
                  <a:pt x="1709950" y="2397866"/>
                </a:lnTo>
                <a:close/>
                <a:lnTo>
                  <a:pt x="1713236" y="2373915"/>
                </a:lnTo>
                <a:close/>
                <a:lnTo>
                  <a:pt x="1716521" y="2349802"/>
                </a:lnTo>
                <a:close/>
                <a:lnTo>
                  <a:pt x="1719805" y="2325529"/>
                </a:lnTo>
                <a:close/>
                <a:lnTo>
                  <a:pt x="1723086" y="2301098"/>
                </a:lnTo>
                <a:close/>
                <a:lnTo>
                  <a:pt x="1726365" y="2276507"/>
                </a:lnTo>
                <a:close/>
                <a:lnTo>
                  <a:pt x="1729643" y="2251754"/>
                </a:lnTo>
                <a:close/>
                <a:lnTo>
                  <a:pt x="1732921" y="2226835"/>
                </a:lnTo>
                <a:close/>
                <a:lnTo>
                  <a:pt x="1736199" y="2201748"/>
                </a:lnTo>
                <a:close/>
                <a:lnTo>
                  <a:pt x="1739477" y="2176491"/>
                </a:lnTo>
                <a:close/>
                <a:lnTo>
                  <a:pt x="1742757" y="2151061"/>
                </a:lnTo>
                <a:close/>
                <a:lnTo>
                  <a:pt x="1746039" y="2125455"/>
                </a:lnTo>
                <a:close/>
                <a:lnTo>
                  <a:pt x="1749323" y="2099672"/>
                </a:lnTo>
                <a:close/>
                <a:lnTo>
                  <a:pt x="1752608" y="2073713"/>
                </a:lnTo>
                <a:close/>
                <a:lnTo>
                  <a:pt x="1755894" y="2047579"/>
                </a:lnTo>
                <a:close/>
                <a:lnTo>
                  <a:pt x="1759181" y="2021271"/>
                </a:lnTo>
                <a:close/>
                <a:lnTo>
                  <a:pt x="1762467" y="1994790"/>
                </a:lnTo>
                <a:close/>
                <a:lnTo>
                  <a:pt x="1765752" y="1968136"/>
                </a:lnTo>
                <a:close/>
                <a:lnTo>
                  <a:pt x="1769036" y="1941311"/>
                </a:lnTo>
                <a:close/>
                <a:lnTo>
                  <a:pt x="1772317" y="1914315"/>
                </a:lnTo>
                <a:close/>
                <a:lnTo>
                  <a:pt x="1775596" y="1887149"/>
                </a:lnTo>
                <a:close/>
                <a:lnTo>
                  <a:pt x="1778874" y="1859811"/>
                </a:lnTo>
                <a:close/>
                <a:lnTo>
                  <a:pt x="1782152" y="1832302"/>
                </a:lnTo>
                <a:close/>
                <a:lnTo>
                  <a:pt x="1785430" y="1804621"/>
                </a:lnTo>
                <a:close/>
                <a:lnTo>
                  <a:pt x="1788708" y="1776767"/>
                </a:lnTo>
                <a:close/>
                <a:lnTo>
                  <a:pt x="1791988" y="1748740"/>
                </a:lnTo>
                <a:close/>
                <a:lnTo>
                  <a:pt x="1795270" y="1720540"/>
                </a:lnTo>
                <a:close/>
                <a:lnTo>
                  <a:pt x="1798554" y="1692166"/>
                </a:lnTo>
                <a:close/>
                <a:lnTo>
                  <a:pt x="1801839" y="1663618"/>
                </a:lnTo>
                <a:close/>
                <a:lnTo>
                  <a:pt x="1805126" y="1634897"/>
                </a:lnTo>
                <a:close/>
                <a:lnTo>
                  <a:pt x="1808412" y="1606004"/>
                </a:lnTo>
                <a:close/>
                <a:lnTo>
                  <a:pt x="1811698" y="1576937"/>
                </a:lnTo>
                <a:close/>
                <a:lnTo>
                  <a:pt x="1814983" y="1547699"/>
                </a:lnTo>
                <a:close/>
                <a:lnTo>
                  <a:pt x="1818267" y="1518288"/>
                </a:lnTo>
                <a:close/>
                <a:lnTo>
                  <a:pt x="1821548" y="1488704"/>
                </a:lnTo>
                <a:close/>
                <a:lnTo>
                  <a:pt x="1824827" y="1458948"/>
                </a:lnTo>
                <a:close/>
                <a:lnTo>
                  <a:pt x="1828105" y="1429018"/>
                </a:lnTo>
                <a:close/>
                <a:lnTo>
                  <a:pt x="1831383" y="1398912"/>
                </a:lnTo>
                <a:close/>
                <a:lnTo>
                  <a:pt x="1834661" y="1368630"/>
                </a:lnTo>
                <a:close/>
                <a:lnTo>
                  <a:pt x="1837939" y="1338170"/>
                </a:lnTo>
                <a:close/>
                <a:lnTo>
                  <a:pt x="1841219" y="1307531"/>
                </a:lnTo>
                <a:close/>
                <a:lnTo>
                  <a:pt x="1844501" y="1276713"/>
                </a:lnTo>
                <a:close/>
                <a:lnTo>
                  <a:pt x="1847785" y="1245713"/>
                </a:lnTo>
                <a:close/>
                <a:lnTo>
                  <a:pt x="1851070" y="1214531"/>
                </a:lnTo>
                <a:close/>
                <a:lnTo>
                  <a:pt x="1854357" y="1183164"/>
                </a:lnTo>
                <a:close/>
                <a:lnTo>
                  <a:pt x="1857643" y="1151611"/>
                </a:lnTo>
                <a:close/>
                <a:lnTo>
                  <a:pt x="1860929" y="1119871"/>
                </a:lnTo>
                <a:close/>
                <a:lnTo>
                  <a:pt x="1864215" y="1087942"/>
                </a:lnTo>
                <a:close/>
                <a:lnTo>
                  <a:pt x="1867498" y="1055822"/>
                </a:lnTo>
                <a:close/>
                <a:lnTo>
                  <a:pt x="1870779" y="1023511"/>
                </a:lnTo>
                <a:close/>
                <a:lnTo>
                  <a:pt x="1874058" y="991007"/>
                </a:lnTo>
                <a:close/>
                <a:lnTo>
                  <a:pt x="1877337" y="958310"/>
                </a:lnTo>
                <a:close/>
                <a:lnTo>
                  <a:pt x="1880614" y="925419"/>
                </a:lnTo>
                <a:close/>
                <a:lnTo>
                  <a:pt x="1883892" y="892334"/>
                </a:lnTo>
                <a:close/>
                <a:lnTo>
                  <a:pt x="1887170" y="859054"/>
                </a:lnTo>
                <a:close/>
                <a:lnTo>
                  <a:pt x="1890450" y="825580"/>
                </a:lnTo>
                <a:close/>
                <a:lnTo>
                  <a:pt x="1893732" y="791909"/>
                </a:lnTo>
                <a:close/>
                <a:lnTo>
                  <a:pt x="1897015" y="758042"/>
                </a:lnTo>
                <a:close/>
                <a:lnTo>
                  <a:pt x="1900301" y="723976"/>
                </a:lnTo>
                <a:close/>
                <a:lnTo>
                  <a:pt x="1903587" y="689707"/>
                </a:lnTo>
                <a:close/>
                <a:lnTo>
                  <a:pt x="1906873" y="655235"/>
                </a:lnTo>
                <a:close/>
                <a:lnTo>
                  <a:pt x="1910160" y="620557"/>
                </a:lnTo>
                <a:close/>
                <a:lnTo>
                  <a:pt x="1913445" y="585670"/>
                </a:lnTo>
                <a:close/>
                <a:lnTo>
                  <a:pt x="1916729" y="550571"/>
                </a:lnTo>
                <a:close/>
                <a:lnTo>
                  <a:pt x="1920011" y="515261"/>
                </a:lnTo>
                <a:close/>
                <a:lnTo>
                  <a:pt x="1923292" y="479739"/>
                </a:lnTo>
                <a:close/>
                <a:lnTo>
                  <a:pt x="1926571" y="444009"/>
                </a:lnTo>
                <a:close/>
                <a:lnTo>
                  <a:pt x="1929849" y="408074"/>
                </a:lnTo>
                <a:close/>
                <a:lnTo>
                  <a:pt x="1933127" y="371936"/>
                </a:lnTo>
                <a:close/>
                <a:lnTo>
                  <a:pt x="1936405" y="335598"/>
                </a:lnTo>
                <a:close/>
                <a:lnTo>
                  <a:pt x="1939682" y="299063"/>
                </a:lnTo>
                <a:close/>
                <a:lnTo>
                  <a:pt x="1942961" y="262333"/>
                </a:lnTo>
                <a:close/>
                <a:lnTo>
                  <a:pt x="1946241" y="225411"/>
                </a:lnTo>
                <a:close/>
                <a:lnTo>
                  <a:pt x="1949522" y="188300"/>
                </a:lnTo>
                <a:close/>
                <a:lnTo>
                  <a:pt x="1952804" y="151003"/>
                </a:lnTo>
                <a:close/>
                <a:lnTo>
                  <a:pt x="1956089" y="113521"/>
                </a:lnTo>
                <a:close/>
                <a:lnTo>
                  <a:pt x="1959376" y="75858"/>
                </a:lnTo>
                <a:close/>
                <a:lnTo>
                  <a:pt x="1962667" y="38017"/>
                </a:lnTo>
                <a:close/>
                <a:lnTo>
                  <a:pt x="1965960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5486400.0" y="971550.0"/>
            <a:ext cx="0.0" cy="16002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572000.0" y="971550.0"/>
            <a:ext cx="9144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397500" y="882650"/>
            <a:ext cx="177800" cy="1778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029200.0" y="2480310.0"/>
            <a:ext cx="36576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5577840.0" y="2480310.0"/>
            <a:ext cx="36576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5326380.0" y="1186434.0"/>
            <a:ext cx="91440.0" cy="370332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5500116.0" y="537210.0"/>
            <a:ext cx="54864.0" cy="36576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775200" y="-317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35120" y="6540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240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512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