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0.0" y="2571750.0"/>
            <a:ext cx="27432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971550.0"/>
            <a:ext cx="0.0" cy="2286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3886200" y="971550"/>
            <a:ext cx="2057400" cy="2148840"/>
          </a:xfrm>
          <a:custGeom>
            <a:avLst/>
            <a:gdLst/>
            <a:ahLst/>
            <a:cxnLst/>
            <a:rect l="l" t="t" r="r" b="b"/>
            <a:pathLst>
              <a:path w="2057400" h="2148840">
                <a:moveTo>
                  <a:pt x="0" y="2148840"/>
                </a:moveTo>
                <a:lnTo>
                  <a:pt x="9633" y="2129065"/>
                </a:lnTo>
                <a:close/>
                <a:lnTo>
                  <a:pt x="19267" y="2109601"/>
                </a:lnTo>
                <a:close/>
                <a:lnTo>
                  <a:pt x="28900" y="2090450"/>
                </a:lnTo>
                <a:close/>
                <a:lnTo>
                  <a:pt x="38533" y="2071614"/>
                </a:lnTo>
                <a:close/>
                <a:lnTo>
                  <a:pt x="48166" y="2053095"/>
                </a:lnTo>
                <a:close/>
                <a:lnTo>
                  <a:pt x="57800" y="2034895"/>
                </a:lnTo>
                <a:close/>
                <a:lnTo>
                  <a:pt x="67433" y="2017017"/>
                </a:lnTo>
                <a:close/>
                <a:lnTo>
                  <a:pt x="77066" y="1999462"/>
                </a:lnTo>
                <a:close/>
                <a:lnTo>
                  <a:pt x="86700" y="1982232"/>
                </a:lnTo>
                <a:close/>
                <a:lnTo>
                  <a:pt x="96333" y="1965330"/>
                </a:lnTo>
                <a:close/>
                <a:lnTo>
                  <a:pt x="105966" y="1948758"/>
                </a:lnTo>
                <a:close/>
                <a:lnTo>
                  <a:pt x="115600" y="1932517"/>
                </a:lnTo>
                <a:close/>
                <a:lnTo>
                  <a:pt x="125233" y="1916609"/>
                </a:lnTo>
                <a:close/>
                <a:lnTo>
                  <a:pt x="134866" y="1901038"/>
                </a:lnTo>
                <a:close/>
                <a:lnTo>
                  <a:pt x="144500" y="1885804"/>
                </a:lnTo>
                <a:close/>
                <a:lnTo>
                  <a:pt x="154133" y="1870910"/>
                </a:lnTo>
                <a:close/>
                <a:lnTo>
                  <a:pt x="163766" y="1856358"/>
                </a:lnTo>
                <a:close/>
                <a:lnTo>
                  <a:pt x="173400" y="1842150"/>
                </a:lnTo>
                <a:close/>
                <a:lnTo>
                  <a:pt x="183033" y="1828288"/>
                </a:lnTo>
                <a:close/>
                <a:lnTo>
                  <a:pt x="192666" y="1814775"/>
                </a:lnTo>
                <a:close/>
                <a:lnTo>
                  <a:pt x="202300" y="1801611"/>
                </a:lnTo>
                <a:close/>
                <a:lnTo>
                  <a:pt x="211933" y="1788800"/>
                </a:lnTo>
                <a:close/>
                <a:lnTo>
                  <a:pt x="221566" y="1776343"/>
                </a:lnTo>
                <a:close/>
                <a:lnTo>
                  <a:pt x="231200" y="1764242"/>
                </a:lnTo>
                <a:close/>
                <a:lnTo>
                  <a:pt x="240833" y="1752500"/>
                </a:lnTo>
                <a:close/>
                <a:lnTo>
                  <a:pt x="250466" y="1741118"/>
                </a:lnTo>
                <a:close/>
                <a:lnTo>
                  <a:pt x="260099" y="1730099"/>
                </a:lnTo>
                <a:close/>
                <a:lnTo>
                  <a:pt x="269733" y="1719445"/>
                </a:lnTo>
                <a:close/>
                <a:lnTo>
                  <a:pt x="279366" y="1709157"/>
                </a:lnTo>
                <a:close/>
                <a:lnTo>
                  <a:pt x="288999" y="1699231"/>
                </a:lnTo>
                <a:close/>
                <a:lnTo>
                  <a:pt x="298633" y="1689657"/>
                </a:lnTo>
                <a:close/>
                <a:lnTo>
                  <a:pt x="308266" y="1680425"/>
                </a:lnTo>
                <a:close/>
                <a:lnTo>
                  <a:pt x="317899" y="1671524"/>
                </a:lnTo>
                <a:close/>
                <a:lnTo>
                  <a:pt x="327532" y="1662944"/>
                </a:lnTo>
                <a:close/>
                <a:lnTo>
                  <a:pt x="337166" y="1654674"/>
                </a:lnTo>
                <a:close/>
                <a:lnTo>
                  <a:pt x="346799" y="1646705"/>
                </a:lnTo>
                <a:close/>
                <a:lnTo>
                  <a:pt x="356432" y="1639026"/>
                </a:lnTo>
                <a:close/>
                <a:lnTo>
                  <a:pt x="366065" y="1631627"/>
                </a:lnTo>
                <a:close/>
                <a:lnTo>
                  <a:pt x="375699" y="1624497"/>
                </a:lnTo>
                <a:close/>
                <a:lnTo>
                  <a:pt x="385332" y="1617626"/>
                </a:lnTo>
                <a:close/>
                <a:lnTo>
                  <a:pt x="394966" y="1611004"/>
                </a:lnTo>
                <a:close/>
                <a:lnTo>
                  <a:pt x="404599" y="1604620"/>
                </a:lnTo>
                <a:close/>
                <a:lnTo>
                  <a:pt x="414232" y="1598464"/>
                </a:lnTo>
                <a:close/>
                <a:lnTo>
                  <a:pt x="423866" y="1592526"/>
                </a:lnTo>
                <a:close/>
                <a:lnTo>
                  <a:pt x="433499" y="1586799"/>
                </a:lnTo>
                <a:close/>
                <a:lnTo>
                  <a:pt x="443133" y="1581273"/>
                </a:lnTo>
                <a:close/>
                <a:lnTo>
                  <a:pt x="452766" y="1575941"/>
                </a:lnTo>
                <a:close/>
                <a:lnTo>
                  <a:pt x="462400" y="1570794"/>
                </a:lnTo>
                <a:close/>
                <a:lnTo>
                  <a:pt x="472033" y="1565824"/>
                </a:lnTo>
                <a:close/>
                <a:lnTo>
                  <a:pt x="481667" y="1561023"/>
                </a:lnTo>
                <a:close/>
                <a:lnTo>
                  <a:pt x="491300" y="1556382"/>
                </a:lnTo>
                <a:close/>
                <a:lnTo>
                  <a:pt x="500934" y="1551893"/>
                </a:lnTo>
                <a:close/>
                <a:lnTo>
                  <a:pt x="510567" y="1547547"/>
                </a:lnTo>
                <a:close/>
                <a:lnTo>
                  <a:pt x="520200" y="1543338"/>
                </a:lnTo>
                <a:close/>
                <a:lnTo>
                  <a:pt x="529833" y="1539255"/>
                </a:lnTo>
                <a:close/>
                <a:lnTo>
                  <a:pt x="539466" y="1535292"/>
                </a:lnTo>
                <a:close/>
                <a:lnTo>
                  <a:pt x="549099" y="1531439"/>
                </a:lnTo>
                <a:close/>
                <a:lnTo>
                  <a:pt x="558731" y="1527689"/>
                </a:lnTo>
                <a:close/>
                <a:lnTo>
                  <a:pt x="568364" y="1524038"/>
                </a:lnTo>
                <a:close/>
                <a:lnTo>
                  <a:pt x="577996" y="1520482"/>
                </a:lnTo>
                <a:close/>
                <a:lnTo>
                  <a:pt x="587629" y="1517015"/>
                </a:lnTo>
                <a:close/>
                <a:lnTo>
                  <a:pt x="597261" y="1513635"/>
                </a:lnTo>
                <a:close/>
                <a:lnTo>
                  <a:pt x="606894" y="1510338"/>
                </a:lnTo>
                <a:close/>
                <a:lnTo>
                  <a:pt x="616527" y="1507118"/>
                </a:lnTo>
                <a:close/>
                <a:lnTo>
                  <a:pt x="626160" y="1503972"/>
                </a:lnTo>
                <a:close/>
                <a:lnTo>
                  <a:pt x="635793" y="1500897"/>
                </a:lnTo>
                <a:close/>
                <a:lnTo>
                  <a:pt x="645427" y="1497887"/>
                </a:lnTo>
                <a:close/>
                <a:lnTo>
                  <a:pt x="655061" y="1494939"/>
                </a:lnTo>
                <a:close/>
                <a:lnTo>
                  <a:pt x="664695" y="1492049"/>
                </a:lnTo>
                <a:close/>
                <a:lnTo>
                  <a:pt x="674329" y="1489212"/>
                </a:lnTo>
                <a:close/>
                <a:lnTo>
                  <a:pt x="683965" y="1486426"/>
                </a:lnTo>
                <a:close/>
                <a:lnTo>
                  <a:pt x="693600" y="1483684"/>
                </a:lnTo>
                <a:close/>
                <a:lnTo>
                  <a:pt x="703236" y="1480984"/>
                </a:lnTo>
                <a:close/>
                <a:lnTo>
                  <a:pt x="712873" y="1478322"/>
                </a:lnTo>
                <a:close/>
                <a:lnTo>
                  <a:pt x="722509" y="1475694"/>
                </a:lnTo>
                <a:close/>
                <a:lnTo>
                  <a:pt x="732145" y="1473095"/>
                </a:lnTo>
                <a:close/>
                <a:lnTo>
                  <a:pt x="741781" y="1470522"/>
                </a:lnTo>
                <a:close/>
                <a:lnTo>
                  <a:pt x="751417" y="1467971"/>
                </a:lnTo>
                <a:close/>
                <a:lnTo>
                  <a:pt x="761051" y="1465439"/>
                </a:lnTo>
                <a:close/>
                <a:lnTo>
                  <a:pt x="770685" y="1462920"/>
                </a:lnTo>
                <a:close/>
                <a:lnTo>
                  <a:pt x="780318" y="1460411"/>
                </a:lnTo>
                <a:close/>
                <a:lnTo>
                  <a:pt x="789949" y="1457909"/>
                </a:lnTo>
                <a:close/>
                <a:lnTo>
                  <a:pt x="799579" y="1455409"/>
                </a:lnTo>
                <a:close/>
                <a:lnTo>
                  <a:pt x="809208" y="1452908"/>
                </a:lnTo>
                <a:close/>
                <a:lnTo>
                  <a:pt x="818835" y="1450401"/>
                </a:lnTo>
                <a:close/>
                <a:lnTo>
                  <a:pt x="828460" y="1447885"/>
                </a:lnTo>
                <a:close/>
                <a:lnTo>
                  <a:pt x="838083" y="1445352"/>
                </a:lnTo>
                <a:close/>
                <a:lnTo>
                  <a:pt x="847705" y="1442795"/>
                </a:lnTo>
                <a:close/>
                <a:lnTo>
                  <a:pt x="857327" y="1440204"/>
                </a:lnTo>
                <a:close/>
                <a:lnTo>
                  <a:pt x="866950" y="1437570"/>
                </a:lnTo>
                <a:close/>
                <a:lnTo>
                  <a:pt x="876573" y="1434886"/>
                </a:lnTo>
                <a:close/>
                <a:lnTo>
                  <a:pt x="886198" y="1432142"/>
                </a:lnTo>
                <a:close/>
                <a:lnTo>
                  <a:pt x="895826" y="1429329"/>
                </a:lnTo>
                <a:close/>
                <a:lnTo>
                  <a:pt x="905456" y="1426438"/>
                </a:lnTo>
                <a:close/>
                <a:lnTo>
                  <a:pt x="915091" y="1423462"/>
                </a:lnTo>
                <a:close/>
                <a:lnTo>
                  <a:pt x="924729" y="1420391"/>
                </a:lnTo>
                <a:close/>
                <a:lnTo>
                  <a:pt x="934373" y="1417216"/>
                </a:lnTo>
                <a:close/>
                <a:lnTo>
                  <a:pt x="944023" y="1413928"/>
                </a:lnTo>
                <a:close/>
                <a:lnTo>
                  <a:pt x="953679" y="1410520"/>
                </a:lnTo>
                <a:close/>
                <a:lnTo>
                  <a:pt x="963342" y="1406982"/>
                </a:lnTo>
                <a:close/>
                <a:lnTo>
                  <a:pt x="973012" y="1403312"/>
                </a:lnTo>
                <a:close/>
                <a:lnTo>
                  <a:pt x="982685" y="1399521"/>
                </a:lnTo>
                <a:close/>
                <a:lnTo>
                  <a:pt x="992361" y="1395618"/>
                </a:lnTo>
                <a:close/>
                <a:lnTo>
                  <a:pt x="1002036" y="1391614"/>
                </a:lnTo>
                <a:close/>
                <a:lnTo>
                  <a:pt x="1011707" y="1387520"/>
                </a:lnTo>
                <a:close/>
                <a:lnTo>
                  <a:pt x="1021373" y="1383345"/>
                </a:lnTo>
                <a:close/>
                <a:lnTo>
                  <a:pt x="1031030" y="1379101"/>
                </a:lnTo>
                <a:close/>
                <a:lnTo>
                  <a:pt x="1040676" y="1374798"/>
                </a:lnTo>
                <a:close/>
                <a:lnTo>
                  <a:pt x="1050309" y="1370445"/>
                </a:lnTo>
                <a:close/>
                <a:lnTo>
                  <a:pt x="1059927" y="1366055"/>
                </a:lnTo>
                <a:close/>
                <a:lnTo>
                  <a:pt x="1069525" y="1361636"/>
                </a:lnTo>
                <a:close/>
                <a:lnTo>
                  <a:pt x="1079103" y="1357200"/>
                </a:lnTo>
                <a:close/>
                <a:lnTo>
                  <a:pt x="1088658" y="1352757"/>
                </a:lnTo>
                <a:close/>
                <a:lnTo>
                  <a:pt x="1098186" y="1348318"/>
                </a:lnTo>
                <a:close/>
                <a:lnTo>
                  <a:pt x="1107689" y="1343886"/>
                </a:lnTo>
                <a:close/>
                <a:lnTo>
                  <a:pt x="1117174" y="1339453"/>
                </a:lnTo>
                <a:close/>
                <a:lnTo>
                  <a:pt x="1126650" y="1335002"/>
                </a:lnTo>
                <a:close/>
                <a:lnTo>
                  <a:pt x="1136127" y="1330522"/>
                </a:lnTo>
                <a:close/>
                <a:lnTo>
                  <a:pt x="1145614" y="1325997"/>
                </a:lnTo>
                <a:close/>
                <a:lnTo>
                  <a:pt x="1155121" y="1321413"/>
                </a:lnTo>
                <a:close/>
                <a:lnTo>
                  <a:pt x="1164657" y="1316757"/>
                </a:lnTo>
                <a:close/>
                <a:lnTo>
                  <a:pt x="1174231" y="1312015"/>
                </a:lnTo>
                <a:close/>
                <a:lnTo>
                  <a:pt x="1183852" y="1307173"/>
                </a:lnTo>
                <a:close/>
                <a:lnTo>
                  <a:pt x="1193531" y="1302216"/>
                </a:lnTo>
                <a:close/>
                <a:lnTo>
                  <a:pt x="1203276" y="1297131"/>
                </a:lnTo>
                <a:close/>
                <a:lnTo>
                  <a:pt x="1213097" y="1291904"/>
                </a:lnTo>
                <a:close/>
                <a:lnTo>
                  <a:pt x="1223003" y="1286521"/>
                </a:lnTo>
                <a:close/>
                <a:lnTo>
                  <a:pt x="1233003" y="1280968"/>
                </a:lnTo>
                <a:close/>
                <a:lnTo>
                  <a:pt x="1243103" y="1275234"/>
                </a:lnTo>
                <a:close/>
                <a:lnTo>
                  <a:pt x="1253278" y="1269328"/>
                </a:lnTo>
                <a:close/>
                <a:lnTo>
                  <a:pt x="1263493" y="1263268"/>
                </a:lnTo>
                <a:close/>
                <a:lnTo>
                  <a:pt x="1273713" y="1257070"/>
                </a:lnTo>
                <a:close/>
                <a:lnTo>
                  <a:pt x="1283904" y="1250751"/>
                </a:lnTo>
                <a:close/>
                <a:lnTo>
                  <a:pt x="1294030" y="1244328"/>
                </a:lnTo>
                <a:close/>
                <a:lnTo>
                  <a:pt x="1304057" y="1237819"/>
                </a:lnTo>
                <a:close/>
                <a:lnTo>
                  <a:pt x="1313949" y="1231239"/>
                </a:lnTo>
                <a:close/>
                <a:lnTo>
                  <a:pt x="1323671" y="1224607"/>
                </a:lnTo>
                <a:close/>
                <a:lnTo>
                  <a:pt x="1333189" y="1217938"/>
                </a:lnTo>
                <a:close/>
                <a:lnTo>
                  <a:pt x="1342468" y="1211250"/>
                </a:lnTo>
                <a:close/>
                <a:lnTo>
                  <a:pt x="1351472" y="1204559"/>
                </a:lnTo>
                <a:close/>
                <a:lnTo>
                  <a:pt x="1360166" y="1197883"/>
                </a:lnTo>
                <a:close/>
                <a:lnTo>
                  <a:pt x="1368517" y="1191239"/>
                </a:lnTo>
                <a:close/>
                <a:lnTo>
                  <a:pt x="1376491" y="1184643"/>
                </a:lnTo>
                <a:close/>
                <a:lnTo>
                  <a:pt x="1384094" y="1178097"/>
                </a:lnTo>
                <a:close/>
                <a:lnTo>
                  <a:pt x="1391363" y="1171596"/>
                </a:lnTo>
                <a:close/>
                <a:lnTo>
                  <a:pt x="1398332" y="1165134"/>
                </a:lnTo>
                <a:close/>
                <a:lnTo>
                  <a:pt x="1405036" y="1158704"/>
                </a:lnTo>
                <a:close/>
                <a:lnTo>
                  <a:pt x="1411512" y="1152300"/>
                </a:lnTo>
                <a:close/>
                <a:lnTo>
                  <a:pt x="1417794" y="1145917"/>
                </a:lnTo>
                <a:close/>
                <a:lnTo>
                  <a:pt x="1423918" y="1139547"/>
                </a:lnTo>
                <a:close/>
                <a:lnTo>
                  <a:pt x="1429920" y="1133184"/>
                </a:lnTo>
                <a:close/>
                <a:lnTo>
                  <a:pt x="1435834" y="1126823"/>
                </a:lnTo>
                <a:close/>
                <a:lnTo>
                  <a:pt x="1441697" y="1120457"/>
                </a:lnTo>
                <a:close/>
                <a:lnTo>
                  <a:pt x="1447544" y="1114080"/>
                </a:lnTo>
                <a:close/>
                <a:lnTo>
                  <a:pt x="1453411" y="1107686"/>
                </a:lnTo>
                <a:close/>
                <a:lnTo>
                  <a:pt x="1459332" y="1101268"/>
                </a:lnTo>
                <a:close/>
                <a:lnTo>
                  <a:pt x="1465342" y="1094820"/>
                </a:lnTo>
                <a:close/>
                <a:lnTo>
                  <a:pt x="1471459" y="1088342"/>
                </a:lnTo>
                <a:close/>
                <a:lnTo>
                  <a:pt x="1477672" y="1081842"/>
                </a:lnTo>
                <a:close/>
                <a:lnTo>
                  <a:pt x="1483968" y="1075327"/>
                </a:lnTo>
                <a:close/>
                <a:lnTo>
                  <a:pt x="1490337" y="1068805"/>
                </a:lnTo>
                <a:close/>
                <a:lnTo>
                  <a:pt x="1496766" y="1062284"/>
                </a:lnTo>
                <a:close/>
                <a:lnTo>
                  <a:pt x="1503244" y="1055772"/>
                </a:lnTo>
                <a:close/>
                <a:lnTo>
                  <a:pt x="1509758" y="1049278"/>
                </a:lnTo>
                <a:close/>
                <a:lnTo>
                  <a:pt x="1516298" y="1042809"/>
                </a:lnTo>
                <a:close/>
                <a:lnTo>
                  <a:pt x="1522850" y="1036373"/>
                </a:lnTo>
                <a:close/>
                <a:lnTo>
                  <a:pt x="1529404" y="1029977"/>
                </a:lnTo>
                <a:close/>
                <a:lnTo>
                  <a:pt x="1535948" y="1023631"/>
                </a:lnTo>
                <a:close/>
                <a:lnTo>
                  <a:pt x="1542469" y="1017342"/>
                </a:lnTo>
                <a:close/>
                <a:lnTo>
                  <a:pt x="1548956" y="1011118"/>
                </a:lnTo>
                <a:close/>
                <a:lnTo>
                  <a:pt x="1555397" y="1004966"/>
                </a:lnTo>
                <a:close/>
                <a:lnTo>
                  <a:pt x="1561786" y="998887"/>
                </a:lnTo>
                <a:close/>
                <a:lnTo>
                  <a:pt x="1568132" y="992858"/>
                </a:lnTo>
                <a:close/>
                <a:lnTo>
                  <a:pt x="1574448" y="986854"/>
                </a:lnTo>
                <a:close/>
                <a:lnTo>
                  <a:pt x="1580745" y="980850"/>
                </a:lnTo>
                <a:close/>
                <a:lnTo>
                  <a:pt x="1587035" y="974818"/>
                </a:lnTo>
                <a:close/>
                <a:lnTo>
                  <a:pt x="1593329" y="968735"/>
                </a:lnTo>
                <a:close/>
                <a:lnTo>
                  <a:pt x="1599640" y="962574"/>
                </a:lnTo>
                <a:close/>
                <a:lnTo>
                  <a:pt x="1605979" y="956310"/>
                </a:lnTo>
                <a:close/>
                <a:lnTo>
                  <a:pt x="1612358" y="949917"/>
                </a:lnTo>
                <a:close/>
                <a:lnTo>
                  <a:pt x="1618790" y="943369"/>
                </a:lnTo>
                <a:close/>
                <a:lnTo>
                  <a:pt x="1625285" y="936641"/>
                </a:lnTo>
                <a:close/>
                <a:lnTo>
                  <a:pt x="1631855" y="929708"/>
                </a:lnTo>
                <a:close/>
                <a:lnTo>
                  <a:pt x="1638514" y="922543"/>
                </a:lnTo>
                <a:close/>
                <a:lnTo>
                  <a:pt x="1645271" y="915121"/>
                </a:lnTo>
                <a:close/>
                <a:lnTo>
                  <a:pt x="1652133" y="907426"/>
                </a:lnTo>
                <a:close/>
                <a:lnTo>
                  <a:pt x="1659076" y="899488"/>
                </a:lnTo>
                <a:close/>
                <a:lnTo>
                  <a:pt x="1666063" y="891354"/>
                </a:lnTo>
                <a:close/>
                <a:lnTo>
                  <a:pt x="1673060" y="883072"/>
                </a:lnTo>
                <a:close/>
                <a:lnTo>
                  <a:pt x="1680030" y="874688"/>
                </a:lnTo>
                <a:close/>
                <a:lnTo>
                  <a:pt x="1686939" y="866250"/>
                </a:lnTo>
                <a:close/>
                <a:lnTo>
                  <a:pt x="1693750" y="857804"/>
                </a:lnTo>
                <a:close/>
                <a:lnTo>
                  <a:pt x="1700429" y="849397"/>
                </a:lnTo>
                <a:close/>
                <a:lnTo>
                  <a:pt x="1706939" y="841077"/>
                </a:lnTo>
                <a:close/>
                <a:lnTo>
                  <a:pt x="1713246" y="832890"/>
                </a:lnTo>
                <a:close/>
                <a:lnTo>
                  <a:pt x="1719314" y="824884"/>
                </a:lnTo>
                <a:close/>
                <a:lnTo>
                  <a:pt x="1725108" y="817104"/>
                </a:lnTo>
                <a:close/>
                <a:lnTo>
                  <a:pt x="1730592" y="809599"/>
                </a:lnTo>
                <a:close/>
                <a:lnTo>
                  <a:pt x="1735730" y="802415"/>
                </a:lnTo>
                <a:close/>
                <a:lnTo>
                  <a:pt x="1740491" y="795596"/>
                </a:lnTo>
                <a:close/>
                <a:lnTo>
                  <a:pt x="1744883" y="789147"/>
                </a:lnTo>
                <a:close/>
                <a:lnTo>
                  <a:pt x="1748941" y="783050"/>
                </a:lnTo>
                <a:close/>
                <a:lnTo>
                  <a:pt x="1752699" y="777283"/>
                </a:lnTo>
                <a:close/>
                <a:lnTo>
                  <a:pt x="1756193" y="771828"/>
                </a:lnTo>
                <a:close/>
                <a:lnTo>
                  <a:pt x="1759458" y="766665"/>
                </a:lnTo>
                <a:close/>
                <a:lnTo>
                  <a:pt x="1762528" y="761773"/>
                </a:lnTo>
                <a:close/>
                <a:lnTo>
                  <a:pt x="1765438" y="757134"/>
                </a:lnTo>
                <a:close/>
                <a:lnTo>
                  <a:pt x="1768224" y="752728"/>
                </a:lnTo>
                <a:close/>
                <a:lnTo>
                  <a:pt x="1770920" y="748534"/>
                </a:lnTo>
                <a:close/>
                <a:lnTo>
                  <a:pt x="1773562" y="744533"/>
                </a:lnTo>
                <a:close/>
                <a:lnTo>
                  <a:pt x="1776184" y="740705"/>
                </a:lnTo>
                <a:close/>
                <a:lnTo>
                  <a:pt x="1778821" y="737031"/>
                </a:lnTo>
                <a:close/>
                <a:lnTo>
                  <a:pt x="1781508" y="733491"/>
                </a:lnTo>
                <a:close/>
                <a:lnTo>
                  <a:pt x="1784280" y="730064"/>
                </a:lnTo>
                <a:close/>
                <a:lnTo>
                  <a:pt x="1787152" y="726734"/>
                </a:lnTo>
                <a:close/>
                <a:lnTo>
                  <a:pt x="1790116" y="723485"/>
                </a:lnTo>
                <a:close/>
                <a:lnTo>
                  <a:pt x="1793162" y="720300"/>
                </a:lnTo>
                <a:close/>
                <a:lnTo>
                  <a:pt x="1796282" y="717165"/>
                </a:lnTo>
                <a:close/>
                <a:lnTo>
                  <a:pt x="1799465" y="714064"/>
                </a:lnTo>
                <a:close/>
                <a:lnTo>
                  <a:pt x="1802702" y="710981"/>
                </a:lnTo>
                <a:close/>
                <a:lnTo>
                  <a:pt x="1805984" y="707902"/>
                </a:lnTo>
                <a:close/>
                <a:lnTo>
                  <a:pt x="1809302" y="704810"/>
                </a:lnTo>
                <a:close/>
                <a:lnTo>
                  <a:pt x="1812647" y="701690"/>
                </a:lnTo>
                <a:close/>
                <a:lnTo>
                  <a:pt x="1816008" y="698526"/>
                </a:lnTo>
                <a:close/>
                <a:lnTo>
                  <a:pt x="1819376" y="695303"/>
                </a:lnTo>
                <a:close/>
                <a:lnTo>
                  <a:pt x="1822743" y="692006"/>
                </a:lnTo>
                <a:close/>
                <a:lnTo>
                  <a:pt x="1826098" y="688619"/>
                </a:lnTo>
                <a:close/>
                <a:lnTo>
                  <a:pt x="1829433" y="685126"/>
                </a:lnTo>
                <a:close/>
                <a:lnTo>
                  <a:pt x="1832741" y="681512"/>
                </a:lnTo>
                <a:close/>
                <a:lnTo>
                  <a:pt x="1836024" y="677765"/>
                </a:lnTo>
                <a:close/>
                <a:lnTo>
                  <a:pt x="1839285" y="673870"/>
                </a:lnTo>
                <a:close/>
                <a:lnTo>
                  <a:pt x="1842525" y="669815"/>
                </a:lnTo>
                <a:close/>
                <a:lnTo>
                  <a:pt x="1845747" y="665587"/>
                </a:lnTo>
                <a:close/>
                <a:lnTo>
                  <a:pt x="1848955" y="661171"/>
                </a:lnTo>
                <a:close/>
                <a:lnTo>
                  <a:pt x="1852149" y="656556"/>
                </a:lnTo>
                <a:close/>
                <a:lnTo>
                  <a:pt x="1855334" y="651727"/>
                </a:lnTo>
                <a:close/>
                <a:lnTo>
                  <a:pt x="1858511" y="646671"/>
                </a:lnTo>
                <a:close/>
                <a:lnTo>
                  <a:pt x="1861682" y="641376"/>
                </a:lnTo>
                <a:close/>
                <a:lnTo>
                  <a:pt x="1864852" y="635828"/>
                </a:lnTo>
                <a:close/>
                <a:lnTo>
                  <a:pt x="1868021" y="630013"/>
                </a:lnTo>
                <a:close/>
                <a:lnTo>
                  <a:pt x="1871192" y="623919"/>
                </a:lnTo>
                <a:close/>
                <a:lnTo>
                  <a:pt x="1874369" y="617532"/>
                </a:lnTo>
                <a:close/>
                <a:lnTo>
                  <a:pt x="1877552" y="610844"/>
                </a:lnTo>
                <a:close/>
                <a:lnTo>
                  <a:pt x="1880742" y="603869"/>
                </a:lnTo>
                <a:close/>
                <a:lnTo>
                  <a:pt x="1883939" y="596628"/>
                </a:lnTo>
                <a:close/>
                <a:lnTo>
                  <a:pt x="1887141" y="589143"/>
                </a:lnTo>
                <a:close/>
                <a:lnTo>
                  <a:pt x="1890348" y="581434"/>
                </a:lnTo>
                <a:close/>
                <a:lnTo>
                  <a:pt x="1893559" y="573522"/>
                </a:lnTo>
                <a:close/>
                <a:lnTo>
                  <a:pt x="1896774" y="565427"/>
                </a:lnTo>
                <a:close/>
                <a:lnTo>
                  <a:pt x="1899991" y="557172"/>
                </a:lnTo>
                <a:close/>
                <a:lnTo>
                  <a:pt x="1903211" y="548777"/>
                </a:lnTo>
                <a:close/>
                <a:lnTo>
                  <a:pt x="1906433" y="540263"/>
                </a:lnTo>
                <a:close/>
                <a:lnTo>
                  <a:pt x="1909655" y="531650"/>
                </a:lnTo>
                <a:close/>
                <a:lnTo>
                  <a:pt x="1912877" y="522960"/>
                </a:lnTo>
                <a:close/>
                <a:lnTo>
                  <a:pt x="1916099" y="514214"/>
                </a:lnTo>
                <a:close/>
                <a:lnTo>
                  <a:pt x="1919320" y="505433"/>
                </a:lnTo>
                <a:close/>
                <a:lnTo>
                  <a:pt x="1922539" y="496634"/>
                </a:lnTo>
                <a:close/>
                <a:lnTo>
                  <a:pt x="1925756" y="487810"/>
                </a:lnTo>
                <a:close/>
                <a:lnTo>
                  <a:pt x="1928972" y="478939"/>
                </a:lnTo>
                <a:close/>
                <a:lnTo>
                  <a:pt x="1932186" y="469996"/>
                </a:lnTo>
                <a:close/>
                <a:lnTo>
                  <a:pt x="1935398" y="460960"/>
                </a:lnTo>
                <a:close/>
                <a:lnTo>
                  <a:pt x="1938610" y="451806"/>
                </a:lnTo>
                <a:close/>
                <a:lnTo>
                  <a:pt x="1941820" y="442513"/>
                </a:lnTo>
                <a:close/>
                <a:lnTo>
                  <a:pt x="1945029" y="433057"/>
                </a:lnTo>
                <a:close/>
                <a:lnTo>
                  <a:pt x="1948238" y="423414"/>
                </a:lnTo>
                <a:close/>
                <a:lnTo>
                  <a:pt x="1951447" y="413563"/>
                </a:lnTo>
                <a:close/>
                <a:lnTo>
                  <a:pt x="1954655" y="403480"/>
                </a:lnTo>
                <a:close/>
                <a:lnTo>
                  <a:pt x="1957863" y="393141"/>
                </a:lnTo>
                <a:close/>
                <a:lnTo>
                  <a:pt x="1961071" y="382524"/>
                </a:lnTo>
                <a:close/>
                <a:lnTo>
                  <a:pt x="1964279" y="371607"/>
                </a:lnTo>
                <a:close/>
                <a:lnTo>
                  <a:pt x="1967488" y="360366"/>
                </a:lnTo>
                <a:close/>
                <a:lnTo>
                  <a:pt x="1970697" y="348801"/>
                </a:lnTo>
                <a:close/>
                <a:lnTo>
                  <a:pt x="1973907" y="336935"/>
                </a:lnTo>
                <a:close/>
                <a:lnTo>
                  <a:pt x="1977117" y="324791"/>
                </a:lnTo>
                <a:close/>
                <a:lnTo>
                  <a:pt x="1980327" y="312393"/>
                </a:lnTo>
                <a:close/>
                <a:lnTo>
                  <a:pt x="1983538" y="299764"/>
                </a:lnTo>
                <a:close/>
                <a:lnTo>
                  <a:pt x="1986749" y="286929"/>
                </a:lnTo>
                <a:close/>
                <a:lnTo>
                  <a:pt x="1989961" y="273910"/>
                </a:lnTo>
                <a:close/>
                <a:lnTo>
                  <a:pt x="1993172" y="260732"/>
                </a:lnTo>
                <a:close/>
                <a:lnTo>
                  <a:pt x="1996384" y="247418"/>
                </a:lnTo>
                <a:close/>
                <a:lnTo>
                  <a:pt x="1999596" y="233991"/>
                </a:lnTo>
                <a:close/>
                <a:lnTo>
                  <a:pt x="2002808" y="220476"/>
                </a:lnTo>
                <a:close/>
                <a:lnTo>
                  <a:pt x="2006020" y="206895"/>
                </a:lnTo>
                <a:close/>
                <a:lnTo>
                  <a:pt x="2009233" y="193272"/>
                </a:lnTo>
                <a:close/>
                <a:lnTo>
                  <a:pt x="2012445" y="179632"/>
                </a:lnTo>
                <a:close/>
                <a:lnTo>
                  <a:pt x="2015657" y="165997"/>
                </a:lnTo>
                <a:close/>
                <a:lnTo>
                  <a:pt x="2018869" y="152392"/>
                </a:lnTo>
                <a:close/>
                <a:lnTo>
                  <a:pt x="2022082" y="138839"/>
                </a:lnTo>
                <a:close/>
                <a:lnTo>
                  <a:pt x="2025294" y="125363"/>
                </a:lnTo>
                <a:close/>
                <a:lnTo>
                  <a:pt x="2028505" y="111987"/>
                </a:lnTo>
                <a:close/>
                <a:lnTo>
                  <a:pt x="2031717" y="98734"/>
                </a:lnTo>
                <a:close/>
                <a:lnTo>
                  <a:pt x="2034929" y="85629"/>
                </a:lnTo>
                <a:close/>
                <a:lnTo>
                  <a:pt x="2038140" y="72695"/>
                </a:lnTo>
                <a:close/>
                <a:lnTo>
                  <a:pt x="2041351" y="59955"/>
                </a:lnTo>
                <a:close/>
                <a:lnTo>
                  <a:pt x="2044561" y="47433"/>
                </a:lnTo>
                <a:close/>
                <a:lnTo>
                  <a:pt x="2047772" y="35153"/>
                </a:lnTo>
                <a:close/>
                <a:lnTo>
                  <a:pt x="2050982" y="23139"/>
                </a:lnTo>
                <a:close/>
                <a:lnTo>
                  <a:pt x="2054191" y="11413"/>
                </a:lnTo>
                <a:close/>
                <a:lnTo>
                  <a:pt x="2057400" y="0"/>
                </a:lnTo>
                <a:close/>
              </a:path>
            </a:pathLst>
          </a:custGeom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5715000.0" y="1657350.0"/>
            <a:ext cx="0.0" cy="91440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0.0" y="1657350.0"/>
            <a:ext cx="1143000.0" cy="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38800" y="1581150"/>
            <a:ext cx="152400" cy="1524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349240" y="1794510"/>
            <a:ext cx="251460" cy="274320"/>
          </a:xfrm>
          <a:custGeom>
            <a:avLst/>
            <a:gdLst/>
            <a:ahLst/>
            <a:cxnLst/>
            <a:rect l="l" t="t" r="r" b="b"/>
            <a:pathLst>
              <a:path w="251460" h="274320">
                <a:moveTo>
                  <a:pt x="0" y="274320"/>
                </a:moveTo>
                <a:lnTo>
                  <a:pt x="2550" y="271549"/>
                </a:lnTo>
                <a:close/>
                <a:lnTo>
                  <a:pt x="5121" y="268778"/>
                </a:lnTo>
                <a:close/>
                <a:lnTo>
                  <a:pt x="7712" y="266007"/>
                </a:lnTo>
                <a:close/>
                <a:lnTo>
                  <a:pt x="10321" y="263236"/>
                </a:lnTo>
                <a:close/>
                <a:lnTo>
                  <a:pt x="12949" y="260465"/>
                </a:lnTo>
                <a:close/>
                <a:lnTo>
                  <a:pt x="15595" y="257695"/>
                </a:lnTo>
                <a:close/>
                <a:lnTo>
                  <a:pt x="18258" y="254924"/>
                </a:lnTo>
                <a:close/>
                <a:lnTo>
                  <a:pt x="20937" y="252153"/>
                </a:lnTo>
                <a:close/>
                <a:lnTo>
                  <a:pt x="23633" y="249382"/>
                </a:lnTo>
                <a:close/>
                <a:lnTo>
                  <a:pt x="26344" y="246611"/>
                </a:lnTo>
                <a:close/>
                <a:lnTo>
                  <a:pt x="29069" y="243840"/>
                </a:lnTo>
                <a:close/>
                <a:lnTo>
                  <a:pt x="31808" y="241069"/>
                </a:lnTo>
                <a:close/>
                <a:lnTo>
                  <a:pt x="34561" y="238298"/>
                </a:lnTo>
                <a:close/>
                <a:lnTo>
                  <a:pt x="37326" y="235527"/>
                </a:lnTo>
                <a:close/>
                <a:lnTo>
                  <a:pt x="40104" y="232756"/>
                </a:lnTo>
                <a:close/>
                <a:lnTo>
                  <a:pt x="42893" y="229985"/>
                </a:lnTo>
                <a:close/>
                <a:lnTo>
                  <a:pt x="45692" y="227215"/>
                </a:lnTo>
                <a:close/>
                <a:lnTo>
                  <a:pt x="48502" y="224444"/>
                </a:lnTo>
                <a:close/>
                <a:lnTo>
                  <a:pt x="51322" y="221673"/>
                </a:lnTo>
                <a:close/>
                <a:lnTo>
                  <a:pt x="54150" y="218902"/>
                </a:lnTo>
                <a:close/>
                <a:lnTo>
                  <a:pt x="56987" y="216131"/>
                </a:lnTo>
                <a:close/>
                <a:lnTo>
                  <a:pt x="59831" y="213360"/>
                </a:lnTo>
                <a:close/>
                <a:lnTo>
                  <a:pt x="62682" y="210589"/>
                </a:lnTo>
                <a:close/>
                <a:lnTo>
                  <a:pt x="65540" y="207818"/>
                </a:lnTo>
                <a:close/>
                <a:lnTo>
                  <a:pt x="68403" y="205047"/>
                </a:lnTo>
                <a:close/>
                <a:lnTo>
                  <a:pt x="71272" y="202276"/>
                </a:lnTo>
                <a:close/>
                <a:lnTo>
                  <a:pt x="74145" y="199505"/>
                </a:lnTo>
                <a:close/>
                <a:lnTo>
                  <a:pt x="77021" y="196735"/>
                </a:lnTo>
                <a:close/>
                <a:lnTo>
                  <a:pt x="79901" y="193964"/>
                </a:lnTo>
                <a:close/>
                <a:lnTo>
                  <a:pt x="82784" y="191193"/>
                </a:lnTo>
                <a:close/>
                <a:lnTo>
                  <a:pt x="85668" y="188422"/>
                </a:lnTo>
                <a:close/>
                <a:lnTo>
                  <a:pt x="88554" y="185651"/>
                </a:lnTo>
                <a:close/>
                <a:lnTo>
                  <a:pt x="91440" y="182880"/>
                </a:lnTo>
                <a:close/>
                <a:lnTo>
                  <a:pt x="94326" y="180109"/>
                </a:lnTo>
                <a:close/>
                <a:lnTo>
                  <a:pt x="97212" y="177338"/>
                </a:lnTo>
                <a:close/>
                <a:lnTo>
                  <a:pt x="100096" y="174567"/>
                </a:lnTo>
                <a:close/>
                <a:lnTo>
                  <a:pt x="102979" y="171796"/>
                </a:lnTo>
                <a:close/>
                <a:lnTo>
                  <a:pt x="105859" y="169025"/>
                </a:lnTo>
                <a:close/>
                <a:lnTo>
                  <a:pt x="108735" y="166255"/>
                </a:lnTo>
                <a:close/>
                <a:lnTo>
                  <a:pt x="111608" y="163484"/>
                </a:lnTo>
                <a:close/>
                <a:lnTo>
                  <a:pt x="114477" y="160713"/>
                </a:lnTo>
                <a:close/>
                <a:lnTo>
                  <a:pt x="117340" y="157942"/>
                </a:lnTo>
                <a:close/>
                <a:lnTo>
                  <a:pt x="120198" y="155171"/>
                </a:lnTo>
                <a:close/>
                <a:lnTo>
                  <a:pt x="123049" y="152400"/>
                </a:lnTo>
                <a:close/>
                <a:lnTo>
                  <a:pt x="125893" y="149629"/>
                </a:lnTo>
                <a:close/>
                <a:lnTo>
                  <a:pt x="128730" y="146858"/>
                </a:lnTo>
                <a:close/>
                <a:lnTo>
                  <a:pt x="131558" y="144087"/>
                </a:lnTo>
                <a:close/>
                <a:lnTo>
                  <a:pt x="134378" y="141316"/>
                </a:lnTo>
                <a:close/>
                <a:lnTo>
                  <a:pt x="137188" y="138545"/>
                </a:lnTo>
                <a:close/>
                <a:lnTo>
                  <a:pt x="139987" y="135775"/>
                </a:lnTo>
                <a:close/>
                <a:lnTo>
                  <a:pt x="142776" y="133004"/>
                </a:lnTo>
                <a:close/>
                <a:lnTo>
                  <a:pt x="145554" y="130233"/>
                </a:lnTo>
                <a:close/>
                <a:lnTo>
                  <a:pt x="148319" y="127462"/>
                </a:lnTo>
                <a:close/>
                <a:lnTo>
                  <a:pt x="151072" y="124691"/>
                </a:lnTo>
                <a:close/>
                <a:lnTo>
                  <a:pt x="153811" y="121920"/>
                </a:lnTo>
                <a:close/>
                <a:lnTo>
                  <a:pt x="156536" y="119149"/>
                </a:lnTo>
                <a:close/>
                <a:lnTo>
                  <a:pt x="159247" y="116378"/>
                </a:lnTo>
                <a:close/>
                <a:lnTo>
                  <a:pt x="161943" y="113607"/>
                </a:lnTo>
                <a:close/>
                <a:lnTo>
                  <a:pt x="164622" y="110836"/>
                </a:lnTo>
                <a:close/>
                <a:lnTo>
                  <a:pt x="167285" y="108065"/>
                </a:lnTo>
                <a:close/>
                <a:lnTo>
                  <a:pt x="169931" y="105295"/>
                </a:lnTo>
                <a:close/>
                <a:lnTo>
                  <a:pt x="172559" y="102524"/>
                </a:lnTo>
                <a:close/>
                <a:lnTo>
                  <a:pt x="175168" y="99753"/>
                </a:lnTo>
                <a:close/>
                <a:lnTo>
                  <a:pt x="177759" y="96982"/>
                </a:lnTo>
                <a:close/>
                <a:lnTo>
                  <a:pt x="180330" y="94211"/>
                </a:lnTo>
                <a:close/>
                <a:lnTo>
                  <a:pt x="182880" y="91440"/>
                </a:lnTo>
                <a:close/>
                <a:lnTo>
                  <a:pt x="185409" y="88669"/>
                </a:lnTo>
                <a:close/>
                <a:lnTo>
                  <a:pt x="187917" y="85898"/>
                </a:lnTo>
                <a:close/>
                <a:lnTo>
                  <a:pt x="190403" y="83127"/>
                </a:lnTo>
                <a:close/>
                <a:lnTo>
                  <a:pt x="192865" y="80356"/>
                </a:lnTo>
                <a:close/>
                <a:lnTo>
                  <a:pt x="195304" y="77585"/>
                </a:lnTo>
                <a:close/>
                <a:lnTo>
                  <a:pt x="197719" y="74815"/>
                </a:lnTo>
                <a:close/>
                <a:lnTo>
                  <a:pt x="200109" y="72044"/>
                </a:lnTo>
                <a:close/>
                <a:lnTo>
                  <a:pt x="202474" y="69273"/>
                </a:lnTo>
                <a:close/>
                <a:lnTo>
                  <a:pt x="204813" y="66502"/>
                </a:lnTo>
                <a:close/>
                <a:lnTo>
                  <a:pt x="207124" y="63731"/>
                </a:lnTo>
                <a:close/>
                <a:lnTo>
                  <a:pt x="209409" y="60960"/>
                </a:lnTo>
                <a:close/>
                <a:lnTo>
                  <a:pt x="211665" y="58189"/>
                </a:lnTo>
                <a:close/>
                <a:lnTo>
                  <a:pt x="213893" y="55418"/>
                </a:lnTo>
                <a:close/>
                <a:lnTo>
                  <a:pt x="216092" y="52647"/>
                </a:lnTo>
                <a:close/>
                <a:lnTo>
                  <a:pt x="218261" y="49876"/>
                </a:lnTo>
                <a:close/>
                <a:lnTo>
                  <a:pt x="220399" y="47105"/>
                </a:lnTo>
                <a:close/>
                <a:lnTo>
                  <a:pt x="222506" y="44335"/>
                </a:lnTo>
                <a:close/>
                <a:lnTo>
                  <a:pt x="224581" y="41564"/>
                </a:lnTo>
                <a:close/>
                <a:lnTo>
                  <a:pt x="226624" y="38793"/>
                </a:lnTo>
                <a:close/>
                <a:lnTo>
                  <a:pt x="228634" y="36022"/>
                </a:lnTo>
                <a:close/>
                <a:lnTo>
                  <a:pt x="230609" y="33251"/>
                </a:lnTo>
                <a:close/>
                <a:lnTo>
                  <a:pt x="232551" y="30480"/>
                </a:lnTo>
                <a:close/>
                <a:lnTo>
                  <a:pt x="234458" y="27709"/>
                </a:lnTo>
                <a:close/>
                <a:lnTo>
                  <a:pt x="236329" y="24938"/>
                </a:lnTo>
                <a:close/>
                <a:lnTo>
                  <a:pt x="238164" y="22167"/>
                </a:lnTo>
                <a:close/>
                <a:lnTo>
                  <a:pt x="239961" y="19396"/>
                </a:lnTo>
                <a:close/>
                <a:lnTo>
                  <a:pt x="241722" y="16625"/>
                </a:lnTo>
                <a:close/>
                <a:lnTo>
                  <a:pt x="243444" y="13855"/>
                </a:lnTo>
                <a:close/>
                <a:lnTo>
                  <a:pt x="245127" y="11084"/>
                </a:lnTo>
                <a:close/>
                <a:lnTo>
                  <a:pt x="246771" y="8313"/>
                </a:lnTo>
                <a:close/>
                <a:lnTo>
                  <a:pt x="248375" y="5542"/>
                </a:lnTo>
                <a:close/>
                <a:lnTo>
                  <a:pt x="249938" y="2771"/>
                </a:lnTo>
                <a:close/>
                <a:lnTo>
                  <a:pt x="251460" y="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760720" y="1337310"/>
            <a:ext cx="91440" cy="251460"/>
          </a:xfrm>
          <a:custGeom>
            <a:avLst/>
            <a:gdLst/>
            <a:ahLst/>
            <a:cxnLst/>
            <a:rect l="l" t="t" r="r" b="b"/>
            <a:pathLst>
              <a:path w="91440" h="251460">
                <a:moveTo>
                  <a:pt x="91440" y="0"/>
                </a:moveTo>
                <a:lnTo>
                  <a:pt x="90516" y="2997"/>
                </a:lnTo>
                <a:close/>
                <a:lnTo>
                  <a:pt x="89593" y="5985"/>
                </a:lnTo>
                <a:close/>
                <a:lnTo>
                  <a:pt x="88669" y="8963"/>
                </a:lnTo>
                <a:close/>
                <a:lnTo>
                  <a:pt x="87745" y="11933"/>
                </a:lnTo>
                <a:close/>
                <a:lnTo>
                  <a:pt x="86822" y="14892"/>
                </a:lnTo>
                <a:close/>
                <a:lnTo>
                  <a:pt x="85898" y="17843"/>
                </a:lnTo>
                <a:close/>
                <a:lnTo>
                  <a:pt x="84975" y="20784"/>
                </a:lnTo>
                <a:close/>
                <a:lnTo>
                  <a:pt x="84051" y="23716"/>
                </a:lnTo>
                <a:close/>
                <a:lnTo>
                  <a:pt x="83127" y="26639"/>
                </a:lnTo>
                <a:close/>
                <a:lnTo>
                  <a:pt x="82204" y="29552"/>
                </a:lnTo>
                <a:close/>
                <a:lnTo>
                  <a:pt x="81280" y="32456"/>
                </a:lnTo>
                <a:close/>
                <a:lnTo>
                  <a:pt x="80356" y="35350"/>
                </a:lnTo>
                <a:close/>
                <a:lnTo>
                  <a:pt x="79433" y="38235"/>
                </a:lnTo>
                <a:close/>
                <a:lnTo>
                  <a:pt x="78509" y="41111"/>
                </a:lnTo>
                <a:close/>
                <a:lnTo>
                  <a:pt x="77585" y="43978"/>
                </a:lnTo>
                <a:close/>
                <a:lnTo>
                  <a:pt x="76662" y="46835"/>
                </a:lnTo>
                <a:close/>
                <a:lnTo>
                  <a:pt x="75738" y="49683"/>
                </a:lnTo>
                <a:close/>
                <a:lnTo>
                  <a:pt x="74815" y="52521"/>
                </a:lnTo>
                <a:close/>
                <a:lnTo>
                  <a:pt x="73891" y="55351"/>
                </a:lnTo>
                <a:close/>
                <a:lnTo>
                  <a:pt x="72967" y="58170"/>
                </a:lnTo>
                <a:close/>
                <a:lnTo>
                  <a:pt x="72044" y="60981"/>
                </a:lnTo>
                <a:close/>
                <a:lnTo>
                  <a:pt x="71120" y="63782"/>
                </a:lnTo>
                <a:close/>
                <a:lnTo>
                  <a:pt x="70196" y="66574"/>
                </a:lnTo>
                <a:close/>
                <a:lnTo>
                  <a:pt x="69273" y="69357"/>
                </a:lnTo>
                <a:close/>
                <a:lnTo>
                  <a:pt x="68349" y="72130"/>
                </a:lnTo>
                <a:close/>
                <a:lnTo>
                  <a:pt x="67425" y="74894"/>
                </a:lnTo>
                <a:close/>
                <a:lnTo>
                  <a:pt x="66502" y="77648"/>
                </a:lnTo>
                <a:close/>
                <a:lnTo>
                  <a:pt x="65578" y="80394"/>
                </a:lnTo>
                <a:close/>
                <a:lnTo>
                  <a:pt x="64655" y="83130"/>
                </a:lnTo>
                <a:close/>
                <a:lnTo>
                  <a:pt x="63731" y="85856"/>
                </a:lnTo>
                <a:close/>
                <a:lnTo>
                  <a:pt x="62807" y="88573"/>
                </a:lnTo>
                <a:close/>
                <a:lnTo>
                  <a:pt x="61884" y="91281"/>
                </a:lnTo>
                <a:close/>
                <a:lnTo>
                  <a:pt x="60960" y="93980"/>
                </a:lnTo>
                <a:close/>
                <a:lnTo>
                  <a:pt x="60036" y="96669"/>
                </a:lnTo>
                <a:close/>
                <a:lnTo>
                  <a:pt x="59113" y="99349"/>
                </a:lnTo>
                <a:close/>
                <a:lnTo>
                  <a:pt x="58189" y="102020"/>
                </a:lnTo>
                <a:close/>
                <a:lnTo>
                  <a:pt x="57265" y="104681"/>
                </a:lnTo>
                <a:close/>
                <a:lnTo>
                  <a:pt x="56342" y="107333"/>
                </a:lnTo>
                <a:close/>
                <a:lnTo>
                  <a:pt x="55418" y="109976"/>
                </a:lnTo>
                <a:close/>
                <a:lnTo>
                  <a:pt x="54495" y="112609"/>
                </a:lnTo>
                <a:close/>
                <a:lnTo>
                  <a:pt x="53571" y="115233"/>
                </a:lnTo>
                <a:close/>
                <a:lnTo>
                  <a:pt x="52647" y="117848"/>
                </a:lnTo>
                <a:close/>
                <a:lnTo>
                  <a:pt x="51724" y="120453"/>
                </a:lnTo>
                <a:close/>
                <a:lnTo>
                  <a:pt x="50800" y="123049"/>
                </a:lnTo>
                <a:close/>
                <a:lnTo>
                  <a:pt x="49876" y="125636"/>
                </a:lnTo>
                <a:close/>
                <a:lnTo>
                  <a:pt x="48953" y="128213"/>
                </a:lnTo>
                <a:close/>
                <a:lnTo>
                  <a:pt x="48029" y="130781"/>
                </a:lnTo>
                <a:close/>
                <a:lnTo>
                  <a:pt x="47105" y="133340"/>
                </a:lnTo>
                <a:close/>
                <a:lnTo>
                  <a:pt x="46182" y="135889"/>
                </a:lnTo>
                <a:close/>
                <a:lnTo>
                  <a:pt x="45258" y="138429"/>
                </a:lnTo>
                <a:close/>
                <a:lnTo>
                  <a:pt x="44335" y="140960"/>
                </a:lnTo>
                <a:close/>
                <a:lnTo>
                  <a:pt x="43411" y="143481"/>
                </a:lnTo>
                <a:close/>
                <a:lnTo>
                  <a:pt x="42487" y="145993"/>
                </a:lnTo>
                <a:close/>
                <a:lnTo>
                  <a:pt x="41564" y="148496"/>
                </a:lnTo>
                <a:close/>
                <a:lnTo>
                  <a:pt x="40640" y="150989"/>
                </a:lnTo>
                <a:close/>
                <a:lnTo>
                  <a:pt x="39716" y="153473"/>
                </a:lnTo>
                <a:close/>
                <a:lnTo>
                  <a:pt x="38793" y="155948"/>
                </a:lnTo>
                <a:close/>
                <a:lnTo>
                  <a:pt x="37869" y="158413"/>
                </a:lnTo>
                <a:close/>
                <a:lnTo>
                  <a:pt x="36945" y="160869"/>
                </a:lnTo>
                <a:close/>
                <a:lnTo>
                  <a:pt x="36022" y="163316"/>
                </a:lnTo>
                <a:close/>
                <a:lnTo>
                  <a:pt x="35098" y="165753"/>
                </a:lnTo>
                <a:close/>
                <a:lnTo>
                  <a:pt x="34175" y="168181"/>
                </a:lnTo>
                <a:close/>
                <a:lnTo>
                  <a:pt x="33251" y="170600"/>
                </a:lnTo>
                <a:close/>
                <a:lnTo>
                  <a:pt x="32327" y="173009"/>
                </a:lnTo>
                <a:close/>
                <a:lnTo>
                  <a:pt x="31404" y="175409"/>
                </a:lnTo>
                <a:close/>
                <a:lnTo>
                  <a:pt x="30480" y="177800"/>
                </a:lnTo>
                <a:close/>
                <a:lnTo>
                  <a:pt x="29556" y="180181"/>
                </a:lnTo>
                <a:close/>
                <a:lnTo>
                  <a:pt x="28633" y="182553"/>
                </a:lnTo>
                <a:close/>
                <a:lnTo>
                  <a:pt x="27709" y="184916"/>
                </a:lnTo>
                <a:close/>
                <a:lnTo>
                  <a:pt x="26785" y="187270"/>
                </a:lnTo>
                <a:close/>
                <a:lnTo>
                  <a:pt x="25862" y="189614"/>
                </a:lnTo>
                <a:close/>
                <a:lnTo>
                  <a:pt x="24938" y="191948"/>
                </a:lnTo>
                <a:close/>
                <a:lnTo>
                  <a:pt x="24015" y="194274"/>
                </a:lnTo>
                <a:close/>
                <a:lnTo>
                  <a:pt x="23091" y="196590"/>
                </a:lnTo>
                <a:close/>
                <a:lnTo>
                  <a:pt x="22167" y="198897"/>
                </a:lnTo>
                <a:close/>
                <a:lnTo>
                  <a:pt x="21244" y="201194"/>
                </a:lnTo>
                <a:close/>
                <a:lnTo>
                  <a:pt x="20320" y="203482"/>
                </a:lnTo>
                <a:close/>
                <a:lnTo>
                  <a:pt x="19396" y="205761"/>
                </a:lnTo>
                <a:close/>
                <a:lnTo>
                  <a:pt x="18473" y="208030"/>
                </a:lnTo>
                <a:close/>
                <a:lnTo>
                  <a:pt x="17549" y="210291"/>
                </a:lnTo>
                <a:close/>
                <a:lnTo>
                  <a:pt x="16625" y="212541"/>
                </a:lnTo>
                <a:close/>
                <a:lnTo>
                  <a:pt x="15702" y="214783"/>
                </a:lnTo>
                <a:close/>
                <a:lnTo>
                  <a:pt x="14778" y="217015"/>
                </a:lnTo>
                <a:close/>
                <a:lnTo>
                  <a:pt x="13855" y="219238"/>
                </a:lnTo>
                <a:close/>
                <a:lnTo>
                  <a:pt x="12931" y="221451"/>
                </a:lnTo>
                <a:close/>
                <a:lnTo>
                  <a:pt x="12007" y="223655"/>
                </a:lnTo>
                <a:close/>
                <a:lnTo>
                  <a:pt x="11084" y="225850"/>
                </a:lnTo>
                <a:close/>
                <a:lnTo>
                  <a:pt x="10160" y="228036"/>
                </a:lnTo>
                <a:close/>
                <a:lnTo>
                  <a:pt x="9236" y="230212"/>
                </a:lnTo>
                <a:close/>
                <a:lnTo>
                  <a:pt x="8313" y="232379"/>
                </a:lnTo>
                <a:close/>
                <a:lnTo>
                  <a:pt x="7389" y="234536"/>
                </a:lnTo>
                <a:close/>
                <a:lnTo>
                  <a:pt x="6465" y="236684"/>
                </a:lnTo>
                <a:close/>
                <a:lnTo>
                  <a:pt x="5542" y="238823"/>
                </a:lnTo>
                <a:close/>
                <a:lnTo>
                  <a:pt x="4618" y="240952"/>
                </a:lnTo>
                <a:close/>
                <a:lnTo>
                  <a:pt x="3695" y="243073"/>
                </a:lnTo>
                <a:close/>
                <a:lnTo>
                  <a:pt x="2771" y="245183"/>
                </a:lnTo>
                <a:close/>
                <a:lnTo>
                  <a:pt x="1847" y="247285"/>
                </a:lnTo>
                <a:close/>
                <a:lnTo>
                  <a:pt x="924" y="249377"/>
                </a:lnTo>
                <a:close/>
                <a:lnTo>
                  <a:pt x="0" y="25146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572000.0" y="2571750.0"/>
            <a:ext cx="0.0" cy="0.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.0" y="2571750.0"/>
            <a:ext cx="0.0" cy="0.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61000" y="239141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5120" y="13398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"/>
              </a:defRPr>
            </a:pPr>
            <a:r>
              <a:t>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