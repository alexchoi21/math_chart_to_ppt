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794760.0" y="2571750.0"/>
            <a:ext cx="242316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1428750.0"/>
            <a:ext cx="0.0" cy="169164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3886200" y="1698498"/>
            <a:ext cx="2240280" cy="1330452"/>
          </a:xfrm>
          <a:custGeom>
            <a:avLst/>
            <a:gdLst/>
            <a:ahLst/>
            <a:cxnLst/>
            <a:rect l="l" t="t" r="r" b="b"/>
            <a:pathLst>
              <a:path w="2240280" h="1330452">
                <a:moveTo>
                  <a:pt x="0" y="1330452"/>
                </a:moveTo>
                <a:lnTo>
                  <a:pt x="8639" y="1323540"/>
                </a:lnTo>
                <a:close/>
                <a:lnTo>
                  <a:pt x="17279" y="1316629"/>
                </a:lnTo>
                <a:close/>
                <a:lnTo>
                  <a:pt x="25918" y="1309717"/>
                </a:lnTo>
                <a:close/>
                <a:lnTo>
                  <a:pt x="34558" y="1302806"/>
                </a:lnTo>
                <a:close/>
                <a:lnTo>
                  <a:pt x="43197" y="1295894"/>
                </a:lnTo>
                <a:close/>
                <a:lnTo>
                  <a:pt x="51836" y="1288983"/>
                </a:lnTo>
                <a:close/>
                <a:lnTo>
                  <a:pt x="60476" y="1282071"/>
                </a:lnTo>
                <a:close/>
                <a:lnTo>
                  <a:pt x="69115" y="1275160"/>
                </a:lnTo>
                <a:close/>
                <a:lnTo>
                  <a:pt x="77755" y="1268248"/>
                </a:lnTo>
                <a:close/>
                <a:lnTo>
                  <a:pt x="86394" y="1261337"/>
                </a:lnTo>
                <a:close/>
                <a:lnTo>
                  <a:pt x="95033" y="1254425"/>
                </a:lnTo>
                <a:close/>
                <a:lnTo>
                  <a:pt x="103673" y="1247514"/>
                </a:lnTo>
                <a:close/>
                <a:lnTo>
                  <a:pt x="112312" y="1240602"/>
                </a:lnTo>
                <a:close/>
                <a:lnTo>
                  <a:pt x="120952" y="1233691"/>
                </a:lnTo>
                <a:close/>
                <a:lnTo>
                  <a:pt x="129591" y="1226779"/>
                </a:lnTo>
                <a:close/>
                <a:lnTo>
                  <a:pt x="138230" y="1219868"/>
                </a:lnTo>
                <a:close/>
                <a:lnTo>
                  <a:pt x="146870" y="1212956"/>
                </a:lnTo>
                <a:close/>
                <a:lnTo>
                  <a:pt x="155509" y="1206045"/>
                </a:lnTo>
                <a:close/>
                <a:lnTo>
                  <a:pt x="164149" y="1199133"/>
                </a:lnTo>
                <a:close/>
                <a:lnTo>
                  <a:pt x="172788" y="1192222"/>
                </a:lnTo>
                <a:close/>
                <a:lnTo>
                  <a:pt x="181427" y="1185310"/>
                </a:lnTo>
                <a:close/>
                <a:lnTo>
                  <a:pt x="190067" y="1178399"/>
                </a:lnTo>
                <a:close/>
                <a:lnTo>
                  <a:pt x="198706" y="1171487"/>
                </a:lnTo>
                <a:close/>
                <a:lnTo>
                  <a:pt x="207346" y="1164576"/>
                </a:lnTo>
                <a:close/>
                <a:lnTo>
                  <a:pt x="215985" y="1157664"/>
                </a:lnTo>
                <a:close/>
                <a:lnTo>
                  <a:pt x="224624" y="1150753"/>
                </a:lnTo>
                <a:close/>
                <a:lnTo>
                  <a:pt x="233264" y="1143841"/>
                </a:lnTo>
                <a:close/>
                <a:lnTo>
                  <a:pt x="241903" y="1136929"/>
                </a:lnTo>
                <a:close/>
                <a:lnTo>
                  <a:pt x="250543" y="1130018"/>
                </a:lnTo>
                <a:close/>
                <a:lnTo>
                  <a:pt x="259182" y="1123106"/>
                </a:lnTo>
                <a:close/>
                <a:lnTo>
                  <a:pt x="267821" y="1116195"/>
                </a:lnTo>
                <a:close/>
                <a:lnTo>
                  <a:pt x="276461" y="1109283"/>
                </a:lnTo>
                <a:close/>
                <a:lnTo>
                  <a:pt x="285100" y="1102372"/>
                </a:lnTo>
                <a:close/>
                <a:lnTo>
                  <a:pt x="293740" y="1095460"/>
                </a:lnTo>
                <a:close/>
                <a:lnTo>
                  <a:pt x="302379" y="1088549"/>
                </a:lnTo>
                <a:close/>
                <a:lnTo>
                  <a:pt x="311018" y="1081637"/>
                </a:lnTo>
                <a:close/>
                <a:lnTo>
                  <a:pt x="319658" y="1074726"/>
                </a:lnTo>
                <a:close/>
                <a:lnTo>
                  <a:pt x="328297" y="1067814"/>
                </a:lnTo>
                <a:close/>
                <a:lnTo>
                  <a:pt x="336937" y="1060902"/>
                </a:lnTo>
                <a:close/>
                <a:lnTo>
                  <a:pt x="345576" y="1053992"/>
                </a:lnTo>
                <a:close/>
                <a:lnTo>
                  <a:pt x="354215" y="1047082"/>
                </a:lnTo>
                <a:close/>
                <a:lnTo>
                  <a:pt x="362855" y="1040169"/>
                </a:lnTo>
                <a:close/>
                <a:lnTo>
                  <a:pt x="371494" y="1033253"/>
                </a:lnTo>
                <a:close/>
                <a:lnTo>
                  <a:pt x="380134" y="1026338"/>
                </a:lnTo>
                <a:close/>
                <a:lnTo>
                  <a:pt x="388773" y="1019434"/>
                </a:lnTo>
                <a:close/>
                <a:lnTo>
                  <a:pt x="397412" y="1012544"/>
                </a:lnTo>
                <a:close/>
                <a:lnTo>
                  <a:pt x="406052" y="1005635"/>
                </a:lnTo>
                <a:close/>
                <a:lnTo>
                  <a:pt x="414691" y="998672"/>
                </a:lnTo>
                <a:close/>
                <a:lnTo>
                  <a:pt x="423331" y="991688"/>
                </a:lnTo>
                <a:close/>
                <a:lnTo>
                  <a:pt x="431970" y="984823"/>
                </a:lnTo>
                <a:close/>
                <a:lnTo>
                  <a:pt x="440609" y="978178"/>
                </a:lnTo>
                <a:close/>
                <a:lnTo>
                  <a:pt x="449249" y="971440"/>
                </a:lnTo>
                <a:close/>
                <a:lnTo>
                  <a:pt x="457888" y="964069"/>
                </a:lnTo>
                <a:close/>
                <a:lnTo>
                  <a:pt x="466527" y="955750"/>
                </a:lnTo>
                <a:close/>
                <a:lnTo>
                  <a:pt x="475167" y="946887"/>
                </a:lnTo>
                <a:close/>
                <a:lnTo>
                  <a:pt x="483806" y="938014"/>
                </a:lnTo>
                <a:close/>
                <a:lnTo>
                  <a:pt x="492446" y="929360"/>
                </a:lnTo>
                <a:close/>
                <a:lnTo>
                  <a:pt x="501085" y="920795"/>
                </a:lnTo>
                <a:close/>
                <a:lnTo>
                  <a:pt x="509724" y="912181"/>
                </a:lnTo>
                <a:close/>
                <a:lnTo>
                  <a:pt x="518364" y="903524"/>
                </a:lnTo>
                <a:close/>
                <a:lnTo>
                  <a:pt x="527003" y="894894"/>
                </a:lnTo>
                <a:close/>
                <a:lnTo>
                  <a:pt x="535643" y="886313"/>
                </a:lnTo>
                <a:close/>
                <a:lnTo>
                  <a:pt x="544282" y="877673"/>
                </a:lnTo>
                <a:close/>
                <a:lnTo>
                  <a:pt x="552921" y="868858"/>
                </a:lnTo>
                <a:close/>
                <a:lnTo>
                  <a:pt x="561561" y="860022"/>
                </a:lnTo>
                <a:close/>
                <a:lnTo>
                  <a:pt x="570200" y="851596"/>
                </a:lnTo>
                <a:close/>
                <a:lnTo>
                  <a:pt x="578840" y="843812"/>
                </a:lnTo>
                <a:close/>
                <a:lnTo>
                  <a:pt x="587479" y="835550"/>
                </a:lnTo>
                <a:close/>
                <a:lnTo>
                  <a:pt x="596118" y="825172"/>
                </a:lnTo>
                <a:close/>
                <a:lnTo>
                  <a:pt x="604758" y="811987"/>
                </a:lnTo>
                <a:close/>
                <a:lnTo>
                  <a:pt x="613397" y="797411"/>
                </a:lnTo>
                <a:close/>
                <a:lnTo>
                  <a:pt x="622037" y="783065"/>
                </a:lnTo>
                <a:close/>
                <a:lnTo>
                  <a:pt x="630676" y="769353"/>
                </a:lnTo>
                <a:close/>
                <a:lnTo>
                  <a:pt x="639315" y="755619"/>
                </a:lnTo>
                <a:close/>
                <a:lnTo>
                  <a:pt x="647955" y="741398"/>
                </a:lnTo>
                <a:close/>
                <a:lnTo>
                  <a:pt x="656594" y="727371"/>
                </a:lnTo>
                <a:close/>
                <a:lnTo>
                  <a:pt x="665234" y="714588"/>
                </a:lnTo>
                <a:close/>
                <a:lnTo>
                  <a:pt x="673873" y="703569"/>
                </a:lnTo>
                <a:close/>
                <a:lnTo>
                  <a:pt x="682512" y="693849"/>
                </a:lnTo>
                <a:close/>
                <a:lnTo>
                  <a:pt x="691152" y="684868"/>
                </a:lnTo>
                <a:close/>
                <a:lnTo>
                  <a:pt x="699791" y="676246"/>
                </a:lnTo>
                <a:close/>
                <a:lnTo>
                  <a:pt x="708431" y="667739"/>
                </a:lnTo>
                <a:close/>
                <a:lnTo>
                  <a:pt x="717070" y="659149"/>
                </a:lnTo>
                <a:close/>
                <a:lnTo>
                  <a:pt x="725709" y="650486"/>
                </a:lnTo>
                <a:close/>
                <a:lnTo>
                  <a:pt x="734349" y="641816"/>
                </a:lnTo>
                <a:close/>
                <a:lnTo>
                  <a:pt x="742988" y="633172"/>
                </a:lnTo>
                <a:close/>
                <a:lnTo>
                  <a:pt x="751628" y="624542"/>
                </a:lnTo>
                <a:close/>
                <a:lnTo>
                  <a:pt x="760267" y="615908"/>
                </a:lnTo>
                <a:close/>
                <a:lnTo>
                  <a:pt x="768906" y="607268"/>
                </a:lnTo>
                <a:close/>
                <a:lnTo>
                  <a:pt x="777546" y="598626"/>
                </a:lnTo>
                <a:close/>
                <a:lnTo>
                  <a:pt x="786185" y="589986"/>
                </a:lnTo>
                <a:close/>
                <a:lnTo>
                  <a:pt x="794825" y="581347"/>
                </a:lnTo>
                <a:close/>
                <a:lnTo>
                  <a:pt x="803464" y="572708"/>
                </a:lnTo>
                <a:close/>
                <a:lnTo>
                  <a:pt x="812103" y="564067"/>
                </a:lnTo>
                <a:close/>
                <a:lnTo>
                  <a:pt x="820743" y="555428"/>
                </a:lnTo>
                <a:close/>
                <a:lnTo>
                  <a:pt x="829382" y="546794"/>
                </a:lnTo>
                <a:close/>
                <a:lnTo>
                  <a:pt x="838022" y="538158"/>
                </a:lnTo>
                <a:close/>
                <a:lnTo>
                  <a:pt x="846661" y="529509"/>
                </a:lnTo>
                <a:close/>
                <a:lnTo>
                  <a:pt x="855300" y="520849"/>
                </a:lnTo>
                <a:close/>
                <a:lnTo>
                  <a:pt x="863940" y="512209"/>
                </a:lnTo>
                <a:close/>
                <a:lnTo>
                  <a:pt x="872579" y="503627"/>
                </a:lnTo>
                <a:close/>
                <a:lnTo>
                  <a:pt x="881219" y="495055"/>
                </a:lnTo>
                <a:close/>
                <a:lnTo>
                  <a:pt x="889858" y="486354"/>
                </a:lnTo>
                <a:close/>
                <a:lnTo>
                  <a:pt x="898497" y="477437"/>
                </a:lnTo>
                <a:close/>
                <a:lnTo>
                  <a:pt x="907137" y="468655"/>
                </a:lnTo>
                <a:close/>
                <a:lnTo>
                  <a:pt x="915776" y="460547"/>
                </a:lnTo>
                <a:close/>
                <a:lnTo>
                  <a:pt x="924416" y="453377"/>
                </a:lnTo>
                <a:close/>
                <a:lnTo>
                  <a:pt x="933055" y="446710"/>
                </a:lnTo>
                <a:close/>
                <a:lnTo>
                  <a:pt x="941694" y="440019"/>
                </a:lnTo>
                <a:close/>
                <a:lnTo>
                  <a:pt x="950334" y="433112"/>
                </a:lnTo>
                <a:close/>
                <a:lnTo>
                  <a:pt x="958973" y="426122"/>
                </a:lnTo>
                <a:close/>
                <a:lnTo>
                  <a:pt x="967613" y="419174"/>
                </a:lnTo>
                <a:close/>
                <a:lnTo>
                  <a:pt x="976252" y="412274"/>
                </a:lnTo>
                <a:close/>
                <a:lnTo>
                  <a:pt x="984891" y="405382"/>
                </a:lnTo>
                <a:close/>
                <a:lnTo>
                  <a:pt x="993531" y="398474"/>
                </a:lnTo>
                <a:close/>
                <a:lnTo>
                  <a:pt x="1002170" y="391558"/>
                </a:lnTo>
                <a:close/>
                <a:lnTo>
                  <a:pt x="1010810" y="384643"/>
                </a:lnTo>
                <a:close/>
                <a:lnTo>
                  <a:pt x="1019449" y="377732"/>
                </a:lnTo>
                <a:close/>
                <a:lnTo>
                  <a:pt x="1028088" y="370821"/>
                </a:lnTo>
                <a:close/>
                <a:lnTo>
                  <a:pt x="1036728" y="363909"/>
                </a:lnTo>
                <a:close/>
                <a:lnTo>
                  <a:pt x="1045367" y="356997"/>
                </a:lnTo>
                <a:close/>
                <a:lnTo>
                  <a:pt x="1054007" y="350088"/>
                </a:lnTo>
                <a:close/>
                <a:lnTo>
                  <a:pt x="1062646" y="343182"/>
                </a:lnTo>
                <a:close/>
                <a:lnTo>
                  <a:pt x="1071285" y="336268"/>
                </a:lnTo>
                <a:close/>
                <a:lnTo>
                  <a:pt x="1079925" y="329339"/>
                </a:lnTo>
                <a:close/>
                <a:lnTo>
                  <a:pt x="1088564" y="322413"/>
                </a:lnTo>
                <a:close/>
                <a:lnTo>
                  <a:pt x="1097204" y="315529"/>
                </a:lnTo>
                <a:close/>
                <a:lnTo>
                  <a:pt x="1105843" y="308695"/>
                </a:lnTo>
                <a:close/>
                <a:lnTo>
                  <a:pt x="1114482" y="301800"/>
                </a:lnTo>
                <a:close/>
                <a:lnTo>
                  <a:pt x="1123122" y="294700"/>
                </a:lnTo>
                <a:close/>
                <a:lnTo>
                  <a:pt x="1131761" y="287517"/>
                </a:lnTo>
                <a:close/>
                <a:lnTo>
                  <a:pt x="1140401" y="280760"/>
                </a:lnTo>
                <a:close/>
                <a:lnTo>
                  <a:pt x="1149040" y="274910"/>
                </a:lnTo>
                <a:close/>
                <a:lnTo>
                  <a:pt x="1157679" y="269806"/>
                </a:lnTo>
                <a:close/>
                <a:lnTo>
                  <a:pt x="1166319" y="264913"/>
                </a:lnTo>
                <a:close/>
                <a:lnTo>
                  <a:pt x="1174958" y="259821"/>
                </a:lnTo>
                <a:close/>
                <a:lnTo>
                  <a:pt x="1183598" y="254579"/>
                </a:lnTo>
                <a:close/>
                <a:lnTo>
                  <a:pt x="1192237" y="249331"/>
                </a:lnTo>
                <a:close/>
                <a:lnTo>
                  <a:pt x="1200876" y="244141"/>
                </a:lnTo>
                <a:close/>
                <a:lnTo>
                  <a:pt x="1209516" y="238978"/>
                </a:lnTo>
                <a:close/>
                <a:lnTo>
                  <a:pt x="1218155" y="233806"/>
                </a:lnTo>
                <a:close/>
                <a:lnTo>
                  <a:pt x="1226795" y="228620"/>
                </a:lnTo>
                <a:close/>
                <a:lnTo>
                  <a:pt x="1235434" y="223431"/>
                </a:lnTo>
                <a:close/>
                <a:lnTo>
                  <a:pt x="1244073" y="218246"/>
                </a:lnTo>
                <a:close/>
                <a:lnTo>
                  <a:pt x="1252713" y="213064"/>
                </a:lnTo>
                <a:close/>
                <a:lnTo>
                  <a:pt x="1261352" y="207880"/>
                </a:lnTo>
                <a:close/>
                <a:lnTo>
                  <a:pt x="1269992" y="202696"/>
                </a:lnTo>
                <a:close/>
                <a:lnTo>
                  <a:pt x="1278631" y="197513"/>
                </a:lnTo>
                <a:close/>
                <a:lnTo>
                  <a:pt x="1287270" y="192334"/>
                </a:lnTo>
                <a:close/>
                <a:lnTo>
                  <a:pt x="1295910" y="187153"/>
                </a:lnTo>
                <a:close/>
                <a:lnTo>
                  <a:pt x="1304549" y="181959"/>
                </a:lnTo>
                <a:close/>
                <a:lnTo>
                  <a:pt x="1313188" y="176755"/>
                </a:lnTo>
                <a:close/>
                <a:lnTo>
                  <a:pt x="1321828" y="171574"/>
                </a:lnTo>
                <a:close/>
                <a:lnTo>
                  <a:pt x="1330467" y="166452"/>
                </a:lnTo>
                <a:close/>
                <a:lnTo>
                  <a:pt x="1339107" y="161331"/>
                </a:lnTo>
                <a:close/>
                <a:lnTo>
                  <a:pt x="1347746" y="156069"/>
                </a:lnTo>
                <a:close/>
                <a:lnTo>
                  <a:pt x="1356385" y="150600"/>
                </a:lnTo>
                <a:close/>
                <a:lnTo>
                  <a:pt x="1365025" y="145308"/>
                </a:lnTo>
                <a:close/>
                <a:lnTo>
                  <a:pt x="1373664" y="140731"/>
                </a:lnTo>
                <a:close/>
                <a:lnTo>
                  <a:pt x="1382304" y="137075"/>
                </a:lnTo>
                <a:close/>
                <a:lnTo>
                  <a:pt x="1390943" y="133881"/>
                </a:lnTo>
                <a:close/>
                <a:lnTo>
                  <a:pt x="1399582" y="130630"/>
                </a:lnTo>
                <a:close/>
                <a:lnTo>
                  <a:pt x="1408222" y="127169"/>
                </a:lnTo>
                <a:close/>
                <a:lnTo>
                  <a:pt x="1416861" y="123631"/>
                </a:lnTo>
                <a:close/>
                <a:lnTo>
                  <a:pt x="1425501" y="120133"/>
                </a:lnTo>
                <a:close/>
                <a:lnTo>
                  <a:pt x="1434140" y="116687"/>
                </a:lnTo>
                <a:close/>
                <a:lnTo>
                  <a:pt x="1442779" y="113276"/>
                </a:lnTo>
                <a:close/>
                <a:lnTo>
                  <a:pt x="1451419" y="109863"/>
                </a:lnTo>
                <a:close/>
                <a:lnTo>
                  <a:pt x="1460058" y="106384"/>
                </a:lnTo>
                <a:close/>
                <a:lnTo>
                  <a:pt x="1468698" y="102789"/>
                </a:lnTo>
                <a:close/>
                <a:lnTo>
                  <a:pt x="1477337" y="99228"/>
                </a:lnTo>
                <a:close/>
                <a:lnTo>
                  <a:pt x="1485976" y="95986"/>
                </a:lnTo>
                <a:close/>
                <a:lnTo>
                  <a:pt x="1494616" y="93242"/>
                </a:lnTo>
                <a:close/>
                <a:lnTo>
                  <a:pt x="1503255" y="90758"/>
                </a:lnTo>
                <a:close/>
                <a:lnTo>
                  <a:pt x="1511895" y="88197"/>
                </a:lnTo>
                <a:close/>
                <a:lnTo>
                  <a:pt x="1520534" y="85489"/>
                </a:lnTo>
                <a:close/>
                <a:lnTo>
                  <a:pt x="1529173" y="82941"/>
                </a:lnTo>
                <a:close/>
                <a:lnTo>
                  <a:pt x="1537813" y="80856"/>
                </a:lnTo>
                <a:close/>
                <a:lnTo>
                  <a:pt x="1546452" y="79169"/>
                </a:lnTo>
                <a:close/>
                <a:lnTo>
                  <a:pt x="1555092" y="77612"/>
                </a:lnTo>
                <a:close/>
                <a:lnTo>
                  <a:pt x="1563731" y="75971"/>
                </a:lnTo>
                <a:close/>
                <a:lnTo>
                  <a:pt x="1572370" y="74214"/>
                </a:lnTo>
                <a:close/>
                <a:lnTo>
                  <a:pt x="1581010" y="72348"/>
                </a:lnTo>
                <a:close/>
                <a:lnTo>
                  <a:pt x="1589649" y="70489"/>
                </a:lnTo>
                <a:close/>
                <a:lnTo>
                  <a:pt x="1598289" y="68878"/>
                </a:lnTo>
                <a:close/>
                <a:lnTo>
                  <a:pt x="1606928" y="67725"/>
                </a:lnTo>
                <a:close/>
                <a:lnTo>
                  <a:pt x="1615567" y="66918"/>
                </a:lnTo>
                <a:close/>
                <a:lnTo>
                  <a:pt x="1624207" y="66193"/>
                </a:lnTo>
                <a:close/>
                <a:lnTo>
                  <a:pt x="1632847" y="65365"/>
                </a:lnTo>
                <a:close/>
                <a:lnTo>
                  <a:pt x="1641486" y="64470"/>
                </a:lnTo>
                <a:close/>
                <a:lnTo>
                  <a:pt x="1650124" y="63578"/>
                </a:lnTo>
                <a:close/>
                <a:lnTo>
                  <a:pt x="1658762" y="62713"/>
                </a:lnTo>
                <a:close/>
                <a:lnTo>
                  <a:pt x="1667403" y="61859"/>
                </a:lnTo>
                <a:close/>
                <a:lnTo>
                  <a:pt x="1676048" y="60995"/>
                </a:lnTo>
                <a:close/>
                <a:lnTo>
                  <a:pt x="1684690" y="60128"/>
                </a:lnTo>
                <a:close/>
                <a:lnTo>
                  <a:pt x="1693318" y="59270"/>
                </a:lnTo>
                <a:close/>
                <a:lnTo>
                  <a:pt x="1701935" y="58422"/>
                </a:lnTo>
                <a:close/>
                <a:lnTo>
                  <a:pt x="1710579" y="57556"/>
                </a:lnTo>
                <a:close/>
                <a:lnTo>
                  <a:pt x="1719285" y="56642"/>
                </a:lnTo>
                <a:close/>
                <a:lnTo>
                  <a:pt x="1727991" y="55729"/>
                </a:lnTo>
                <a:close/>
                <a:lnTo>
                  <a:pt x="1736542" y="54931"/>
                </a:lnTo>
                <a:close/>
                <a:lnTo>
                  <a:pt x="1744873" y="54335"/>
                </a:lnTo>
                <a:close/>
                <a:lnTo>
                  <a:pt x="1753405" y="53856"/>
                </a:lnTo>
                <a:close/>
                <a:lnTo>
                  <a:pt x="1762709" y="53354"/>
                </a:lnTo>
                <a:close/>
                <a:lnTo>
                  <a:pt x="1772480" y="52784"/>
                </a:lnTo>
                <a:close/>
                <a:lnTo>
                  <a:pt x="1780740" y="52272"/>
                </a:lnTo>
                <a:close/>
                <a:lnTo>
                  <a:pt x="1785484" y="51957"/>
                </a:lnTo>
                <a:close/>
                <a:lnTo>
                  <a:pt x="1787070" y="51828"/>
                </a:lnTo>
                <a:close/>
                <a:lnTo>
                  <a:pt x="1787624" y="51758"/>
                </a:lnTo>
                <a:close/>
                <a:lnTo>
                  <a:pt x="1788903" y="51645"/>
                </a:lnTo>
                <a:close/>
                <a:lnTo>
                  <a:pt x="1790833" y="51495"/>
                </a:lnTo>
                <a:close/>
                <a:lnTo>
                  <a:pt x="1792838" y="51342"/>
                </a:lnTo>
                <a:close/>
                <a:lnTo>
                  <a:pt x="1794606" y="51204"/>
                </a:lnTo>
                <a:close/>
                <a:lnTo>
                  <a:pt x="1796256" y="51069"/>
                </a:lnTo>
                <a:close/>
                <a:lnTo>
                  <a:pt x="1797931" y="50925"/>
                </a:lnTo>
                <a:close/>
                <a:lnTo>
                  <a:pt x="1799665" y="50780"/>
                </a:lnTo>
                <a:close/>
                <a:lnTo>
                  <a:pt x="1801414" y="50655"/>
                </a:lnTo>
                <a:close/>
                <a:lnTo>
                  <a:pt x="1803148" y="50566"/>
                </a:lnTo>
                <a:close/>
                <a:lnTo>
                  <a:pt x="1804871" y="50504"/>
                </a:lnTo>
                <a:close/>
                <a:lnTo>
                  <a:pt x="1806599" y="50459"/>
                </a:lnTo>
                <a:close/>
                <a:lnTo>
                  <a:pt x="1808332" y="50421"/>
                </a:lnTo>
                <a:close/>
                <a:lnTo>
                  <a:pt x="1810058" y="50390"/>
                </a:lnTo>
                <a:close/>
                <a:lnTo>
                  <a:pt x="1811762" y="50367"/>
                </a:lnTo>
                <a:close/>
                <a:lnTo>
                  <a:pt x="1813474" y="50350"/>
                </a:lnTo>
                <a:close/>
                <a:lnTo>
                  <a:pt x="1815244" y="50337"/>
                </a:lnTo>
                <a:close/>
                <a:lnTo>
                  <a:pt x="1817072" y="50326"/>
                </a:lnTo>
                <a:close/>
                <a:lnTo>
                  <a:pt x="1818802" y="50318"/>
                </a:lnTo>
                <a:close/>
                <a:lnTo>
                  <a:pt x="1820263" y="50312"/>
                </a:lnTo>
                <a:close/>
                <a:lnTo>
                  <a:pt x="1821669" y="50308"/>
                </a:lnTo>
                <a:close/>
                <a:lnTo>
                  <a:pt x="1823682" y="50302"/>
                </a:lnTo>
                <a:close/>
                <a:lnTo>
                  <a:pt x="1826840" y="50296"/>
                </a:lnTo>
                <a:close/>
                <a:lnTo>
                  <a:pt x="1830567" y="50288"/>
                </a:lnTo>
                <a:close/>
                <a:lnTo>
                  <a:pt x="1833781" y="50282"/>
                </a:lnTo>
                <a:close/>
                <a:lnTo>
                  <a:pt x="1835845" y="50277"/>
                </a:lnTo>
                <a:close/>
                <a:lnTo>
                  <a:pt x="1837266" y="50272"/>
                </a:lnTo>
                <a:close/>
                <a:lnTo>
                  <a:pt x="1838713" y="50266"/>
                </a:lnTo>
                <a:close/>
                <a:lnTo>
                  <a:pt x="1840432" y="50257"/>
                </a:lnTo>
                <a:close/>
                <a:lnTo>
                  <a:pt x="1842259" y="50248"/>
                </a:lnTo>
                <a:close/>
                <a:lnTo>
                  <a:pt x="1844034" y="50238"/>
                </a:lnTo>
                <a:close/>
                <a:lnTo>
                  <a:pt x="1845748" y="50230"/>
                </a:lnTo>
                <a:close/>
                <a:lnTo>
                  <a:pt x="1847451" y="50222"/>
                </a:lnTo>
                <a:close/>
                <a:lnTo>
                  <a:pt x="1849176" y="50215"/>
                </a:lnTo>
                <a:close/>
                <a:lnTo>
                  <a:pt x="1850909" y="50206"/>
                </a:lnTo>
                <a:close/>
                <a:lnTo>
                  <a:pt x="1852637" y="50192"/>
                </a:lnTo>
                <a:close/>
                <a:lnTo>
                  <a:pt x="1854361" y="50175"/>
                </a:lnTo>
                <a:close/>
                <a:lnTo>
                  <a:pt x="1856093" y="50156"/>
                </a:lnTo>
                <a:close/>
                <a:lnTo>
                  <a:pt x="1857842" y="50138"/>
                </a:lnTo>
                <a:close/>
                <a:lnTo>
                  <a:pt x="1859578" y="50121"/>
                </a:lnTo>
                <a:close/>
                <a:lnTo>
                  <a:pt x="1861257" y="50105"/>
                </a:lnTo>
                <a:close/>
                <a:lnTo>
                  <a:pt x="1862904" y="50089"/>
                </a:lnTo>
                <a:close/>
                <a:lnTo>
                  <a:pt x="1864663" y="50071"/>
                </a:lnTo>
                <a:close/>
                <a:lnTo>
                  <a:pt x="1866658" y="50049"/>
                </a:lnTo>
                <a:close/>
                <a:lnTo>
                  <a:pt x="1868606" y="50028"/>
                </a:lnTo>
                <a:close/>
                <a:lnTo>
                  <a:pt x="1869934" y="50018"/>
                </a:lnTo>
                <a:close/>
                <a:lnTo>
                  <a:pt x="1870493" y="50020"/>
                </a:lnTo>
                <a:close/>
                <a:lnTo>
                  <a:pt x="1871970" y="50007"/>
                </a:lnTo>
                <a:close/>
                <a:lnTo>
                  <a:pt x="1876505" y="49942"/>
                </a:lnTo>
                <a:close/>
                <a:lnTo>
                  <a:pt x="1884624" y="49816"/>
                </a:lnTo>
                <a:close/>
                <a:lnTo>
                  <a:pt x="1894370" y="49657"/>
                </a:lnTo>
                <a:close/>
                <a:lnTo>
                  <a:pt x="1903726" y="49495"/>
                </a:lnTo>
                <a:close/>
                <a:lnTo>
                  <a:pt x="1912284" y="49329"/>
                </a:lnTo>
                <a:close/>
                <a:lnTo>
                  <a:pt x="1920612" y="49140"/>
                </a:lnTo>
                <a:close/>
                <a:lnTo>
                  <a:pt x="1929150" y="48911"/>
                </a:lnTo>
                <a:close/>
                <a:lnTo>
                  <a:pt x="1937851" y="48642"/>
                </a:lnTo>
                <a:close/>
                <a:lnTo>
                  <a:pt x="1946560" y="48338"/>
                </a:lnTo>
                <a:close/>
                <a:lnTo>
                  <a:pt x="1955207" y="48001"/>
                </a:lnTo>
                <a:close/>
                <a:lnTo>
                  <a:pt x="1963824" y="47641"/>
                </a:lnTo>
                <a:close/>
                <a:lnTo>
                  <a:pt x="1972451" y="47266"/>
                </a:lnTo>
                <a:close/>
                <a:lnTo>
                  <a:pt x="1981093" y="46907"/>
                </a:lnTo>
                <a:close/>
                <a:lnTo>
                  <a:pt x="1989738" y="46606"/>
                </a:lnTo>
                <a:close/>
                <a:lnTo>
                  <a:pt x="1998379" y="46356"/>
                </a:lnTo>
                <a:close/>
                <a:lnTo>
                  <a:pt x="2007017" y="46009"/>
                </a:lnTo>
                <a:close/>
                <a:lnTo>
                  <a:pt x="2015655" y="45398"/>
                </a:lnTo>
                <a:close/>
                <a:lnTo>
                  <a:pt x="2024295" y="44528"/>
                </a:lnTo>
                <a:close/>
                <a:lnTo>
                  <a:pt x="2032934" y="43597"/>
                </a:lnTo>
                <a:close/>
                <a:lnTo>
                  <a:pt x="2041574" y="42774"/>
                </a:lnTo>
                <a:close/>
                <a:lnTo>
                  <a:pt x="2050213" y="41963"/>
                </a:lnTo>
                <a:close/>
                <a:lnTo>
                  <a:pt x="2058853" y="40956"/>
                </a:lnTo>
                <a:close/>
                <a:lnTo>
                  <a:pt x="2067492" y="39647"/>
                </a:lnTo>
                <a:close/>
                <a:lnTo>
                  <a:pt x="2076131" y="38187"/>
                </a:lnTo>
                <a:close/>
                <a:lnTo>
                  <a:pt x="2084771" y="36757"/>
                </a:lnTo>
                <a:close/>
                <a:lnTo>
                  <a:pt x="2093410" y="35396"/>
                </a:lnTo>
                <a:close/>
                <a:lnTo>
                  <a:pt x="2102050" y="34011"/>
                </a:lnTo>
                <a:close/>
                <a:lnTo>
                  <a:pt x="2110689" y="32519"/>
                </a:lnTo>
                <a:close/>
                <a:lnTo>
                  <a:pt x="2119328" y="30946"/>
                </a:lnTo>
                <a:close/>
                <a:lnTo>
                  <a:pt x="2127968" y="29353"/>
                </a:lnTo>
                <a:close/>
                <a:lnTo>
                  <a:pt x="2136607" y="27738"/>
                </a:lnTo>
                <a:close/>
                <a:lnTo>
                  <a:pt x="2145247" y="25965"/>
                </a:lnTo>
                <a:close/>
                <a:lnTo>
                  <a:pt x="2153886" y="23898"/>
                </a:lnTo>
                <a:close/>
                <a:lnTo>
                  <a:pt x="2162525" y="21607"/>
                </a:lnTo>
                <a:close/>
                <a:lnTo>
                  <a:pt x="2171165" y="19337"/>
                </a:lnTo>
                <a:close/>
                <a:lnTo>
                  <a:pt x="2179804" y="17265"/>
                </a:lnTo>
                <a:close/>
                <a:lnTo>
                  <a:pt x="2188444" y="15247"/>
                </a:lnTo>
                <a:close/>
                <a:lnTo>
                  <a:pt x="2197083" y="13038"/>
                </a:lnTo>
                <a:close/>
                <a:lnTo>
                  <a:pt x="2205722" y="10528"/>
                </a:lnTo>
                <a:close/>
                <a:lnTo>
                  <a:pt x="2214362" y="7831"/>
                </a:lnTo>
                <a:close/>
                <a:lnTo>
                  <a:pt x="2223001" y="5086"/>
                </a:lnTo>
                <a:close/>
                <a:lnTo>
                  <a:pt x="2231641" y="2430"/>
                </a:lnTo>
                <a:close/>
                <a:lnTo>
                  <a:pt x="2240280" y="0"/>
                </a:lnTo>
                <a:close/>
              </a:path>
            </a:pathLst>
          </a:custGeom>
          <a:ln w="3175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5715000.0" y="1748790.0"/>
            <a:ext cx="0.0" cy="82296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4572000.0" y="1748790.0"/>
            <a:ext cx="11430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664200" y="1697990"/>
            <a:ext cx="101600" cy="101600"/>
          </a:xfrm>
          <a:prstGeom prst="ellipse">
            <a:avLst/>
          </a:prstGeom>
          <a:solidFill>
            <a:srgbClr val="0A0A0A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5394960.0" y="2571750.0"/>
            <a:ext cx="18288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5852160.0" y="2571750.0"/>
            <a:ext cx="182880.0" cy="0.0"/>
          </a:xfrm>
          <a:prstGeom prst="line">
            <a:avLst/>
          </a:prstGeom>
          <a:ln w="15240">
            <a:solidFill>
              <a:srgbClr val="B4B4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5257800" y="1748799"/>
            <a:ext cx="452628" cy="91431"/>
          </a:xfrm>
          <a:custGeom>
            <a:avLst/>
            <a:gdLst/>
            <a:ahLst/>
            <a:cxnLst/>
            <a:rect l="l" t="t" r="r" b="b"/>
            <a:pathLst>
              <a:path w="452628" h="91431">
                <a:moveTo>
                  <a:pt x="0" y="91431"/>
                </a:moveTo>
                <a:lnTo>
                  <a:pt x="6235" y="88933"/>
                </a:lnTo>
                <a:close/>
                <a:lnTo>
                  <a:pt x="12469" y="86439"/>
                </a:lnTo>
                <a:close/>
                <a:lnTo>
                  <a:pt x="18704" y="83947"/>
                </a:lnTo>
                <a:close/>
                <a:lnTo>
                  <a:pt x="24938" y="81457"/>
                </a:lnTo>
                <a:close/>
                <a:lnTo>
                  <a:pt x="31173" y="78966"/>
                </a:lnTo>
                <a:close/>
                <a:lnTo>
                  <a:pt x="37407" y="76473"/>
                </a:lnTo>
                <a:close/>
                <a:lnTo>
                  <a:pt x="43642" y="73976"/>
                </a:lnTo>
                <a:close/>
                <a:lnTo>
                  <a:pt x="49876" y="71475"/>
                </a:lnTo>
                <a:close/>
                <a:lnTo>
                  <a:pt x="56111" y="68973"/>
                </a:lnTo>
                <a:close/>
                <a:lnTo>
                  <a:pt x="62345" y="66479"/>
                </a:lnTo>
                <a:close/>
                <a:lnTo>
                  <a:pt x="68580" y="63999"/>
                </a:lnTo>
                <a:close/>
                <a:lnTo>
                  <a:pt x="74815" y="61536"/>
                </a:lnTo>
                <a:close/>
                <a:lnTo>
                  <a:pt x="81049" y="59066"/>
                </a:lnTo>
                <a:close/>
                <a:lnTo>
                  <a:pt x="87284" y="56560"/>
                </a:lnTo>
                <a:close/>
                <a:lnTo>
                  <a:pt x="93518" y="53990"/>
                </a:lnTo>
                <a:close/>
                <a:lnTo>
                  <a:pt x="99753" y="51379"/>
                </a:lnTo>
                <a:close/>
                <a:lnTo>
                  <a:pt x="105987" y="48828"/>
                </a:lnTo>
                <a:close/>
                <a:lnTo>
                  <a:pt x="112222" y="46448"/>
                </a:lnTo>
                <a:close/>
                <a:lnTo>
                  <a:pt x="118456" y="44335"/>
                </a:lnTo>
                <a:close/>
                <a:lnTo>
                  <a:pt x="124691" y="42449"/>
                </a:lnTo>
                <a:close/>
                <a:lnTo>
                  <a:pt x="130925" y="40665"/>
                </a:lnTo>
                <a:close/>
                <a:lnTo>
                  <a:pt x="137160" y="38853"/>
                </a:lnTo>
                <a:close/>
                <a:lnTo>
                  <a:pt x="143395" y="36927"/>
                </a:lnTo>
                <a:close/>
                <a:lnTo>
                  <a:pt x="149629" y="34972"/>
                </a:lnTo>
                <a:close/>
                <a:lnTo>
                  <a:pt x="155864" y="33116"/>
                </a:lnTo>
                <a:close/>
                <a:lnTo>
                  <a:pt x="162098" y="31483"/>
                </a:lnTo>
                <a:close/>
                <a:lnTo>
                  <a:pt x="168333" y="30114"/>
                </a:lnTo>
                <a:close/>
                <a:lnTo>
                  <a:pt x="174567" y="28920"/>
                </a:lnTo>
                <a:close/>
                <a:lnTo>
                  <a:pt x="180802" y="27798"/>
                </a:lnTo>
                <a:close/>
                <a:lnTo>
                  <a:pt x="187036" y="26652"/>
                </a:lnTo>
                <a:close/>
                <a:lnTo>
                  <a:pt x="193271" y="25445"/>
                </a:lnTo>
                <a:close/>
                <a:lnTo>
                  <a:pt x="199505" y="24177"/>
                </a:lnTo>
                <a:close/>
                <a:lnTo>
                  <a:pt x="205740" y="22851"/>
                </a:lnTo>
                <a:close/>
                <a:lnTo>
                  <a:pt x="211975" y="21484"/>
                </a:lnTo>
                <a:close/>
                <a:lnTo>
                  <a:pt x="218209" y="20155"/>
                </a:lnTo>
                <a:close/>
                <a:lnTo>
                  <a:pt x="224444" y="18958"/>
                </a:lnTo>
                <a:close/>
                <a:lnTo>
                  <a:pt x="230678" y="17985"/>
                </a:lnTo>
                <a:close/>
                <a:lnTo>
                  <a:pt x="236913" y="17258"/>
                </a:lnTo>
                <a:close/>
                <a:lnTo>
                  <a:pt x="243147" y="16686"/>
                </a:lnTo>
                <a:close/>
                <a:lnTo>
                  <a:pt x="249382" y="16170"/>
                </a:lnTo>
                <a:close/>
                <a:lnTo>
                  <a:pt x="255617" y="15616"/>
                </a:lnTo>
                <a:close/>
                <a:lnTo>
                  <a:pt x="261851" y="15003"/>
                </a:lnTo>
                <a:close/>
                <a:lnTo>
                  <a:pt x="268086" y="14358"/>
                </a:lnTo>
                <a:close/>
                <a:lnTo>
                  <a:pt x="274320" y="13707"/>
                </a:lnTo>
                <a:close/>
                <a:lnTo>
                  <a:pt x="280553" y="13072"/>
                </a:lnTo>
                <a:close/>
                <a:lnTo>
                  <a:pt x="286787" y="12450"/>
                </a:lnTo>
                <a:close/>
                <a:lnTo>
                  <a:pt x="293022" y="11833"/>
                </a:lnTo>
                <a:close/>
                <a:lnTo>
                  <a:pt x="299259" y="11214"/>
                </a:lnTo>
                <a:close/>
                <a:lnTo>
                  <a:pt x="305499" y="10589"/>
                </a:lnTo>
                <a:close/>
                <a:lnTo>
                  <a:pt x="311735" y="9963"/>
                </a:lnTo>
                <a:close/>
                <a:lnTo>
                  <a:pt x="317965" y="9341"/>
                </a:lnTo>
                <a:close/>
                <a:lnTo>
                  <a:pt x="324186" y="8727"/>
                </a:lnTo>
                <a:close/>
                <a:lnTo>
                  <a:pt x="330405" y="8115"/>
                </a:lnTo>
                <a:close/>
                <a:lnTo>
                  <a:pt x="336638" y="7493"/>
                </a:lnTo>
                <a:close/>
                <a:lnTo>
                  <a:pt x="342900" y="6849"/>
                </a:lnTo>
                <a:close/>
                <a:lnTo>
                  <a:pt x="349195" y="6180"/>
                </a:lnTo>
                <a:close/>
                <a:lnTo>
                  <a:pt x="355478" y="5521"/>
                </a:lnTo>
                <a:close/>
                <a:lnTo>
                  <a:pt x="361688" y="4915"/>
                </a:lnTo>
                <a:close/>
                <a:lnTo>
                  <a:pt x="367770" y="4407"/>
                </a:lnTo>
                <a:close/>
                <a:lnTo>
                  <a:pt x="373770" y="4003"/>
                </a:lnTo>
                <a:close/>
                <a:lnTo>
                  <a:pt x="379891" y="3657"/>
                </a:lnTo>
                <a:close/>
                <a:lnTo>
                  <a:pt x="386353" y="3314"/>
                </a:lnTo>
                <a:close/>
                <a:lnTo>
                  <a:pt x="393322" y="2928"/>
                </a:lnTo>
                <a:close/>
                <a:lnTo>
                  <a:pt x="400373" y="2513"/>
                </a:lnTo>
                <a:close/>
                <a:lnTo>
                  <a:pt x="406697" y="2125"/>
                </a:lnTo>
                <a:close/>
                <a:lnTo>
                  <a:pt x="411480" y="1820"/>
                </a:lnTo>
                <a:close/>
                <a:lnTo>
                  <a:pt x="414178" y="1635"/>
                </a:lnTo>
                <a:close/>
                <a:lnTo>
                  <a:pt x="415336" y="1541"/>
                </a:lnTo>
                <a:close/>
                <a:lnTo>
                  <a:pt x="415766" y="1489"/>
                </a:lnTo>
                <a:close/>
                <a:lnTo>
                  <a:pt x="416279" y="1432"/>
                </a:lnTo>
                <a:close/>
                <a:lnTo>
                  <a:pt x="417299" y="1345"/>
                </a:lnTo>
                <a:close/>
                <a:lnTo>
                  <a:pt x="418659" y="1238"/>
                </a:lnTo>
                <a:close/>
                <a:lnTo>
                  <a:pt x="420141" y="1125"/>
                </a:lnTo>
                <a:close/>
                <a:lnTo>
                  <a:pt x="421540" y="1018"/>
                </a:lnTo>
                <a:close/>
                <a:lnTo>
                  <a:pt x="422811" y="919"/>
                </a:lnTo>
                <a:close/>
                <a:lnTo>
                  <a:pt x="424010" y="822"/>
                </a:lnTo>
                <a:close/>
                <a:lnTo>
                  <a:pt x="425196" y="723"/>
                </a:lnTo>
                <a:close/>
                <a:lnTo>
                  <a:pt x="426415" y="617"/>
                </a:lnTo>
                <a:close/>
                <a:lnTo>
                  <a:pt x="427664" y="511"/>
                </a:lnTo>
                <a:close/>
                <a:lnTo>
                  <a:pt x="428926" y="413"/>
                </a:lnTo>
                <a:close/>
                <a:lnTo>
                  <a:pt x="430187" y="332"/>
                </a:lnTo>
                <a:close/>
                <a:lnTo>
                  <a:pt x="431439" y="269"/>
                </a:lnTo>
                <a:close/>
                <a:lnTo>
                  <a:pt x="432683" y="222"/>
                </a:lnTo>
                <a:close/>
                <a:lnTo>
                  <a:pt x="433926" y="185"/>
                </a:lnTo>
                <a:close/>
                <a:lnTo>
                  <a:pt x="435170" y="153"/>
                </a:lnTo>
                <a:close/>
                <a:lnTo>
                  <a:pt x="436416" y="126"/>
                </a:lnTo>
                <a:close/>
                <a:lnTo>
                  <a:pt x="437664" y="102"/>
                </a:lnTo>
                <a:close/>
                <a:lnTo>
                  <a:pt x="438912" y="82"/>
                </a:lnTo>
                <a:close/>
                <a:lnTo>
                  <a:pt x="440159" y="66"/>
                </a:lnTo>
                <a:close/>
                <a:lnTo>
                  <a:pt x="441406" y="53"/>
                </a:lnTo>
                <a:close/>
                <a:lnTo>
                  <a:pt x="442653" y="43"/>
                </a:lnTo>
                <a:close/>
                <a:lnTo>
                  <a:pt x="443900" y="34"/>
                </a:lnTo>
                <a:close/>
                <a:lnTo>
                  <a:pt x="445146" y="27"/>
                </a:lnTo>
                <a:close/>
                <a:lnTo>
                  <a:pt x="446393" y="21"/>
                </a:lnTo>
                <a:close/>
                <a:lnTo>
                  <a:pt x="447640" y="15"/>
                </a:lnTo>
                <a:close/>
                <a:lnTo>
                  <a:pt x="448887" y="11"/>
                </a:lnTo>
                <a:close/>
                <a:lnTo>
                  <a:pt x="450134" y="7"/>
                </a:lnTo>
                <a:close/>
                <a:lnTo>
                  <a:pt x="451381" y="4"/>
                </a:lnTo>
                <a:close/>
                <a:lnTo>
                  <a:pt x="452628" y="0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Freeform 10"/>
          <p:cNvSpPr/>
          <p:nvPr/>
        </p:nvSpPr>
        <p:spPr>
          <a:xfrm>
            <a:off x="5719572" y="1698498"/>
            <a:ext cx="406908" cy="50283"/>
          </a:xfrm>
          <a:custGeom>
            <a:avLst/>
            <a:gdLst/>
            <a:ahLst/>
            <a:cxnLst/>
            <a:rect l="l" t="t" r="r" b="b"/>
            <a:pathLst>
              <a:path w="406908" h="50283">
                <a:moveTo>
                  <a:pt x="406908" y="0"/>
                </a:moveTo>
                <a:lnTo>
                  <a:pt x="401135" y="1592"/>
                </a:lnTo>
                <a:close/>
                <a:lnTo>
                  <a:pt x="395363" y="3305"/>
                </a:lnTo>
                <a:close/>
                <a:lnTo>
                  <a:pt x="389590" y="5098"/>
                </a:lnTo>
                <a:close/>
                <a:lnTo>
                  <a:pt x="383817" y="6932"/>
                </a:lnTo>
                <a:close/>
                <a:lnTo>
                  <a:pt x="378044" y="8763"/>
                </a:lnTo>
                <a:close/>
                <a:lnTo>
                  <a:pt x="372272" y="10552"/>
                </a:lnTo>
                <a:close/>
                <a:lnTo>
                  <a:pt x="366499" y="12257"/>
                </a:lnTo>
                <a:close/>
                <a:lnTo>
                  <a:pt x="360726" y="13837"/>
                </a:lnTo>
                <a:close/>
                <a:lnTo>
                  <a:pt x="354953" y="15275"/>
                </a:lnTo>
                <a:close/>
                <a:lnTo>
                  <a:pt x="349181" y="16629"/>
                </a:lnTo>
                <a:close/>
                <a:lnTo>
                  <a:pt x="343408" y="17972"/>
                </a:lnTo>
                <a:close/>
                <a:lnTo>
                  <a:pt x="337635" y="19377"/>
                </a:lnTo>
                <a:close/>
                <a:lnTo>
                  <a:pt x="331863" y="20882"/>
                </a:lnTo>
                <a:close/>
                <a:lnTo>
                  <a:pt x="326090" y="22430"/>
                </a:lnTo>
                <a:close/>
                <a:lnTo>
                  <a:pt x="320317" y="23948"/>
                </a:lnTo>
                <a:close/>
                <a:lnTo>
                  <a:pt x="314544" y="25362"/>
                </a:lnTo>
                <a:close/>
                <a:lnTo>
                  <a:pt x="308772" y="26629"/>
                </a:lnTo>
                <a:close/>
                <a:lnTo>
                  <a:pt x="302999" y="27783"/>
                </a:lnTo>
                <a:close/>
                <a:lnTo>
                  <a:pt x="297226" y="28869"/>
                </a:lnTo>
                <a:close/>
                <a:lnTo>
                  <a:pt x="291453" y="29931"/>
                </a:lnTo>
                <a:close/>
                <a:lnTo>
                  <a:pt x="285681" y="30997"/>
                </a:lnTo>
                <a:close/>
                <a:lnTo>
                  <a:pt x="279908" y="32053"/>
                </a:lnTo>
                <a:close/>
                <a:lnTo>
                  <a:pt x="274135" y="33082"/>
                </a:lnTo>
                <a:close/>
                <a:lnTo>
                  <a:pt x="268363" y="34063"/>
                </a:lnTo>
                <a:close/>
                <a:lnTo>
                  <a:pt x="262590" y="34994"/>
                </a:lnTo>
                <a:close/>
                <a:lnTo>
                  <a:pt x="256817" y="35901"/>
                </a:lnTo>
                <a:close/>
                <a:lnTo>
                  <a:pt x="251044" y="36813"/>
                </a:lnTo>
                <a:close/>
                <a:lnTo>
                  <a:pt x="245272" y="37761"/>
                </a:lnTo>
                <a:close/>
                <a:lnTo>
                  <a:pt x="239499" y="38744"/>
                </a:lnTo>
                <a:close/>
                <a:lnTo>
                  <a:pt x="233726" y="39712"/>
                </a:lnTo>
                <a:close/>
                <a:lnTo>
                  <a:pt x="227953" y="40608"/>
                </a:lnTo>
                <a:close/>
                <a:lnTo>
                  <a:pt x="222181" y="41377"/>
                </a:lnTo>
                <a:close/>
                <a:lnTo>
                  <a:pt x="216408" y="42007"/>
                </a:lnTo>
                <a:close/>
                <a:lnTo>
                  <a:pt x="210635" y="42554"/>
                </a:lnTo>
                <a:close/>
                <a:lnTo>
                  <a:pt x="204863" y="43079"/>
                </a:lnTo>
                <a:close/>
                <a:lnTo>
                  <a:pt x="199090" y="43646"/>
                </a:lnTo>
                <a:close/>
                <a:lnTo>
                  <a:pt x="193317" y="44267"/>
                </a:lnTo>
                <a:close/>
                <a:lnTo>
                  <a:pt x="187544" y="44887"/>
                </a:lnTo>
                <a:close/>
                <a:lnTo>
                  <a:pt x="181771" y="45443"/>
                </a:lnTo>
                <a:close/>
                <a:lnTo>
                  <a:pt x="175999" y="45874"/>
                </a:lnTo>
                <a:close/>
                <a:lnTo>
                  <a:pt x="170228" y="46169"/>
                </a:lnTo>
                <a:close/>
                <a:lnTo>
                  <a:pt x="164456" y="46373"/>
                </a:lnTo>
                <a:close/>
                <a:lnTo>
                  <a:pt x="158682" y="46539"/>
                </a:lnTo>
                <a:close/>
                <a:lnTo>
                  <a:pt x="152906" y="46717"/>
                </a:lnTo>
                <a:close/>
                <a:lnTo>
                  <a:pt x="147129" y="46931"/>
                </a:lnTo>
                <a:close/>
                <a:lnTo>
                  <a:pt x="141355" y="47168"/>
                </a:lnTo>
                <a:close/>
                <a:lnTo>
                  <a:pt x="135585" y="47418"/>
                </a:lnTo>
                <a:close/>
                <a:lnTo>
                  <a:pt x="129824" y="47668"/>
                </a:lnTo>
                <a:close/>
                <a:lnTo>
                  <a:pt x="124067" y="47910"/>
                </a:lnTo>
                <a:close/>
                <a:lnTo>
                  <a:pt x="118302" y="48142"/>
                </a:lnTo>
                <a:close/>
                <a:lnTo>
                  <a:pt x="112516" y="48363"/>
                </a:lnTo>
                <a:close/>
                <a:lnTo>
                  <a:pt x="106699" y="48568"/>
                </a:lnTo>
                <a:close/>
                <a:lnTo>
                  <a:pt x="100868" y="48758"/>
                </a:lnTo>
                <a:close/>
                <a:lnTo>
                  <a:pt x="95069" y="48931"/>
                </a:lnTo>
                <a:close/>
                <a:lnTo>
                  <a:pt x="89348" y="49087"/>
                </a:lnTo>
                <a:close/>
                <a:lnTo>
                  <a:pt x="83746" y="49223"/>
                </a:lnTo>
                <a:close/>
                <a:lnTo>
                  <a:pt x="78188" y="49344"/>
                </a:lnTo>
                <a:close/>
                <a:lnTo>
                  <a:pt x="72505" y="49456"/>
                </a:lnTo>
                <a:close/>
                <a:lnTo>
                  <a:pt x="66523" y="49563"/>
                </a:lnTo>
                <a:close/>
                <a:lnTo>
                  <a:pt x="60099" y="49672"/>
                </a:lnTo>
                <a:close/>
                <a:lnTo>
                  <a:pt x="53530" y="49779"/>
                </a:lnTo>
                <a:close/>
                <a:lnTo>
                  <a:pt x="47455" y="49876"/>
                </a:lnTo>
                <a:close/>
                <a:lnTo>
                  <a:pt x="42521" y="49952"/>
                </a:lnTo>
                <a:close/>
                <a:lnTo>
                  <a:pt x="39317" y="49998"/>
                </a:lnTo>
                <a:close/>
                <a:lnTo>
                  <a:pt x="37709" y="50017"/>
                </a:lnTo>
                <a:close/>
                <a:lnTo>
                  <a:pt x="37060" y="50020"/>
                </a:lnTo>
                <a:close/>
                <a:lnTo>
                  <a:pt x="36723" y="50018"/>
                </a:lnTo>
                <a:close/>
                <a:lnTo>
                  <a:pt x="36096" y="50020"/>
                </a:lnTo>
                <a:close/>
                <a:lnTo>
                  <a:pt x="35049" y="50030"/>
                </a:lnTo>
                <a:close/>
                <a:lnTo>
                  <a:pt x="33752" y="50044"/>
                </a:lnTo>
                <a:close/>
                <a:lnTo>
                  <a:pt x="32379" y="50059"/>
                </a:lnTo>
                <a:close/>
                <a:lnTo>
                  <a:pt x="31088" y="50073"/>
                </a:lnTo>
                <a:close/>
                <a:lnTo>
                  <a:pt x="29908" y="50085"/>
                </a:lnTo>
                <a:close/>
                <a:lnTo>
                  <a:pt x="28793" y="50096"/>
                </a:lnTo>
                <a:close/>
                <a:lnTo>
                  <a:pt x="27697" y="50107"/>
                </a:lnTo>
                <a:close/>
                <a:lnTo>
                  <a:pt x="26578" y="50117"/>
                </a:lnTo>
                <a:close/>
                <a:lnTo>
                  <a:pt x="25429" y="50128"/>
                </a:lnTo>
                <a:close/>
                <a:lnTo>
                  <a:pt x="24264" y="50140"/>
                </a:lnTo>
                <a:close/>
                <a:lnTo>
                  <a:pt x="23093" y="50152"/>
                </a:lnTo>
                <a:close/>
                <a:lnTo>
                  <a:pt x="21930" y="50165"/>
                </a:lnTo>
                <a:close/>
                <a:lnTo>
                  <a:pt x="20774" y="50177"/>
                </a:lnTo>
                <a:close/>
                <a:lnTo>
                  <a:pt x="19623" y="50189"/>
                </a:lnTo>
                <a:close/>
                <a:lnTo>
                  <a:pt x="18472" y="50199"/>
                </a:lnTo>
                <a:close/>
                <a:lnTo>
                  <a:pt x="17320" y="50207"/>
                </a:lnTo>
                <a:close/>
                <a:lnTo>
                  <a:pt x="16166" y="50213"/>
                </a:lnTo>
                <a:close/>
                <a:lnTo>
                  <a:pt x="15010" y="50218"/>
                </a:lnTo>
                <a:close/>
                <a:lnTo>
                  <a:pt x="13855" y="50223"/>
                </a:lnTo>
                <a:close/>
                <a:lnTo>
                  <a:pt x="12700" y="50228"/>
                </a:lnTo>
                <a:close/>
                <a:lnTo>
                  <a:pt x="11545" y="50234"/>
                </a:lnTo>
                <a:close/>
                <a:lnTo>
                  <a:pt x="10391" y="50240"/>
                </a:lnTo>
                <a:close/>
                <a:lnTo>
                  <a:pt x="9236" y="50246"/>
                </a:lnTo>
                <a:close/>
                <a:lnTo>
                  <a:pt x="8082" y="50252"/>
                </a:lnTo>
                <a:close/>
                <a:lnTo>
                  <a:pt x="6927" y="50258"/>
                </a:lnTo>
                <a:close/>
                <a:lnTo>
                  <a:pt x="5773" y="50264"/>
                </a:lnTo>
                <a:close/>
                <a:lnTo>
                  <a:pt x="4618" y="50269"/>
                </a:lnTo>
                <a:close/>
                <a:lnTo>
                  <a:pt x="3464" y="50274"/>
                </a:lnTo>
                <a:close/>
                <a:lnTo>
                  <a:pt x="2309" y="50278"/>
                </a:lnTo>
                <a:close/>
                <a:lnTo>
                  <a:pt x="1154" y="50281"/>
                </a:lnTo>
                <a:close/>
                <a:lnTo>
                  <a:pt x="0" y="50283"/>
                </a:lnTo>
                <a:close/>
              </a:path>
            </a:pathLst>
          </a:custGeom>
          <a:ln w="19050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2656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8200" y="23456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6560" y="11569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10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0840" y="143129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