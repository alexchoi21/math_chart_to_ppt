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0.0" y="2571750.0"/>
            <a:ext cx="109728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1840230.0"/>
            <a:ext cx="0.0" cy="118872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47881" y="1537792"/>
            <a:ext cx="679079" cy="1423904"/>
          </a:xfrm>
          <a:custGeom>
            <a:avLst/>
            <a:gdLst/>
            <a:ahLst/>
            <a:cxnLst/>
            <a:rect l="l" t="t" r="r" b="b"/>
            <a:pathLst>
              <a:path w="679079" h="1423904">
                <a:moveTo>
                  <a:pt x="0" y="1423904"/>
                </a:moveTo>
                <a:lnTo>
                  <a:pt x="2270" y="1419177"/>
                </a:lnTo>
                <a:close/>
                <a:lnTo>
                  <a:pt x="4540" y="1414406"/>
                </a:lnTo>
                <a:close/>
                <a:lnTo>
                  <a:pt x="6810" y="1409680"/>
                </a:lnTo>
                <a:close/>
                <a:lnTo>
                  <a:pt x="9081" y="1404908"/>
                </a:lnTo>
                <a:close/>
                <a:lnTo>
                  <a:pt x="11351" y="1400184"/>
                </a:lnTo>
                <a:close/>
                <a:lnTo>
                  <a:pt x="13621" y="1395455"/>
                </a:lnTo>
                <a:close/>
                <a:lnTo>
                  <a:pt x="15891" y="1390683"/>
                </a:lnTo>
                <a:close/>
                <a:lnTo>
                  <a:pt x="18162" y="1385962"/>
                </a:lnTo>
                <a:close/>
                <a:lnTo>
                  <a:pt x="20432" y="1381230"/>
                </a:lnTo>
                <a:close/>
                <a:lnTo>
                  <a:pt x="22702" y="1376461"/>
                </a:lnTo>
                <a:close/>
                <a:lnTo>
                  <a:pt x="24972" y="1371732"/>
                </a:lnTo>
                <a:close/>
                <a:lnTo>
                  <a:pt x="27243" y="1366963"/>
                </a:lnTo>
                <a:close/>
                <a:lnTo>
                  <a:pt x="29513" y="1362234"/>
                </a:lnTo>
                <a:close/>
                <a:lnTo>
                  <a:pt x="31783" y="1357463"/>
                </a:lnTo>
                <a:close/>
                <a:lnTo>
                  <a:pt x="34053" y="1352745"/>
                </a:lnTo>
                <a:close/>
                <a:lnTo>
                  <a:pt x="36324" y="1348008"/>
                </a:lnTo>
                <a:close/>
                <a:lnTo>
                  <a:pt x="38594" y="1343240"/>
                </a:lnTo>
                <a:close/>
                <a:lnTo>
                  <a:pt x="40864" y="1338523"/>
                </a:lnTo>
                <a:close/>
                <a:lnTo>
                  <a:pt x="43134" y="1333782"/>
                </a:lnTo>
                <a:close/>
                <a:lnTo>
                  <a:pt x="45404" y="1329020"/>
                </a:lnTo>
                <a:close/>
                <a:lnTo>
                  <a:pt x="47676" y="1324286"/>
                </a:lnTo>
                <a:close/>
                <a:lnTo>
                  <a:pt x="49942" y="1319518"/>
                </a:lnTo>
                <a:close/>
                <a:lnTo>
                  <a:pt x="52228" y="1314803"/>
                </a:lnTo>
                <a:close/>
                <a:lnTo>
                  <a:pt x="54536" y="1310059"/>
                </a:lnTo>
                <a:close/>
                <a:lnTo>
                  <a:pt x="56800" y="1305295"/>
                </a:lnTo>
                <a:close/>
                <a:lnTo>
                  <a:pt x="59072" y="1300580"/>
                </a:lnTo>
                <a:close/>
                <a:lnTo>
                  <a:pt x="61342" y="1295833"/>
                </a:lnTo>
                <a:close/>
                <a:lnTo>
                  <a:pt x="63612" y="1291077"/>
                </a:lnTo>
                <a:close/>
                <a:lnTo>
                  <a:pt x="65883" y="1286337"/>
                </a:lnTo>
                <a:close/>
                <a:lnTo>
                  <a:pt x="68153" y="1281574"/>
                </a:lnTo>
                <a:close/>
                <a:lnTo>
                  <a:pt x="70423" y="1276860"/>
                </a:lnTo>
                <a:close/>
                <a:lnTo>
                  <a:pt x="72693" y="1272110"/>
                </a:lnTo>
                <a:close/>
                <a:lnTo>
                  <a:pt x="74964" y="1267351"/>
                </a:lnTo>
                <a:close/>
                <a:lnTo>
                  <a:pt x="77234" y="1262637"/>
                </a:lnTo>
                <a:close/>
                <a:lnTo>
                  <a:pt x="79504" y="1257883"/>
                </a:lnTo>
                <a:close/>
                <a:lnTo>
                  <a:pt x="81774" y="1253134"/>
                </a:lnTo>
                <a:close/>
                <a:lnTo>
                  <a:pt x="84045" y="1248387"/>
                </a:lnTo>
                <a:close/>
                <a:lnTo>
                  <a:pt x="86315" y="1243631"/>
                </a:lnTo>
                <a:close/>
                <a:lnTo>
                  <a:pt x="88585" y="1238917"/>
                </a:lnTo>
                <a:close/>
                <a:lnTo>
                  <a:pt x="90855" y="1234160"/>
                </a:lnTo>
                <a:close/>
                <a:lnTo>
                  <a:pt x="93126" y="1229408"/>
                </a:lnTo>
                <a:close/>
                <a:lnTo>
                  <a:pt x="95396" y="1224694"/>
                </a:lnTo>
                <a:close/>
                <a:lnTo>
                  <a:pt x="97666" y="1219933"/>
                </a:lnTo>
                <a:close/>
                <a:lnTo>
                  <a:pt x="99936" y="1215191"/>
                </a:lnTo>
                <a:close/>
                <a:lnTo>
                  <a:pt x="102207" y="1210437"/>
                </a:lnTo>
                <a:close/>
                <a:lnTo>
                  <a:pt x="104477" y="1205688"/>
                </a:lnTo>
                <a:close/>
                <a:lnTo>
                  <a:pt x="106747" y="1200973"/>
                </a:lnTo>
                <a:close/>
                <a:lnTo>
                  <a:pt x="109017" y="1196211"/>
                </a:lnTo>
                <a:close/>
                <a:lnTo>
                  <a:pt x="111288" y="1191465"/>
                </a:lnTo>
                <a:close/>
                <a:lnTo>
                  <a:pt x="113558" y="1186750"/>
                </a:lnTo>
                <a:close/>
                <a:lnTo>
                  <a:pt x="115828" y="1181984"/>
                </a:lnTo>
                <a:close/>
                <a:lnTo>
                  <a:pt x="118098" y="1177248"/>
                </a:lnTo>
                <a:close/>
                <a:lnTo>
                  <a:pt x="120369" y="1172488"/>
                </a:lnTo>
                <a:close/>
                <a:lnTo>
                  <a:pt x="122639" y="1167745"/>
                </a:lnTo>
                <a:close/>
                <a:lnTo>
                  <a:pt x="124909" y="1163029"/>
                </a:lnTo>
                <a:close/>
                <a:lnTo>
                  <a:pt x="127179" y="1158260"/>
                </a:lnTo>
                <a:close/>
                <a:lnTo>
                  <a:pt x="129450" y="1153528"/>
                </a:lnTo>
                <a:close/>
                <a:lnTo>
                  <a:pt x="131720" y="1148764"/>
                </a:lnTo>
                <a:close/>
                <a:lnTo>
                  <a:pt x="133990" y="1144025"/>
                </a:lnTo>
                <a:close/>
                <a:lnTo>
                  <a:pt x="136260" y="1139307"/>
                </a:lnTo>
                <a:close/>
                <a:lnTo>
                  <a:pt x="138531" y="1134537"/>
                </a:lnTo>
                <a:close/>
                <a:lnTo>
                  <a:pt x="140801" y="1129807"/>
                </a:lnTo>
                <a:close/>
                <a:lnTo>
                  <a:pt x="143071" y="1125040"/>
                </a:lnTo>
                <a:close/>
                <a:lnTo>
                  <a:pt x="145341" y="1120306"/>
                </a:lnTo>
                <a:close/>
                <a:lnTo>
                  <a:pt x="147612" y="1115585"/>
                </a:lnTo>
                <a:close/>
                <a:lnTo>
                  <a:pt x="149882" y="1110815"/>
                </a:lnTo>
                <a:close/>
                <a:lnTo>
                  <a:pt x="152152" y="1106083"/>
                </a:lnTo>
                <a:close/>
                <a:lnTo>
                  <a:pt x="154422" y="1101361"/>
                </a:lnTo>
                <a:close/>
                <a:lnTo>
                  <a:pt x="156693" y="1096590"/>
                </a:lnTo>
                <a:close/>
                <a:lnTo>
                  <a:pt x="158963" y="1091861"/>
                </a:lnTo>
                <a:close/>
                <a:lnTo>
                  <a:pt x="161233" y="1087137"/>
                </a:lnTo>
                <a:close/>
                <a:lnTo>
                  <a:pt x="163504" y="1082365"/>
                </a:lnTo>
                <a:close/>
                <a:lnTo>
                  <a:pt x="165773" y="1077638"/>
                </a:lnTo>
                <a:close/>
                <a:lnTo>
                  <a:pt x="168089" y="1072913"/>
                </a:lnTo>
                <a:close/>
                <a:lnTo>
                  <a:pt x="170360" y="1068141"/>
                </a:lnTo>
                <a:close/>
                <a:lnTo>
                  <a:pt x="172630" y="1063415"/>
                </a:lnTo>
                <a:close/>
                <a:lnTo>
                  <a:pt x="174900" y="1058643"/>
                </a:lnTo>
                <a:close/>
                <a:lnTo>
                  <a:pt x="177171" y="1053918"/>
                </a:lnTo>
                <a:close/>
                <a:lnTo>
                  <a:pt x="179441" y="1049190"/>
                </a:lnTo>
                <a:close/>
                <a:lnTo>
                  <a:pt x="181711" y="1044419"/>
                </a:lnTo>
                <a:close/>
                <a:lnTo>
                  <a:pt x="183981" y="1039696"/>
                </a:lnTo>
                <a:close/>
                <a:lnTo>
                  <a:pt x="186252" y="1034966"/>
                </a:lnTo>
                <a:close/>
                <a:lnTo>
                  <a:pt x="188522" y="1030191"/>
                </a:lnTo>
                <a:close/>
                <a:lnTo>
                  <a:pt x="190792" y="1025424"/>
                </a:lnTo>
                <a:close/>
                <a:lnTo>
                  <a:pt x="193062" y="1020697"/>
                </a:lnTo>
                <a:close/>
                <a:lnTo>
                  <a:pt x="195333" y="1015921"/>
                </a:lnTo>
                <a:close/>
                <a:lnTo>
                  <a:pt x="197603" y="1011149"/>
                </a:lnTo>
                <a:close/>
                <a:lnTo>
                  <a:pt x="199873" y="1006377"/>
                </a:lnTo>
                <a:close/>
                <a:lnTo>
                  <a:pt x="202143" y="1001605"/>
                </a:lnTo>
                <a:close/>
                <a:lnTo>
                  <a:pt x="204414" y="996833"/>
                </a:lnTo>
                <a:close/>
                <a:lnTo>
                  <a:pt x="206684" y="992061"/>
                </a:lnTo>
                <a:close/>
                <a:lnTo>
                  <a:pt x="208954" y="987288"/>
                </a:lnTo>
                <a:close/>
                <a:lnTo>
                  <a:pt x="211224" y="982516"/>
                </a:lnTo>
                <a:close/>
                <a:lnTo>
                  <a:pt x="213495" y="977744"/>
                </a:lnTo>
                <a:close/>
                <a:lnTo>
                  <a:pt x="215765" y="972972"/>
                </a:lnTo>
                <a:close/>
                <a:lnTo>
                  <a:pt x="218035" y="968200"/>
                </a:lnTo>
                <a:close/>
                <a:lnTo>
                  <a:pt x="220305" y="963428"/>
                </a:lnTo>
                <a:close/>
                <a:lnTo>
                  <a:pt x="222576" y="958655"/>
                </a:lnTo>
                <a:close/>
                <a:lnTo>
                  <a:pt x="224846" y="953884"/>
                </a:lnTo>
                <a:close/>
                <a:lnTo>
                  <a:pt x="227116" y="949108"/>
                </a:lnTo>
                <a:close/>
                <a:lnTo>
                  <a:pt x="229386" y="944354"/>
                </a:lnTo>
                <a:close/>
                <a:lnTo>
                  <a:pt x="231657" y="939617"/>
                </a:lnTo>
                <a:close/>
                <a:lnTo>
                  <a:pt x="233927" y="934839"/>
                </a:lnTo>
                <a:close/>
                <a:lnTo>
                  <a:pt x="236197" y="930069"/>
                </a:lnTo>
                <a:close/>
                <a:lnTo>
                  <a:pt x="238467" y="925296"/>
                </a:lnTo>
                <a:close/>
                <a:lnTo>
                  <a:pt x="240738" y="920524"/>
                </a:lnTo>
                <a:close/>
                <a:lnTo>
                  <a:pt x="243008" y="915752"/>
                </a:lnTo>
                <a:close/>
                <a:lnTo>
                  <a:pt x="245278" y="910980"/>
                </a:lnTo>
                <a:close/>
                <a:lnTo>
                  <a:pt x="247548" y="906207"/>
                </a:lnTo>
                <a:close/>
                <a:lnTo>
                  <a:pt x="249819" y="901435"/>
                </a:lnTo>
                <a:close/>
                <a:lnTo>
                  <a:pt x="252089" y="896663"/>
                </a:lnTo>
                <a:close/>
                <a:lnTo>
                  <a:pt x="254359" y="891891"/>
                </a:lnTo>
                <a:close/>
                <a:lnTo>
                  <a:pt x="256629" y="887119"/>
                </a:lnTo>
                <a:close/>
                <a:lnTo>
                  <a:pt x="258900" y="882347"/>
                </a:lnTo>
                <a:close/>
                <a:lnTo>
                  <a:pt x="261170" y="877574"/>
                </a:lnTo>
                <a:close/>
                <a:lnTo>
                  <a:pt x="263440" y="872804"/>
                </a:lnTo>
                <a:close/>
                <a:lnTo>
                  <a:pt x="265710" y="868025"/>
                </a:lnTo>
                <a:close/>
                <a:lnTo>
                  <a:pt x="267981" y="863285"/>
                </a:lnTo>
                <a:close/>
                <a:lnTo>
                  <a:pt x="270251" y="858536"/>
                </a:lnTo>
                <a:close/>
                <a:lnTo>
                  <a:pt x="272521" y="853758"/>
                </a:lnTo>
                <a:close/>
                <a:lnTo>
                  <a:pt x="274791" y="848988"/>
                </a:lnTo>
                <a:close/>
                <a:lnTo>
                  <a:pt x="277063" y="844215"/>
                </a:lnTo>
                <a:close/>
                <a:lnTo>
                  <a:pt x="279327" y="839443"/>
                </a:lnTo>
                <a:close/>
                <a:lnTo>
                  <a:pt x="281633" y="834671"/>
                </a:lnTo>
                <a:close/>
                <a:lnTo>
                  <a:pt x="283921" y="829899"/>
                </a:lnTo>
                <a:close/>
                <a:lnTo>
                  <a:pt x="286187" y="825126"/>
                </a:lnTo>
                <a:close/>
                <a:lnTo>
                  <a:pt x="288459" y="820354"/>
                </a:lnTo>
                <a:close/>
                <a:lnTo>
                  <a:pt x="290729" y="815582"/>
                </a:lnTo>
                <a:close/>
                <a:lnTo>
                  <a:pt x="292999" y="810810"/>
                </a:lnTo>
                <a:close/>
                <a:lnTo>
                  <a:pt x="295269" y="806038"/>
                </a:lnTo>
                <a:close/>
                <a:lnTo>
                  <a:pt x="297540" y="801266"/>
                </a:lnTo>
                <a:close/>
                <a:lnTo>
                  <a:pt x="299810" y="796493"/>
                </a:lnTo>
                <a:close/>
                <a:lnTo>
                  <a:pt x="302080" y="791722"/>
                </a:lnTo>
                <a:close/>
                <a:lnTo>
                  <a:pt x="304350" y="786945"/>
                </a:lnTo>
                <a:close/>
                <a:lnTo>
                  <a:pt x="306621" y="782215"/>
                </a:lnTo>
                <a:close/>
                <a:lnTo>
                  <a:pt x="308891" y="777452"/>
                </a:lnTo>
                <a:close/>
                <a:lnTo>
                  <a:pt x="311161" y="772678"/>
                </a:lnTo>
                <a:close/>
                <a:lnTo>
                  <a:pt x="313431" y="767906"/>
                </a:lnTo>
                <a:close/>
                <a:lnTo>
                  <a:pt x="315702" y="763134"/>
                </a:lnTo>
                <a:close/>
                <a:lnTo>
                  <a:pt x="317972" y="758362"/>
                </a:lnTo>
                <a:close/>
                <a:lnTo>
                  <a:pt x="320242" y="753590"/>
                </a:lnTo>
                <a:close/>
                <a:lnTo>
                  <a:pt x="322512" y="748818"/>
                </a:lnTo>
                <a:close/>
                <a:lnTo>
                  <a:pt x="324783" y="744045"/>
                </a:lnTo>
                <a:close/>
                <a:lnTo>
                  <a:pt x="327053" y="739273"/>
                </a:lnTo>
                <a:close/>
                <a:lnTo>
                  <a:pt x="329323" y="734501"/>
                </a:lnTo>
                <a:close/>
                <a:lnTo>
                  <a:pt x="331593" y="729729"/>
                </a:lnTo>
                <a:close/>
                <a:lnTo>
                  <a:pt x="333864" y="724957"/>
                </a:lnTo>
                <a:close/>
                <a:lnTo>
                  <a:pt x="336134" y="720185"/>
                </a:lnTo>
                <a:close/>
                <a:lnTo>
                  <a:pt x="338404" y="715413"/>
                </a:lnTo>
                <a:close/>
                <a:lnTo>
                  <a:pt x="340674" y="710640"/>
                </a:lnTo>
                <a:close/>
                <a:lnTo>
                  <a:pt x="342945" y="705869"/>
                </a:lnTo>
                <a:close/>
                <a:lnTo>
                  <a:pt x="345215" y="701143"/>
                </a:lnTo>
                <a:close/>
                <a:lnTo>
                  <a:pt x="347485" y="696369"/>
                </a:lnTo>
                <a:close/>
                <a:lnTo>
                  <a:pt x="349755" y="691598"/>
                </a:lnTo>
                <a:close/>
                <a:lnTo>
                  <a:pt x="352026" y="686825"/>
                </a:lnTo>
                <a:close/>
                <a:lnTo>
                  <a:pt x="354296" y="682053"/>
                </a:lnTo>
                <a:close/>
                <a:lnTo>
                  <a:pt x="356566" y="677281"/>
                </a:lnTo>
                <a:close/>
                <a:lnTo>
                  <a:pt x="358836" y="672509"/>
                </a:lnTo>
                <a:close/>
                <a:lnTo>
                  <a:pt x="361107" y="667737"/>
                </a:lnTo>
                <a:close/>
                <a:lnTo>
                  <a:pt x="363377" y="662965"/>
                </a:lnTo>
                <a:close/>
                <a:lnTo>
                  <a:pt x="365647" y="658192"/>
                </a:lnTo>
                <a:close/>
                <a:lnTo>
                  <a:pt x="367917" y="653420"/>
                </a:lnTo>
                <a:close/>
                <a:lnTo>
                  <a:pt x="370188" y="648648"/>
                </a:lnTo>
                <a:close/>
                <a:lnTo>
                  <a:pt x="372458" y="643876"/>
                </a:lnTo>
                <a:close/>
                <a:lnTo>
                  <a:pt x="374728" y="639104"/>
                </a:lnTo>
                <a:close/>
                <a:lnTo>
                  <a:pt x="376998" y="634332"/>
                </a:lnTo>
                <a:close/>
                <a:lnTo>
                  <a:pt x="379269" y="629557"/>
                </a:lnTo>
                <a:close/>
                <a:lnTo>
                  <a:pt x="381539" y="624797"/>
                </a:lnTo>
                <a:close/>
                <a:lnTo>
                  <a:pt x="383809" y="620065"/>
                </a:lnTo>
                <a:close/>
                <a:lnTo>
                  <a:pt x="386079" y="615287"/>
                </a:lnTo>
                <a:close/>
                <a:lnTo>
                  <a:pt x="388349" y="610517"/>
                </a:lnTo>
                <a:close/>
                <a:lnTo>
                  <a:pt x="390621" y="605744"/>
                </a:lnTo>
                <a:close/>
                <a:lnTo>
                  <a:pt x="392887" y="600972"/>
                </a:lnTo>
                <a:close/>
                <a:lnTo>
                  <a:pt x="395174" y="596200"/>
                </a:lnTo>
                <a:close/>
                <a:lnTo>
                  <a:pt x="397481" y="591428"/>
                </a:lnTo>
                <a:close/>
                <a:lnTo>
                  <a:pt x="399745" y="586656"/>
                </a:lnTo>
                <a:close/>
                <a:lnTo>
                  <a:pt x="402017" y="581884"/>
                </a:lnTo>
                <a:close/>
                <a:lnTo>
                  <a:pt x="404287" y="577111"/>
                </a:lnTo>
                <a:close/>
                <a:lnTo>
                  <a:pt x="406557" y="572339"/>
                </a:lnTo>
                <a:close/>
                <a:lnTo>
                  <a:pt x="408827" y="567567"/>
                </a:lnTo>
                <a:close/>
                <a:lnTo>
                  <a:pt x="411098" y="562795"/>
                </a:lnTo>
                <a:close/>
                <a:lnTo>
                  <a:pt x="413368" y="558022"/>
                </a:lnTo>
                <a:close/>
                <a:lnTo>
                  <a:pt x="415638" y="553252"/>
                </a:lnTo>
                <a:close/>
                <a:lnTo>
                  <a:pt x="417908" y="548474"/>
                </a:lnTo>
                <a:close/>
                <a:lnTo>
                  <a:pt x="420179" y="543728"/>
                </a:lnTo>
                <a:close/>
                <a:lnTo>
                  <a:pt x="422449" y="538984"/>
                </a:lnTo>
                <a:close/>
                <a:lnTo>
                  <a:pt x="424719" y="534206"/>
                </a:lnTo>
                <a:close/>
                <a:lnTo>
                  <a:pt x="426989" y="529436"/>
                </a:lnTo>
                <a:close/>
                <a:lnTo>
                  <a:pt x="429260" y="524663"/>
                </a:lnTo>
                <a:close/>
                <a:lnTo>
                  <a:pt x="431530" y="519891"/>
                </a:lnTo>
                <a:close/>
                <a:lnTo>
                  <a:pt x="433800" y="515119"/>
                </a:lnTo>
                <a:close/>
                <a:lnTo>
                  <a:pt x="436070" y="510347"/>
                </a:lnTo>
                <a:close/>
                <a:lnTo>
                  <a:pt x="438341" y="505575"/>
                </a:lnTo>
                <a:close/>
                <a:lnTo>
                  <a:pt x="440611" y="500803"/>
                </a:lnTo>
                <a:close/>
                <a:lnTo>
                  <a:pt x="442881" y="496030"/>
                </a:lnTo>
                <a:close/>
                <a:lnTo>
                  <a:pt x="445151" y="491258"/>
                </a:lnTo>
                <a:close/>
                <a:lnTo>
                  <a:pt x="447422" y="486486"/>
                </a:lnTo>
                <a:close/>
                <a:lnTo>
                  <a:pt x="449692" y="481714"/>
                </a:lnTo>
                <a:close/>
                <a:lnTo>
                  <a:pt x="451962" y="476941"/>
                </a:lnTo>
                <a:close/>
                <a:lnTo>
                  <a:pt x="454233" y="472171"/>
                </a:lnTo>
                <a:close/>
                <a:lnTo>
                  <a:pt x="456503" y="467393"/>
                </a:lnTo>
                <a:close/>
                <a:lnTo>
                  <a:pt x="458773" y="462659"/>
                </a:lnTo>
                <a:close/>
                <a:lnTo>
                  <a:pt x="461043" y="457902"/>
                </a:lnTo>
                <a:close/>
                <a:lnTo>
                  <a:pt x="463314" y="453126"/>
                </a:lnTo>
                <a:close/>
                <a:lnTo>
                  <a:pt x="465584" y="448355"/>
                </a:lnTo>
                <a:close/>
                <a:lnTo>
                  <a:pt x="467854" y="443582"/>
                </a:lnTo>
                <a:close/>
                <a:lnTo>
                  <a:pt x="470124" y="438810"/>
                </a:lnTo>
                <a:close/>
                <a:lnTo>
                  <a:pt x="472395" y="434038"/>
                </a:lnTo>
                <a:close/>
                <a:lnTo>
                  <a:pt x="474665" y="429266"/>
                </a:lnTo>
                <a:close/>
                <a:lnTo>
                  <a:pt x="476935" y="424494"/>
                </a:lnTo>
                <a:close/>
                <a:lnTo>
                  <a:pt x="479205" y="419722"/>
                </a:lnTo>
                <a:close/>
                <a:lnTo>
                  <a:pt x="481476" y="414949"/>
                </a:lnTo>
                <a:close/>
                <a:lnTo>
                  <a:pt x="483746" y="410177"/>
                </a:lnTo>
                <a:close/>
                <a:lnTo>
                  <a:pt x="486016" y="405405"/>
                </a:lnTo>
                <a:close/>
                <a:lnTo>
                  <a:pt x="488286" y="400633"/>
                </a:lnTo>
                <a:close/>
                <a:lnTo>
                  <a:pt x="490557" y="395861"/>
                </a:lnTo>
                <a:close/>
                <a:lnTo>
                  <a:pt x="492827" y="391089"/>
                </a:lnTo>
                <a:close/>
                <a:lnTo>
                  <a:pt x="495097" y="386314"/>
                </a:lnTo>
                <a:close/>
                <a:lnTo>
                  <a:pt x="497367" y="381588"/>
                </a:lnTo>
                <a:close/>
                <a:lnTo>
                  <a:pt x="499637" y="376818"/>
                </a:lnTo>
                <a:close/>
                <a:lnTo>
                  <a:pt x="501908" y="372046"/>
                </a:lnTo>
                <a:close/>
                <a:lnTo>
                  <a:pt x="504178" y="367274"/>
                </a:lnTo>
                <a:close/>
                <a:lnTo>
                  <a:pt x="506448" y="362501"/>
                </a:lnTo>
                <a:close/>
                <a:lnTo>
                  <a:pt x="508718" y="357729"/>
                </a:lnTo>
                <a:close/>
                <a:lnTo>
                  <a:pt x="511035" y="352957"/>
                </a:lnTo>
                <a:close/>
                <a:lnTo>
                  <a:pt x="513305" y="348185"/>
                </a:lnTo>
                <a:close/>
                <a:lnTo>
                  <a:pt x="515575" y="343413"/>
                </a:lnTo>
                <a:close/>
                <a:lnTo>
                  <a:pt x="517845" y="338641"/>
                </a:lnTo>
                <a:close/>
                <a:lnTo>
                  <a:pt x="520115" y="333868"/>
                </a:lnTo>
                <a:close/>
                <a:lnTo>
                  <a:pt x="522386" y="329096"/>
                </a:lnTo>
                <a:close/>
                <a:lnTo>
                  <a:pt x="524656" y="324324"/>
                </a:lnTo>
                <a:close/>
                <a:lnTo>
                  <a:pt x="526926" y="319552"/>
                </a:lnTo>
                <a:close/>
                <a:lnTo>
                  <a:pt x="529196" y="314780"/>
                </a:lnTo>
                <a:close/>
                <a:lnTo>
                  <a:pt x="531467" y="310006"/>
                </a:lnTo>
                <a:close/>
                <a:lnTo>
                  <a:pt x="533737" y="305241"/>
                </a:lnTo>
                <a:close/>
                <a:lnTo>
                  <a:pt x="536007" y="300512"/>
                </a:lnTo>
                <a:close/>
                <a:lnTo>
                  <a:pt x="538277" y="295736"/>
                </a:lnTo>
                <a:close/>
                <a:lnTo>
                  <a:pt x="540548" y="290965"/>
                </a:lnTo>
                <a:close/>
                <a:lnTo>
                  <a:pt x="542818" y="286192"/>
                </a:lnTo>
                <a:close/>
                <a:lnTo>
                  <a:pt x="545088" y="281420"/>
                </a:lnTo>
                <a:close/>
                <a:lnTo>
                  <a:pt x="547358" y="276648"/>
                </a:lnTo>
                <a:close/>
                <a:lnTo>
                  <a:pt x="549629" y="271876"/>
                </a:lnTo>
                <a:close/>
                <a:lnTo>
                  <a:pt x="551899" y="267104"/>
                </a:lnTo>
                <a:close/>
                <a:lnTo>
                  <a:pt x="554169" y="262332"/>
                </a:lnTo>
                <a:close/>
                <a:lnTo>
                  <a:pt x="556439" y="257560"/>
                </a:lnTo>
                <a:close/>
                <a:lnTo>
                  <a:pt x="558710" y="252787"/>
                </a:lnTo>
                <a:close/>
                <a:lnTo>
                  <a:pt x="560980" y="248015"/>
                </a:lnTo>
                <a:close/>
                <a:lnTo>
                  <a:pt x="563250" y="243243"/>
                </a:lnTo>
                <a:close/>
                <a:lnTo>
                  <a:pt x="565520" y="238471"/>
                </a:lnTo>
                <a:close/>
                <a:lnTo>
                  <a:pt x="567791" y="233700"/>
                </a:lnTo>
                <a:close/>
                <a:lnTo>
                  <a:pt x="570061" y="228923"/>
                </a:lnTo>
                <a:close/>
                <a:lnTo>
                  <a:pt x="572331" y="224170"/>
                </a:lnTo>
                <a:close/>
                <a:lnTo>
                  <a:pt x="574601" y="219433"/>
                </a:lnTo>
                <a:close/>
                <a:lnTo>
                  <a:pt x="576872" y="214655"/>
                </a:lnTo>
                <a:close/>
                <a:lnTo>
                  <a:pt x="579142" y="209884"/>
                </a:lnTo>
                <a:close/>
                <a:lnTo>
                  <a:pt x="581412" y="205111"/>
                </a:lnTo>
                <a:close/>
                <a:lnTo>
                  <a:pt x="583682" y="200339"/>
                </a:lnTo>
                <a:close/>
                <a:lnTo>
                  <a:pt x="585953" y="195567"/>
                </a:lnTo>
                <a:close/>
                <a:lnTo>
                  <a:pt x="588223" y="190795"/>
                </a:lnTo>
                <a:close/>
                <a:lnTo>
                  <a:pt x="590493" y="186023"/>
                </a:lnTo>
                <a:close/>
                <a:lnTo>
                  <a:pt x="592763" y="181251"/>
                </a:lnTo>
                <a:close/>
                <a:lnTo>
                  <a:pt x="595034" y="176479"/>
                </a:lnTo>
                <a:close/>
                <a:lnTo>
                  <a:pt x="597304" y="171706"/>
                </a:lnTo>
                <a:close/>
                <a:lnTo>
                  <a:pt x="599574" y="166934"/>
                </a:lnTo>
                <a:close/>
                <a:lnTo>
                  <a:pt x="601844" y="162162"/>
                </a:lnTo>
                <a:close/>
                <a:lnTo>
                  <a:pt x="604115" y="157390"/>
                </a:lnTo>
                <a:close/>
                <a:lnTo>
                  <a:pt x="606385" y="152619"/>
                </a:lnTo>
                <a:close/>
                <a:lnTo>
                  <a:pt x="608655" y="147841"/>
                </a:lnTo>
                <a:close/>
                <a:lnTo>
                  <a:pt x="610925" y="143102"/>
                </a:lnTo>
                <a:close/>
                <a:lnTo>
                  <a:pt x="613196" y="138351"/>
                </a:lnTo>
                <a:close/>
                <a:lnTo>
                  <a:pt x="615466" y="133574"/>
                </a:lnTo>
                <a:close/>
                <a:lnTo>
                  <a:pt x="617736" y="128803"/>
                </a:lnTo>
                <a:close/>
                <a:lnTo>
                  <a:pt x="620008" y="124031"/>
                </a:lnTo>
                <a:close/>
                <a:lnTo>
                  <a:pt x="622272" y="119258"/>
                </a:lnTo>
                <a:close/>
                <a:lnTo>
                  <a:pt x="624579" y="114486"/>
                </a:lnTo>
                <a:close/>
                <a:lnTo>
                  <a:pt x="626866" y="109714"/>
                </a:lnTo>
                <a:close/>
                <a:lnTo>
                  <a:pt x="629132" y="104942"/>
                </a:lnTo>
                <a:close/>
                <a:lnTo>
                  <a:pt x="631404" y="100170"/>
                </a:lnTo>
                <a:close/>
                <a:lnTo>
                  <a:pt x="633674" y="95398"/>
                </a:lnTo>
                <a:close/>
                <a:lnTo>
                  <a:pt x="635944" y="90626"/>
                </a:lnTo>
                <a:close/>
                <a:lnTo>
                  <a:pt x="638214" y="85853"/>
                </a:lnTo>
                <a:close/>
                <a:lnTo>
                  <a:pt x="640484" y="81081"/>
                </a:lnTo>
                <a:close/>
                <a:lnTo>
                  <a:pt x="642755" y="76309"/>
                </a:lnTo>
                <a:close/>
                <a:lnTo>
                  <a:pt x="645025" y="71538"/>
                </a:lnTo>
                <a:close/>
                <a:lnTo>
                  <a:pt x="647295" y="66761"/>
                </a:lnTo>
                <a:close/>
                <a:lnTo>
                  <a:pt x="649565" y="62032"/>
                </a:lnTo>
                <a:close/>
                <a:lnTo>
                  <a:pt x="651836" y="57268"/>
                </a:lnTo>
                <a:close/>
                <a:lnTo>
                  <a:pt x="654106" y="52494"/>
                </a:lnTo>
                <a:close/>
                <a:lnTo>
                  <a:pt x="656376" y="47722"/>
                </a:lnTo>
                <a:close/>
                <a:lnTo>
                  <a:pt x="658646" y="42950"/>
                </a:lnTo>
                <a:close/>
                <a:lnTo>
                  <a:pt x="660917" y="38177"/>
                </a:lnTo>
                <a:close/>
                <a:lnTo>
                  <a:pt x="663187" y="33405"/>
                </a:lnTo>
                <a:close/>
                <a:lnTo>
                  <a:pt x="665457" y="28633"/>
                </a:lnTo>
                <a:close/>
                <a:lnTo>
                  <a:pt x="667727" y="23861"/>
                </a:lnTo>
                <a:close/>
                <a:lnTo>
                  <a:pt x="669998" y="19089"/>
                </a:lnTo>
                <a:close/>
                <a:lnTo>
                  <a:pt x="672268" y="14317"/>
                </a:lnTo>
                <a:close/>
                <a:lnTo>
                  <a:pt x="674538" y="9545"/>
                </a:lnTo>
                <a:close/>
                <a:lnTo>
                  <a:pt x="676808" y="4772"/>
                </a:lnTo>
                <a:close/>
                <a:lnTo>
                  <a:pt x="679079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38161" y="916549"/>
            <a:ext cx="291374" cy="611825"/>
          </a:xfrm>
          <a:custGeom>
            <a:avLst/>
            <a:gdLst/>
            <a:ahLst/>
            <a:cxnLst/>
            <a:rect l="l" t="t" r="r" b="b"/>
            <a:pathLst>
              <a:path w="291374" h="611825">
                <a:moveTo>
                  <a:pt x="0" y="611825"/>
                </a:moveTo>
                <a:lnTo>
                  <a:pt x="974" y="609763"/>
                </a:lnTo>
                <a:close/>
                <a:lnTo>
                  <a:pt x="1948" y="607725"/>
                </a:lnTo>
                <a:close/>
                <a:lnTo>
                  <a:pt x="2922" y="605698"/>
                </a:lnTo>
                <a:close/>
                <a:lnTo>
                  <a:pt x="3896" y="603672"/>
                </a:lnTo>
                <a:close/>
                <a:lnTo>
                  <a:pt x="4870" y="601636"/>
                </a:lnTo>
                <a:close/>
                <a:lnTo>
                  <a:pt x="5844" y="599589"/>
                </a:lnTo>
                <a:close/>
                <a:lnTo>
                  <a:pt x="6818" y="597538"/>
                </a:lnTo>
                <a:close/>
                <a:lnTo>
                  <a:pt x="7792" y="595490"/>
                </a:lnTo>
                <a:close/>
                <a:lnTo>
                  <a:pt x="8766" y="593443"/>
                </a:lnTo>
                <a:close/>
                <a:lnTo>
                  <a:pt x="9740" y="591396"/>
                </a:lnTo>
                <a:close/>
                <a:lnTo>
                  <a:pt x="10715" y="589349"/>
                </a:lnTo>
                <a:close/>
                <a:lnTo>
                  <a:pt x="11689" y="587301"/>
                </a:lnTo>
                <a:close/>
                <a:lnTo>
                  <a:pt x="12663" y="585254"/>
                </a:lnTo>
                <a:close/>
                <a:lnTo>
                  <a:pt x="13637" y="583206"/>
                </a:lnTo>
                <a:close/>
                <a:lnTo>
                  <a:pt x="14611" y="581159"/>
                </a:lnTo>
                <a:close/>
                <a:lnTo>
                  <a:pt x="15585" y="579111"/>
                </a:lnTo>
                <a:close/>
                <a:lnTo>
                  <a:pt x="16559" y="577064"/>
                </a:lnTo>
                <a:close/>
                <a:lnTo>
                  <a:pt x="17533" y="575016"/>
                </a:lnTo>
                <a:close/>
                <a:lnTo>
                  <a:pt x="18507" y="572969"/>
                </a:lnTo>
                <a:close/>
                <a:lnTo>
                  <a:pt x="19481" y="570921"/>
                </a:lnTo>
                <a:close/>
                <a:lnTo>
                  <a:pt x="20455" y="568874"/>
                </a:lnTo>
                <a:close/>
                <a:lnTo>
                  <a:pt x="21429" y="566826"/>
                </a:lnTo>
                <a:close/>
                <a:lnTo>
                  <a:pt x="22403" y="564779"/>
                </a:lnTo>
                <a:close/>
                <a:lnTo>
                  <a:pt x="23377" y="562732"/>
                </a:lnTo>
                <a:close/>
                <a:lnTo>
                  <a:pt x="24351" y="560684"/>
                </a:lnTo>
                <a:close/>
                <a:lnTo>
                  <a:pt x="25325" y="558637"/>
                </a:lnTo>
                <a:close/>
                <a:lnTo>
                  <a:pt x="26299" y="556589"/>
                </a:lnTo>
                <a:close/>
                <a:lnTo>
                  <a:pt x="27273" y="554542"/>
                </a:lnTo>
                <a:close/>
                <a:lnTo>
                  <a:pt x="28247" y="552494"/>
                </a:lnTo>
                <a:close/>
                <a:lnTo>
                  <a:pt x="29221" y="550447"/>
                </a:lnTo>
                <a:close/>
                <a:lnTo>
                  <a:pt x="30195" y="548399"/>
                </a:lnTo>
                <a:close/>
                <a:lnTo>
                  <a:pt x="31169" y="546352"/>
                </a:lnTo>
                <a:close/>
                <a:lnTo>
                  <a:pt x="32143" y="544304"/>
                </a:lnTo>
                <a:close/>
                <a:lnTo>
                  <a:pt x="33117" y="542257"/>
                </a:lnTo>
                <a:close/>
                <a:lnTo>
                  <a:pt x="34091" y="540209"/>
                </a:lnTo>
                <a:close/>
                <a:lnTo>
                  <a:pt x="35065" y="538162"/>
                </a:lnTo>
                <a:close/>
                <a:lnTo>
                  <a:pt x="36039" y="536115"/>
                </a:lnTo>
                <a:close/>
                <a:lnTo>
                  <a:pt x="37013" y="534068"/>
                </a:lnTo>
                <a:close/>
                <a:lnTo>
                  <a:pt x="37987" y="532020"/>
                </a:lnTo>
                <a:close/>
                <a:lnTo>
                  <a:pt x="38962" y="529968"/>
                </a:lnTo>
                <a:close/>
                <a:lnTo>
                  <a:pt x="39936" y="527921"/>
                </a:lnTo>
                <a:close/>
                <a:lnTo>
                  <a:pt x="40909" y="525888"/>
                </a:lnTo>
                <a:close/>
                <a:lnTo>
                  <a:pt x="41883" y="523863"/>
                </a:lnTo>
                <a:close/>
                <a:lnTo>
                  <a:pt x="42858" y="521831"/>
                </a:lnTo>
                <a:close/>
                <a:lnTo>
                  <a:pt x="43833" y="519785"/>
                </a:lnTo>
                <a:close/>
                <a:lnTo>
                  <a:pt x="44806" y="517733"/>
                </a:lnTo>
                <a:close/>
                <a:lnTo>
                  <a:pt x="45776" y="515684"/>
                </a:lnTo>
                <a:close/>
                <a:lnTo>
                  <a:pt x="46751" y="513638"/>
                </a:lnTo>
                <a:close/>
                <a:lnTo>
                  <a:pt x="47740" y="511591"/>
                </a:lnTo>
                <a:close/>
                <a:lnTo>
                  <a:pt x="48737" y="509543"/>
                </a:lnTo>
                <a:close/>
                <a:lnTo>
                  <a:pt x="49725" y="507496"/>
                </a:lnTo>
                <a:close/>
                <a:lnTo>
                  <a:pt x="50699" y="505448"/>
                </a:lnTo>
                <a:close/>
                <a:lnTo>
                  <a:pt x="51669" y="503401"/>
                </a:lnTo>
                <a:close/>
                <a:lnTo>
                  <a:pt x="52642" y="501353"/>
                </a:lnTo>
                <a:close/>
                <a:lnTo>
                  <a:pt x="53618" y="499306"/>
                </a:lnTo>
                <a:close/>
                <a:lnTo>
                  <a:pt x="54592" y="497259"/>
                </a:lnTo>
                <a:close/>
                <a:lnTo>
                  <a:pt x="55566" y="495211"/>
                </a:lnTo>
                <a:close/>
                <a:lnTo>
                  <a:pt x="56540" y="493164"/>
                </a:lnTo>
                <a:close/>
                <a:lnTo>
                  <a:pt x="57514" y="491116"/>
                </a:lnTo>
                <a:close/>
                <a:lnTo>
                  <a:pt x="58488" y="489069"/>
                </a:lnTo>
                <a:close/>
                <a:lnTo>
                  <a:pt x="59462" y="487021"/>
                </a:lnTo>
                <a:close/>
                <a:lnTo>
                  <a:pt x="60436" y="484974"/>
                </a:lnTo>
                <a:close/>
                <a:lnTo>
                  <a:pt x="61410" y="482926"/>
                </a:lnTo>
                <a:close/>
                <a:lnTo>
                  <a:pt x="62384" y="480879"/>
                </a:lnTo>
                <a:close/>
                <a:lnTo>
                  <a:pt x="63358" y="478831"/>
                </a:lnTo>
                <a:close/>
                <a:lnTo>
                  <a:pt x="64332" y="476784"/>
                </a:lnTo>
                <a:close/>
                <a:lnTo>
                  <a:pt x="65306" y="474736"/>
                </a:lnTo>
                <a:close/>
                <a:lnTo>
                  <a:pt x="66280" y="472689"/>
                </a:lnTo>
                <a:close/>
                <a:lnTo>
                  <a:pt x="67254" y="470642"/>
                </a:lnTo>
                <a:close/>
                <a:lnTo>
                  <a:pt x="68228" y="468594"/>
                </a:lnTo>
                <a:close/>
                <a:lnTo>
                  <a:pt x="69202" y="466547"/>
                </a:lnTo>
                <a:close/>
                <a:lnTo>
                  <a:pt x="70176" y="464499"/>
                </a:lnTo>
                <a:close/>
                <a:lnTo>
                  <a:pt x="71150" y="462452"/>
                </a:lnTo>
                <a:close/>
                <a:lnTo>
                  <a:pt x="72124" y="460404"/>
                </a:lnTo>
                <a:close/>
                <a:lnTo>
                  <a:pt x="73098" y="458356"/>
                </a:lnTo>
                <a:close/>
                <a:lnTo>
                  <a:pt x="74072" y="456309"/>
                </a:lnTo>
                <a:close/>
                <a:lnTo>
                  <a:pt x="75047" y="454263"/>
                </a:lnTo>
                <a:close/>
                <a:lnTo>
                  <a:pt x="76021" y="452215"/>
                </a:lnTo>
                <a:close/>
                <a:lnTo>
                  <a:pt x="76995" y="450163"/>
                </a:lnTo>
                <a:close/>
                <a:lnTo>
                  <a:pt x="77969" y="448115"/>
                </a:lnTo>
                <a:close/>
                <a:lnTo>
                  <a:pt x="78943" y="446080"/>
                </a:lnTo>
                <a:close/>
                <a:lnTo>
                  <a:pt x="79917" y="444056"/>
                </a:lnTo>
                <a:close/>
                <a:lnTo>
                  <a:pt x="80891" y="442025"/>
                </a:lnTo>
                <a:close/>
                <a:lnTo>
                  <a:pt x="81865" y="439980"/>
                </a:lnTo>
                <a:close/>
                <a:lnTo>
                  <a:pt x="82839" y="437928"/>
                </a:lnTo>
                <a:close/>
                <a:lnTo>
                  <a:pt x="83813" y="435879"/>
                </a:lnTo>
                <a:close/>
                <a:lnTo>
                  <a:pt x="84787" y="433833"/>
                </a:lnTo>
                <a:close/>
                <a:lnTo>
                  <a:pt x="85761" y="431786"/>
                </a:lnTo>
                <a:close/>
                <a:lnTo>
                  <a:pt x="86735" y="429738"/>
                </a:lnTo>
                <a:close/>
                <a:lnTo>
                  <a:pt x="87709" y="427691"/>
                </a:lnTo>
                <a:close/>
                <a:lnTo>
                  <a:pt x="88683" y="425643"/>
                </a:lnTo>
                <a:close/>
                <a:lnTo>
                  <a:pt x="89657" y="423596"/>
                </a:lnTo>
                <a:close/>
                <a:lnTo>
                  <a:pt x="90631" y="421548"/>
                </a:lnTo>
                <a:close/>
                <a:lnTo>
                  <a:pt x="91605" y="419501"/>
                </a:lnTo>
                <a:close/>
                <a:lnTo>
                  <a:pt x="92579" y="417453"/>
                </a:lnTo>
                <a:close/>
                <a:lnTo>
                  <a:pt x="93553" y="415406"/>
                </a:lnTo>
                <a:close/>
                <a:lnTo>
                  <a:pt x="94527" y="413358"/>
                </a:lnTo>
                <a:close/>
                <a:lnTo>
                  <a:pt x="95501" y="411311"/>
                </a:lnTo>
                <a:close/>
                <a:lnTo>
                  <a:pt x="96475" y="409263"/>
                </a:lnTo>
                <a:close/>
                <a:lnTo>
                  <a:pt x="97449" y="407216"/>
                </a:lnTo>
                <a:close/>
                <a:lnTo>
                  <a:pt x="98423" y="405168"/>
                </a:lnTo>
                <a:close/>
                <a:lnTo>
                  <a:pt x="99397" y="403121"/>
                </a:lnTo>
                <a:close/>
                <a:lnTo>
                  <a:pt x="100371" y="401074"/>
                </a:lnTo>
                <a:close/>
                <a:lnTo>
                  <a:pt x="101345" y="399026"/>
                </a:lnTo>
                <a:close/>
                <a:lnTo>
                  <a:pt x="102319" y="396979"/>
                </a:lnTo>
                <a:close/>
                <a:lnTo>
                  <a:pt x="103294" y="394931"/>
                </a:lnTo>
                <a:close/>
                <a:lnTo>
                  <a:pt x="104268" y="392884"/>
                </a:lnTo>
                <a:close/>
                <a:lnTo>
                  <a:pt x="105242" y="390836"/>
                </a:lnTo>
                <a:close/>
                <a:lnTo>
                  <a:pt x="106216" y="388789"/>
                </a:lnTo>
                <a:close/>
                <a:lnTo>
                  <a:pt x="107190" y="386741"/>
                </a:lnTo>
                <a:close/>
                <a:lnTo>
                  <a:pt x="108164" y="384694"/>
                </a:lnTo>
                <a:close/>
                <a:lnTo>
                  <a:pt x="109138" y="382647"/>
                </a:lnTo>
                <a:close/>
                <a:lnTo>
                  <a:pt x="110112" y="380599"/>
                </a:lnTo>
                <a:close/>
                <a:lnTo>
                  <a:pt x="111086" y="378551"/>
                </a:lnTo>
                <a:close/>
                <a:lnTo>
                  <a:pt x="112060" y="376504"/>
                </a:lnTo>
                <a:close/>
                <a:lnTo>
                  <a:pt x="113034" y="374458"/>
                </a:lnTo>
                <a:close/>
                <a:lnTo>
                  <a:pt x="114008" y="372410"/>
                </a:lnTo>
                <a:close/>
                <a:lnTo>
                  <a:pt x="114982" y="370359"/>
                </a:lnTo>
                <a:close/>
                <a:lnTo>
                  <a:pt x="115956" y="368310"/>
                </a:lnTo>
                <a:close/>
                <a:lnTo>
                  <a:pt x="116930" y="366273"/>
                </a:lnTo>
                <a:close/>
                <a:lnTo>
                  <a:pt x="117904" y="364248"/>
                </a:lnTo>
                <a:close/>
                <a:lnTo>
                  <a:pt x="118878" y="362219"/>
                </a:lnTo>
                <a:close/>
                <a:lnTo>
                  <a:pt x="119852" y="360175"/>
                </a:lnTo>
                <a:close/>
                <a:lnTo>
                  <a:pt x="120826" y="358123"/>
                </a:lnTo>
                <a:close/>
                <a:lnTo>
                  <a:pt x="121800" y="356074"/>
                </a:lnTo>
                <a:close/>
                <a:lnTo>
                  <a:pt x="122774" y="354027"/>
                </a:lnTo>
                <a:close/>
                <a:lnTo>
                  <a:pt x="123748" y="351981"/>
                </a:lnTo>
                <a:close/>
                <a:lnTo>
                  <a:pt x="124722" y="349933"/>
                </a:lnTo>
                <a:close/>
                <a:lnTo>
                  <a:pt x="125696" y="347885"/>
                </a:lnTo>
                <a:close/>
                <a:lnTo>
                  <a:pt x="126670" y="345838"/>
                </a:lnTo>
                <a:close/>
                <a:lnTo>
                  <a:pt x="127644" y="343790"/>
                </a:lnTo>
                <a:close/>
                <a:lnTo>
                  <a:pt x="128618" y="341743"/>
                </a:lnTo>
                <a:close/>
                <a:lnTo>
                  <a:pt x="129592" y="339695"/>
                </a:lnTo>
                <a:close/>
                <a:lnTo>
                  <a:pt x="130567" y="337648"/>
                </a:lnTo>
                <a:close/>
                <a:lnTo>
                  <a:pt x="131541" y="335601"/>
                </a:lnTo>
                <a:close/>
                <a:lnTo>
                  <a:pt x="132515" y="333553"/>
                </a:lnTo>
                <a:close/>
                <a:lnTo>
                  <a:pt x="133489" y="331506"/>
                </a:lnTo>
                <a:close/>
                <a:lnTo>
                  <a:pt x="134463" y="329458"/>
                </a:lnTo>
                <a:close/>
                <a:lnTo>
                  <a:pt x="135437" y="327411"/>
                </a:lnTo>
                <a:close/>
                <a:lnTo>
                  <a:pt x="136411" y="325363"/>
                </a:lnTo>
                <a:close/>
                <a:lnTo>
                  <a:pt x="137385" y="323316"/>
                </a:lnTo>
                <a:close/>
                <a:lnTo>
                  <a:pt x="138359" y="321268"/>
                </a:lnTo>
                <a:close/>
                <a:lnTo>
                  <a:pt x="139333" y="319221"/>
                </a:lnTo>
                <a:close/>
                <a:lnTo>
                  <a:pt x="140307" y="317173"/>
                </a:lnTo>
                <a:close/>
                <a:lnTo>
                  <a:pt x="141281" y="315126"/>
                </a:lnTo>
                <a:close/>
                <a:lnTo>
                  <a:pt x="142255" y="313078"/>
                </a:lnTo>
                <a:close/>
                <a:lnTo>
                  <a:pt x="143229" y="311031"/>
                </a:lnTo>
                <a:close/>
                <a:lnTo>
                  <a:pt x="144203" y="308984"/>
                </a:lnTo>
                <a:close/>
                <a:lnTo>
                  <a:pt x="145177" y="306936"/>
                </a:lnTo>
                <a:close/>
                <a:lnTo>
                  <a:pt x="146151" y="304889"/>
                </a:lnTo>
                <a:close/>
                <a:lnTo>
                  <a:pt x="147125" y="302841"/>
                </a:lnTo>
                <a:close/>
                <a:lnTo>
                  <a:pt x="148099" y="300794"/>
                </a:lnTo>
                <a:close/>
                <a:lnTo>
                  <a:pt x="149073" y="298746"/>
                </a:lnTo>
                <a:close/>
                <a:lnTo>
                  <a:pt x="150047" y="296699"/>
                </a:lnTo>
                <a:close/>
                <a:lnTo>
                  <a:pt x="151021" y="294652"/>
                </a:lnTo>
                <a:close/>
                <a:lnTo>
                  <a:pt x="151995" y="292605"/>
                </a:lnTo>
                <a:close/>
                <a:lnTo>
                  <a:pt x="152969" y="290554"/>
                </a:lnTo>
                <a:close/>
                <a:lnTo>
                  <a:pt x="153943" y="288504"/>
                </a:lnTo>
                <a:close/>
                <a:lnTo>
                  <a:pt x="154917" y="286466"/>
                </a:lnTo>
                <a:close/>
                <a:lnTo>
                  <a:pt x="155891" y="284440"/>
                </a:lnTo>
                <a:close/>
                <a:lnTo>
                  <a:pt x="156865" y="282412"/>
                </a:lnTo>
                <a:close/>
                <a:lnTo>
                  <a:pt x="157841" y="280370"/>
                </a:lnTo>
                <a:close/>
                <a:lnTo>
                  <a:pt x="158814" y="278319"/>
                </a:lnTo>
                <a:close/>
                <a:lnTo>
                  <a:pt x="159785" y="276269"/>
                </a:lnTo>
                <a:close/>
                <a:lnTo>
                  <a:pt x="160757" y="274222"/>
                </a:lnTo>
                <a:close/>
                <a:lnTo>
                  <a:pt x="161742" y="272175"/>
                </a:lnTo>
                <a:close/>
                <a:lnTo>
                  <a:pt x="162738" y="270128"/>
                </a:lnTo>
                <a:close/>
                <a:lnTo>
                  <a:pt x="163731" y="268080"/>
                </a:lnTo>
                <a:close/>
                <a:lnTo>
                  <a:pt x="164708" y="266033"/>
                </a:lnTo>
                <a:close/>
                <a:lnTo>
                  <a:pt x="165678" y="263985"/>
                </a:lnTo>
                <a:close/>
                <a:lnTo>
                  <a:pt x="166650" y="261938"/>
                </a:lnTo>
                <a:close/>
                <a:lnTo>
                  <a:pt x="167625" y="259890"/>
                </a:lnTo>
                <a:close/>
                <a:lnTo>
                  <a:pt x="168600" y="257843"/>
                </a:lnTo>
                <a:close/>
                <a:lnTo>
                  <a:pt x="169574" y="255795"/>
                </a:lnTo>
                <a:close/>
                <a:lnTo>
                  <a:pt x="170548" y="253748"/>
                </a:lnTo>
                <a:close/>
                <a:lnTo>
                  <a:pt x="171522" y="251700"/>
                </a:lnTo>
                <a:close/>
                <a:lnTo>
                  <a:pt x="172496" y="249653"/>
                </a:lnTo>
                <a:close/>
                <a:lnTo>
                  <a:pt x="173470" y="247605"/>
                </a:lnTo>
                <a:close/>
                <a:lnTo>
                  <a:pt x="174444" y="245558"/>
                </a:lnTo>
                <a:close/>
                <a:lnTo>
                  <a:pt x="175418" y="243511"/>
                </a:lnTo>
                <a:close/>
                <a:lnTo>
                  <a:pt x="176392" y="241463"/>
                </a:lnTo>
                <a:close/>
                <a:lnTo>
                  <a:pt x="177366" y="239416"/>
                </a:lnTo>
                <a:close/>
                <a:lnTo>
                  <a:pt x="178340" y="237368"/>
                </a:lnTo>
                <a:close/>
                <a:lnTo>
                  <a:pt x="179314" y="235321"/>
                </a:lnTo>
                <a:close/>
                <a:lnTo>
                  <a:pt x="180288" y="233273"/>
                </a:lnTo>
                <a:close/>
                <a:lnTo>
                  <a:pt x="181262" y="231226"/>
                </a:lnTo>
                <a:close/>
                <a:lnTo>
                  <a:pt x="182236" y="229178"/>
                </a:lnTo>
                <a:close/>
                <a:lnTo>
                  <a:pt x="183210" y="227131"/>
                </a:lnTo>
                <a:close/>
                <a:lnTo>
                  <a:pt x="184184" y="225083"/>
                </a:lnTo>
                <a:close/>
                <a:lnTo>
                  <a:pt x="185158" y="223036"/>
                </a:lnTo>
                <a:close/>
                <a:lnTo>
                  <a:pt x="186132" y="220988"/>
                </a:lnTo>
                <a:close/>
                <a:lnTo>
                  <a:pt x="187106" y="218941"/>
                </a:lnTo>
                <a:close/>
                <a:lnTo>
                  <a:pt x="188080" y="216893"/>
                </a:lnTo>
                <a:close/>
                <a:lnTo>
                  <a:pt x="189054" y="214847"/>
                </a:lnTo>
                <a:close/>
                <a:lnTo>
                  <a:pt x="190028" y="212800"/>
                </a:lnTo>
                <a:close/>
                <a:lnTo>
                  <a:pt x="191002" y="210749"/>
                </a:lnTo>
                <a:close/>
                <a:lnTo>
                  <a:pt x="191976" y="208699"/>
                </a:lnTo>
                <a:close/>
                <a:lnTo>
                  <a:pt x="192950" y="206659"/>
                </a:lnTo>
                <a:close/>
                <a:lnTo>
                  <a:pt x="193924" y="204633"/>
                </a:lnTo>
                <a:close/>
                <a:lnTo>
                  <a:pt x="194899" y="202606"/>
                </a:lnTo>
                <a:close/>
                <a:lnTo>
                  <a:pt x="195873" y="200564"/>
                </a:lnTo>
                <a:close/>
                <a:lnTo>
                  <a:pt x="196847" y="198514"/>
                </a:lnTo>
                <a:close/>
                <a:lnTo>
                  <a:pt x="197821" y="196463"/>
                </a:lnTo>
                <a:close/>
                <a:lnTo>
                  <a:pt x="198795" y="194416"/>
                </a:lnTo>
                <a:close/>
                <a:lnTo>
                  <a:pt x="199769" y="192370"/>
                </a:lnTo>
                <a:close/>
                <a:lnTo>
                  <a:pt x="200743" y="190323"/>
                </a:lnTo>
                <a:close/>
                <a:lnTo>
                  <a:pt x="201717" y="188275"/>
                </a:lnTo>
                <a:close/>
                <a:lnTo>
                  <a:pt x="202691" y="186227"/>
                </a:lnTo>
                <a:close/>
                <a:lnTo>
                  <a:pt x="203665" y="184180"/>
                </a:lnTo>
                <a:close/>
                <a:lnTo>
                  <a:pt x="204639" y="182132"/>
                </a:lnTo>
                <a:close/>
                <a:lnTo>
                  <a:pt x="205613" y="180085"/>
                </a:lnTo>
                <a:close/>
                <a:lnTo>
                  <a:pt x="206587" y="178037"/>
                </a:lnTo>
                <a:close/>
                <a:lnTo>
                  <a:pt x="207561" y="175990"/>
                </a:lnTo>
                <a:close/>
                <a:lnTo>
                  <a:pt x="208535" y="173943"/>
                </a:lnTo>
                <a:close/>
                <a:lnTo>
                  <a:pt x="209509" y="171895"/>
                </a:lnTo>
                <a:close/>
                <a:lnTo>
                  <a:pt x="210483" y="169848"/>
                </a:lnTo>
                <a:close/>
                <a:lnTo>
                  <a:pt x="211457" y="167800"/>
                </a:lnTo>
                <a:close/>
                <a:lnTo>
                  <a:pt x="212431" y="165753"/>
                </a:lnTo>
                <a:close/>
                <a:lnTo>
                  <a:pt x="213405" y="163705"/>
                </a:lnTo>
                <a:close/>
                <a:lnTo>
                  <a:pt x="214379" y="161658"/>
                </a:lnTo>
                <a:close/>
                <a:lnTo>
                  <a:pt x="215353" y="159610"/>
                </a:lnTo>
                <a:close/>
                <a:lnTo>
                  <a:pt x="216327" y="157563"/>
                </a:lnTo>
                <a:close/>
                <a:lnTo>
                  <a:pt x="217301" y="155515"/>
                </a:lnTo>
                <a:close/>
                <a:lnTo>
                  <a:pt x="218275" y="153468"/>
                </a:lnTo>
                <a:close/>
                <a:lnTo>
                  <a:pt x="219249" y="151421"/>
                </a:lnTo>
                <a:close/>
                <a:lnTo>
                  <a:pt x="220223" y="149373"/>
                </a:lnTo>
                <a:close/>
                <a:lnTo>
                  <a:pt x="221197" y="147326"/>
                </a:lnTo>
                <a:close/>
                <a:lnTo>
                  <a:pt x="222171" y="145278"/>
                </a:lnTo>
                <a:close/>
                <a:lnTo>
                  <a:pt x="223146" y="143231"/>
                </a:lnTo>
                <a:close/>
                <a:lnTo>
                  <a:pt x="224120" y="141183"/>
                </a:lnTo>
                <a:close/>
                <a:lnTo>
                  <a:pt x="225094" y="139135"/>
                </a:lnTo>
                <a:close/>
                <a:lnTo>
                  <a:pt x="226068" y="137088"/>
                </a:lnTo>
                <a:close/>
                <a:lnTo>
                  <a:pt x="227042" y="135042"/>
                </a:lnTo>
                <a:close/>
                <a:lnTo>
                  <a:pt x="228016" y="132995"/>
                </a:lnTo>
                <a:close/>
                <a:lnTo>
                  <a:pt x="228990" y="130944"/>
                </a:lnTo>
                <a:close/>
                <a:lnTo>
                  <a:pt x="229964" y="128894"/>
                </a:lnTo>
                <a:close/>
                <a:lnTo>
                  <a:pt x="230938" y="126852"/>
                </a:lnTo>
                <a:close/>
                <a:lnTo>
                  <a:pt x="231912" y="124825"/>
                </a:lnTo>
                <a:close/>
                <a:lnTo>
                  <a:pt x="232886" y="122799"/>
                </a:lnTo>
                <a:close/>
                <a:lnTo>
                  <a:pt x="233860" y="120759"/>
                </a:lnTo>
                <a:close/>
                <a:lnTo>
                  <a:pt x="234834" y="118709"/>
                </a:lnTo>
                <a:close/>
                <a:lnTo>
                  <a:pt x="235808" y="116658"/>
                </a:lnTo>
                <a:close/>
                <a:lnTo>
                  <a:pt x="236782" y="114611"/>
                </a:lnTo>
                <a:close/>
                <a:lnTo>
                  <a:pt x="237756" y="112565"/>
                </a:lnTo>
                <a:close/>
                <a:lnTo>
                  <a:pt x="238730" y="110517"/>
                </a:lnTo>
                <a:close/>
                <a:lnTo>
                  <a:pt x="239704" y="108470"/>
                </a:lnTo>
                <a:close/>
                <a:lnTo>
                  <a:pt x="240678" y="106422"/>
                </a:lnTo>
                <a:close/>
                <a:lnTo>
                  <a:pt x="241652" y="104375"/>
                </a:lnTo>
                <a:close/>
                <a:lnTo>
                  <a:pt x="242626" y="102327"/>
                </a:lnTo>
                <a:close/>
                <a:lnTo>
                  <a:pt x="243600" y="100280"/>
                </a:lnTo>
                <a:close/>
                <a:lnTo>
                  <a:pt x="244574" y="98232"/>
                </a:lnTo>
                <a:close/>
                <a:lnTo>
                  <a:pt x="245548" y="96185"/>
                </a:lnTo>
                <a:close/>
                <a:lnTo>
                  <a:pt x="246522" y="94137"/>
                </a:lnTo>
                <a:close/>
                <a:lnTo>
                  <a:pt x="247496" y="92090"/>
                </a:lnTo>
                <a:close/>
                <a:lnTo>
                  <a:pt x="248470" y="90042"/>
                </a:lnTo>
                <a:close/>
                <a:lnTo>
                  <a:pt x="249444" y="87995"/>
                </a:lnTo>
                <a:close/>
                <a:lnTo>
                  <a:pt x="250418" y="85947"/>
                </a:lnTo>
                <a:close/>
                <a:lnTo>
                  <a:pt x="251393" y="83900"/>
                </a:lnTo>
                <a:close/>
                <a:lnTo>
                  <a:pt x="252367" y="81853"/>
                </a:lnTo>
                <a:close/>
                <a:lnTo>
                  <a:pt x="253341" y="79805"/>
                </a:lnTo>
                <a:close/>
                <a:lnTo>
                  <a:pt x="254315" y="77758"/>
                </a:lnTo>
                <a:close/>
                <a:lnTo>
                  <a:pt x="255289" y="75710"/>
                </a:lnTo>
                <a:close/>
                <a:lnTo>
                  <a:pt x="256263" y="73663"/>
                </a:lnTo>
                <a:close/>
                <a:lnTo>
                  <a:pt x="257237" y="71615"/>
                </a:lnTo>
                <a:close/>
                <a:lnTo>
                  <a:pt x="258211" y="69568"/>
                </a:lnTo>
                <a:close/>
                <a:lnTo>
                  <a:pt x="259185" y="67520"/>
                </a:lnTo>
                <a:close/>
                <a:lnTo>
                  <a:pt x="260159" y="65473"/>
                </a:lnTo>
                <a:close/>
                <a:lnTo>
                  <a:pt x="261133" y="63425"/>
                </a:lnTo>
                <a:close/>
                <a:lnTo>
                  <a:pt x="262107" y="61378"/>
                </a:lnTo>
                <a:close/>
                <a:lnTo>
                  <a:pt x="263081" y="59330"/>
                </a:lnTo>
                <a:close/>
                <a:lnTo>
                  <a:pt x="264055" y="57283"/>
                </a:lnTo>
                <a:close/>
                <a:lnTo>
                  <a:pt x="265029" y="55236"/>
                </a:lnTo>
                <a:close/>
                <a:lnTo>
                  <a:pt x="266003" y="53189"/>
                </a:lnTo>
                <a:close/>
                <a:lnTo>
                  <a:pt x="266977" y="51139"/>
                </a:lnTo>
                <a:close/>
                <a:lnTo>
                  <a:pt x="267951" y="49088"/>
                </a:lnTo>
                <a:close/>
                <a:lnTo>
                  <a:pt x="268925" y="47046"/>
                </a:lnTo>
                <a:close/>
                <a:lnTo>
                  <a:pt x="269899" y="45018"/>
                </a:lnTo>
                <a:close/>
                <a:lnTo>
                  <a:pt x="270873" y="42992"/>
                </a:lnTo>
                <a:close/>
                <a:lnTo>
                  <a:pt x="271848" y="40954"/>
                </a:lnTo>
                <a:close/>
                <a:lnTo>
                  <a:pt x="272823" y="38904"/>
                </a:lnTo>
                <a:close/>
                <a:lnTo>
                  <a:pt x="273794" y="36853"/>
                </a:lnTo>
                <a:close/>
                <a:lnTo>
                  <a:pt x="274764" y="34806"/>
                </a:lnTo>
                <a:close/>
                <a:lnTo>
                  <a:pt x="275745" y="32759"/>
                </a:lnTo>
                <a:close/>
                <a:lnTo>
                  <a:pt x="276739" y="30712"/>
                </a:lnTo>
                <a:close/>
                <a:lnTo>
                  <a:pt x="277734" y="28664"/>
                </a:lnTo>
                <a:close/>
                <a:lnTo>
                  <a:pt x="278716" y="26617"/>
                </a:lnTo>
                <a:close/>
                <a:lnTo>
                  <a:pt x="279687" y="24569"/>
                </a:lnTo>
                <a:close/>
                <a:lnTo>
                  <a:pt x="280658" y="22522"/>
                </a:lnTo>
                <a:close/>
                <a:lnTo>
                  <a:pt x="281632" y="20474"/>
                </a:lnTo>
                <a:close/>
                <a:lnTo>
                  <a:pt x="282608" y="18427"/>
                </a:lnTo>
                <a:close/>
                <a:lnTo>
                  <a:pt x="283582" y="16380"/>
                </a:lnTo>
                <a:close/>
                <a:lnTo>
                  <a:pt x="284555" y="14332"/>
                </a:lnTo>
                <a:close/>
                <a:lnTo>
                  <a:pt x="285529" y="12285"/>
                </a:lnTo>
                <a:close/>
                <a:lnTo>
                  <a:pt x="286503" y="10237"/>
                </a:lnTo>
                <a:close/>
                <a:lnTo>
                  <a:pt x="287478" y="8190"/>
                </a:lnTo>
                <a:close/>
                <a:lnTo>
                  <a:pt x="288452" y="6142"/>
                </a:lnTo>
                <a:close/>
                <a:lnTo>
                  <a:pt x="289426" y="4095"/>
                </a:lnTo>
                <a:close/>
                <a:lnTo>
                  <a:pt x="290400" y="2047"/>
                </a:lnTo>
                <a:close/>
                <a:lnTo>
                  <a:pt x="291374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2114550.0"/>
            <a:ext cx="0.0" cy="4572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978400" y="2063750"/>
            <a:ext cx="101600" cy="1016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905756.0" y="2571750.0"/>
            <a:ext cx="9144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5061204.0" y="2571750.0"/>
            <a:ext cx="9144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4805081" y="1547211"/>
            <a:ext cx="217398" cy="456514"/>
          </a:xfrm>
          <a:custGeom>
            <a:avLst/>
            <a:gdLst/>
            <a:ahLst/>
            <a:cxnLst/>
            <a:rect l="l" t="t" r="r" b="b"/>
            <a:pathLst>
              <a:path w="217398" h="456514">
                <a:moveTo>
                  <a:pt x="0" y="456514"/>
                </a:moveTo>
                <a:lnTo>
                  <a:pt x="2195" y="451945"/>
                </a:lnTo>
                <a:close/>
                <a:lnTo>
                  <a:pt x="4390" y="447332"/>
                </a:lnTo>
                <a:close/>
                <a:lnTo>
                  <a:pt x="6585" y="442717"/>
                </a:lnTo>
                <a:close/>
                <a:lnTo>
                  <a:pt x="8780" y="438103"/>
                </a:lnTo>
                <a:close/>
                <a:lnTo>
                  <a:pt x="10975" y="433489"/>
                </a:lnTo>
                <a:close/>
                <a:lnTo>
                  <a:pt x="13170" y="428875"/>
                </a:lnTo>
                <a:close/>
                <a:lnTo>
                  <a:pt x="15365" y="424261"/>
                </a:lnTo>
                <a:close/>
                <a:lnTo>
                  <a:pt x="17560" y="419647"/>
                </a:lnTo>
                <a:close/>
                <a:lnTo>
                  <a:pt x="19755" y="415033"/>
                </a:lnTo>
                <a:close/>
                <a:lnTo>
                  <a:pt x="21950" y="410419"/>
                </a:lnTo>
                <a:close/>
                <a:lnTo>
                  <a:pt x="24145" y="405805"/>
                </a:lnTo>
                <a:close/>
                <a:lnTo>
                  <a:pt x="26340" y="401191"/>
                </a:lnTo>
                <a:close/>
                <a:lnTo>
                  <a:pt x="28535" y="396577"/>
                </a:lnTo>
                <a:close/>
                <a:lnTo>
                  <a:pt x="30730" y="391963"/>
                </a:lnTo>
                <a:close/>
                <a:lnTo>
                  <a:pt x="32925" y="387349"/>
                </a:lnTo>
                <a:close/>
                <a:lnTo>
                  <a:pt x="35120" y="382736"/>
                </a:lnTo>
                <a:close/>
                <a:lnTo>
                  <a:pt x="37315" y="378116"/>
                </a:lnTo>
                <a:close/>
                <a:lnTo>
                  <a:pt x="39510" y="373537"/>
                </a:lnTo>
                <a:close/>
                <a:lnTo>
                  <a:pt x="41705" y="368942"/>
                </a:lnTo>
                <a:close/>
                <a:lnTo>
                  <a:pt x="43900" y="364324"/>
                </a:lnTo>
                <a:close/>
                <a:lnTo>
                  <a:pt x="46095" y="359711"/>
                </a:lnTo>
                <a:close/>
                <a:lnTo>
                  <a:pt x="48291" y="355097"/>
                </a:lnTo>
                <a:close/>
                <a:lnTo>
                  <a:pt x="50480" y="350483"/>
                </a:lnTo>
                <a:close/>
                <a:lnTo>
                  <a:pt x="52704" y="345869"/>
                </a:lnTo>
                <a:close/>
                <a:lnTo>
                  <a:pt x="54925" y="341255"/>
                </a:lnTo>
                <a:close/>
                <a:lnTo>
                  <a:pt x="57115" y="336640"/>
                </a:lnTo>
                <a:close/>
                <a:lnTo>
                  <a:pt x="59311" y="332026"/>
                </a:lnTo>
                <a:close/>
                <a:lnTo>
                  <a:pt x="61506" y="327412"/>
                </a:lnTo>
                <a:close/>
                <a:lnTo>
                  <a:pt x="63701" y="322798"/>
                </a:lnTo>
                <a:close/>
                <a:lnTo>
                  <a:pt x="65896" y="318184"/>
                </a:lnTo>
                <a:close/>
                <a:lnTo>
                  <a:pt x="68091" y="313570"/>
                </a:lnTo>
                <a:close/>
                <a:lnTo>
                  <a:pt x="70286" y="308956"/>
                </a:lnTo>
                <a:close/>
                <a:lnTo>
                  <a:pt x="72481" y="304343"/>
                </a:lnTo>
                <a:close/>
                <a:lnTo>
                  <a:pt x="74676" y="299725"/>
                </a:lnTo>
                <a:close/>
                <a:lnTo>
                  <a:pt x="76871" y="295126"/>
                </a:lnTo>
                <a:close/>
                <a:lnTo>
                  <a:pt x="79066" y="290551"/>
                </a:lnTo>
                <a:close/>
                <a:lnTo>
                  <a:pt x="81261" y="285931"/>
                </a:lnTo>
                <a:close/>
                <a:lnTo>
                  <a:pt x="83456" y="281318"/>
                </a:lnTo>
                <a:close/>
                <a:lnTo>
                  <a:pt x="85651" y="276704"/>
                </a:lnTo>
                <a:close/>
                <a:lnTo>
                  <a:pt x="87846" y="272090"/>
                </a:lnTo>
                <a:close/>
                <a:lnTo>
                  <a:pt x="90041" y="267476"/>
                </a:lnTo>
                <a:close/>
                <a:lnTo>
                  <a:pt x="92236" y="262862"/>
                </a:lnTo>
                <a:close/>
                <a:lnTo>
                  <a:pt x="94431" y="258248"/>
                </a:lnTo>
                <a:close/>
                <a:lnTo>
                  <a:pt x="96626" y="253634"/>
                </a:lnTo>
                <a:close/>
                <a:lnTo>
                  <a:pt x="98821" y="249020"/>
                </a:lnTo>
                <a:close/>
                <a:lnTo>
                  <a:pt x="101016" y="244406"/>
                </a:lnTo>
                <a:close/>
                <a:lnTo>
                  <a:pt x="103211" y="239792"/>
                </a:lnTo>
                <a:close/>
                <a:lnTo>
                  <a:pt x="105406" y="235178"/>
                </a:lnTo>
                <a:close/>
                <a:lnTo>
                  <a:pt x="107601" y="230564"/>
                </a:lnTo>
                <a:close/>
                <a:lnTo>
                  <a:pt x="109796" y="225950"/>
                </a:lnTo>
                <a:close/>
                <a:lnTo>
                  <a:pt x="111991" y="221336"/>
                </a:lnTo>
                <a:close/>
                <a:lnTo>
                  <a:pt x="114186" y="216720"/>
                </a:lnTo>
                <a:close/>
                <a:lnTo>
                  <a:pt x="116381" y="212151"/>
                </a:lnTo>
                <a:close/>
                <a:lnTo>
                  <a:pt x="118576" y="207540"/>
                </a:lnTo>
                <a:close/>
                <a:lnTo>
                  <a:pt x="120771" y="202925"/>
                </a:lnTo>
                <a:close/>
                <a:lnTo>
                  <a:pt x="122967" y="198311"/>
                </a:lnTo>
                <a:close/>
                <a:lnTo>
                  <a:pt x="125162" y="193697"/>
                </a:lnTo>
                <a:close/>
                <a:lnTo>
                  <a:pt x="127357" y="189083"/>
                </a:lnTo>
                <a:close/>
                <a:lnTo>
                  <a:pt x="129552" y="184469"/>
                </a:lnTo>
                <a:close/>
                <a:lnTo>
                  <a:pt x="131747" y="179855"/>
                </a:lnTo>
                <a:close/>
                <a:lnTo>
                  <a:pt x="133942" y="175241"/>
                </a:lnTo>
                <a:close/>
                <a:lnTo>
                  <a:pt x="136137" y="170627"/>
                </a:lnTo>
                <a:close/>
                <a:lnTo>
                  <a:pt x="138332" y="166013"/>
                </a:lnTo>
                <a:close/>
                <a:lnTo>
                  <a:pt x="140527" y="161399"/>
                </a:lnTo>
                <a:close/>
                <a:lnTo>
                  <a:pt x="142722" y="156785"/>
                </a:lnTo>
                <a:close/>
                <a:lnTo>
                  <a:pt x="144917" y="152171"/>
                </a:lnTo>
                <a:close/>
                <a:lnTo>
                  <a:pt x="147112" y="147557"/>
                </a:lnTo>
                <a:close/>
                <a:lnTo>
                  <a:pt x="149307" y="142944"/>
                </a:lnTo>
                <a:close/>
                <a:lnTo>
                  <a:pt x="151502" y="138324"/>
                </a:lnTo>
                <a:close/>
                <a:lnTo>
                  <a:pt x="153697" y="133742"/>
                </a:lnTo>
                <a:close/>
                <a:lnTo>
                  <a:pt x="155892" y="129151"/>
                </a:lnTo>
                <a:close/>
                <a:lnTo>
                  <a:pt x="158087" y="124531"/>
                </a:lnTo>
                <a:close/>
                <a:lnTo>
                  <a:pt x="160282" y="119919"/>
                </a:lnTo>
                <a:close/>
                <a:lnTo>
                  <a:pt x="162478" y="115304"/>
                </a:lnTo>
                <a:close/>
                <a:lnTo>
                  <a:pt x="164667" y="110690"/>
                </a:lnTo>
                <a:close/>
                <a:lnTo>
                  <a:pt x="166888" y="106076"/>
                </a:lnTo>
                <a:close/>
                <a:lnTo>
                  <a:pt x="169113" y="101462"/>
                </a:lnTo>
                <a:close/>
                <a:lnTo>
                  <a:pt x="171301" y="96848"/>
                </a:lnTo>
                <a:close/>
                <a:lnTo>
                  <a:pt x="173498" y="92234"/>
                </a:lnTo>
                <a:close/>
                <a:lnTo>
                  <a:pt x="175693" y="87620"/>
                </a:lnTo>
                <a:close/>
                <a:lnTo>
                  <a:pt x="177888" y="83006"/>
                </a:lnTo>
                <a:close/>
                <a:lnTo>
                  <a:pt x="180083" y="78392"/>
                </a:lnTo>
                <a:close/>
                <a:lnTo>
                  <a:pt x="182278" y="73778"/>
                </a:lnTo>
                <a:close/>
                <a:lnTo>
                  <a:pt x="184473" y="69164"/>
                </a:lnTo>
                <a:close/>
                <a:lnTo>
                  <a:pt x="186668" y="64551"/>
                </a:lnTo>
                <a:close/>
                <a:lnTo>
                  <a:pt x="188863" y="59934"/>
                </a:lnTo>
                <a:close/>
                <a:lnTo>
                  <a:pt x="191058" y="55332"/>
                </a:lnTo>
                <a:close/>
                <a:lnTo>
                  <a:pt x="193253" y="50758"/>
                </a:lnTo>
                <a:close/>
                <a:lnTo>
                  <a:pt x="195448" y="46139"/>
                </a:lnTo>
                <a:close/>
                <a:lnTo>
                  <a:pt x="197643" y="41526"/>
                </a:lnTo>
                <a:close/>
                <a:lnTo>
                  <a:pt x="199838" y="36912"/>
                </a:lnTo>
                <a:close/>
                <a:lnTo>
                  <a:pt x="202033" y="32298"/>
                </a:lnTo>
                <a:close/>
                <a:lnTo>
                  <a:pt x="204228" y="27684"/>
                </a:lnTo>
                <a:close/>
                <a:lnTo>
                  <a:pt x="206423" y="23070"/>
                </a:lnTo>
                <a:close/>
                <a:lnTo>
                  <a:pt x="208618" y="18456"/>
                </a:lnTo>
                <a:close/>
                <a:lnTo>
                  <a:pt x="210813" y="13842"/>
                </a:lnTo>
                <a:close/>
                <a:lnTo>
                  <a:pt x="213008" y="9228"/>
                </a:lnTo>
                <a:close/>
                <a:lnTo>
                  <a:pt x="215203" y="4614"/>
                </a:lnTo>
                <a:close/>
                <a:lnTo>
                  <a:pt x="217398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5069525" y="1260135"/>
            <a:ext cx="96378" cy="202356"/>
          </a:xfrm>
          <a:custGeom>
            <a:avLst/>
            <a:gdLst/>
            <a:ahLst/>
            <a:cxnLst/>
            <a:rect l="l" t="t" r="r" b="b"/>
            <a:pathLst>
              <a:path w="96378" h="202356">
                <a:moveTo>
                  <a:pt x="96378" y="0"/>
                </a:moveTo>
                <a:lnTo>
                  <a:pt x="95405" y="2045"/>
                </a:lnTo>
                <a:close/>
                <a:lnTo>
                  <a:pt x="94432" y="4090"/>
                </a:lnTo>
                <a:close/>
                <a:lnTo>
                  <a:pt x="93459" y="6136"/>
                </a:lnTo>
                <a:close/>
                <a:lnTo>
                  <a:pt x="92486" y="8182"/>
                </a:lnTo>
                <a:close/>
                <a:lnTo>
                  <a:pt x="91513" y="10226"/>
                </a:lnTo>
                <a:close/>
                <a:lnTo>
                  <a:pt x="90539" y="12271"/>
                </a:lnTo>
                <a:close/>
                <a:lnTo>
                  <a:pt x="89566" y="14318"/>
                </a:lnTo>
                <a:close/>
                <a:lnTo>
                  <a:pt x="88593" y="16367"/>
                </a:lnTo>
                <a:close/>
                <a:lnTo>
                  <a:pt x="87620" y="18410"/>
                </a:lnTo>
                <a:close/>
                <a:lnTo>
                  <a:pt x="86647" y="20439"/>
                </a:lnTo>
                <a:close/>
                <a:lnTo>
                  <a:pt x="85674" y="22462"/>
                </a:lnTo>
                <a:close/>
                <a:lnTo>
                  <a:pt x="84701" y="24495"/>
                </a:lnTo>
                <a:close/>
                <a:lnTo>
                  <a:pt x="83728" y="26541"/>
                </a:lnTo>
                <a:close/>
                <a:lnTo>
                  <a:pt x="82755" y="28590"/>
                </a:lnTo>
                <a:close/>
                <a:lnTo>
                  <a:pt x="81782" y="30636"/>
                </a:lnTo>
                <a:close/>
                <a:lnTo>
                  <a:pt x="80809" y="32680"/>
                </a:lnTo>
                <a:close/>
                <a:lnTo>
                  <a:pt x="79836" y="34725"/>
                </a:lnTo>
                <a:close/>
                <a:lnTo>
                  <a:pt x="78863" y="36771"/>
                </a:lnTo>
                <a:close/>
                <a:lnTo>
                  <a:pt x="77890" y="38816"/>
                </a:lnTo>
                <a:close/>
                <a:lnTo>
                  <a:pt x="76917" y="40862"/>
                </a:lnTo>
                <a:close/>
                <a:lnTo>
                  <a:pt x="75944" y="42907"/>
                </a:lnTo>
                <a:close/>
                <a:lnTo>
                  <a:pt x="74971" y="44953"/>
                </a:lnTo>
                <a:close/>
                <a:lnTo>
                  <a:pt x="73998" y="46998"/>
                </a:lnTo>
                <a:close/>
                <a:lnTo>
                  <a:pt x="73025" y="49043"/>
                </a:lnTo>
                <a:close/>
                <a:lnTo>
                  <a:pt x="72052" y="51089"/>
                </a:lnTo>
                <a:close/>
                <a:lnTo>
                  <a:pt x="71078" y="53134"/>
                </a:lnTo>
                <a:close/>
                <a:lnTo>
                  <a:pt x="70105" y="55180"/>
                </a:lnTo>
                <a:close/>
                <a:lnTo>
                  <a:pt x="69132" y="57225"/>
                </a:lnTo>
                <a:close/>
                <a:lnTo>
                  <a:pt x="68159" y="59270"/>
                </a:lnTo>
                <a:close/>
                <a:lnTo>
                  <a:pt x="67186" y="61316"/>
                </a:lnTo>
                <a:close/>
                <a:lnTo>
                  <a:pt x="66213" y="63361"/>
                </a:lnTo>
                <a:close/>
                <a:lnTo>
                  <a:pt x="65240" y="65406"/>
                </a:lnTo>
                <a:close/>
                <a:lnTo>
                  <a:pt x="64267" y="67452"/>
                </a:lnTo>
                <a:close/>
                <a:lnTo>
                  <a:pt x="63294" y="69497"/>
                </a:lnTo>
                <a:close/>
                <a:lnTo>
                  <a:pt x="62321" y="71543"/>
                </a:lnTo>
                <a:close/>
                <a:lnTo>
                  <a:pt x="61348" y="73588"/>
                </a:lnTo>
                <a:close/>
                <a:lnTo>
                  <a:pt x="60375" y="75633"/>
                </a:lnTo>
                <a:close/>
                <a:lnTo>
                  <a:pt x="59402" y="77679"/>
                </a:lnTo>
                <a:close/>
                <a:lnTo>
                  <a:pt x="58429" y="79724"/>
                </a:lnTo>
                <a:close/>
                <a:lnTo>
                  <a:pt x="57456" y="81770"/>
                </a:lnTo>
                <a:close/>
                <a:lnTo>
                  <a:pt x="56483" y="83815"/>
                </a:lnTo>
                <a:close/>
                <a:lnTo>
                  <a:pt x="55510" y="85861"/>
                </a:lnTo>
                <a:close/>
                <a:lnTo>
                  <a:pt x="54537" y="87906"/>
                </a:lnTo>
                <a:close/>
                <a:lnTo>
                  <a:pt x="53564" y="89951"/>
                </a:lnTo>
                <a:close/>
                <a:lnTo>
                  <a:pt x="52591" y="91995"/>
                </a:lnTo>
                <a:close/>
                <a:lnTo>
                  <a:pt x="51617" y="94042"/>
                </a:lnTo>
                <a:close/>
                <a:lnTo>
                  <a:pt x="50644" y="96091"/>
                </a:lnTo>
                <a:close/>
                <a:lnTo>
                  <a:pt x="49671" y="98136"/>
                </a:lnTo>
                <a:close/>
                <a:lnTo>
                  <a:pt x="48698" y="100167"/>
                </a:lnTo>
                <a:close/>
                <a:lnTo>
                  <a:pt x="47725" y="102189"/>
                </a:lnTo>
                <a:close/>
                <a:lnTo>
                  <a:pt x="46752" y="104220"/>
                </a:lnTo>
                <a:close/>
                <a:lnTo>
                  <a:pt x="45779" y="106265"/>
                </a:lnTo>
                <a:close/>
                <a:lnTo>
                  <a:pt x="44806" y="108314"/>
                </a:lnTo>
                <a:close/>
                <a:lnTo>
                  <a:pt x="43833" y="110361"/>
                </a:lnTo>
                <a:close/>
                <a:lnTo>
                  <a:pt x="42860" y="112405"/>
                </a:lnTo>
                <a:close/>
                <a:lnTo>
                  <a:pt x="41887" y="114450"/>
                </a:lnTo>
                <a:close/>
                <a:lnTo>
                  <a:pt x="40914" y="116495"/>
                </a:lnTo>
                <a:close/>
                <a:lnTo>
                  <a:pt x="39941" y="118541"/>
                </a:lnTo>
                <a:close/>
                <a:lnTo>
                  <a:pt x="38968" y="120586"/>
                </a:lnTo>
                <a:close/>
                <a:lnTo>
                  <a:pt x="37995" y="122632"/>
                </a:lnTo>
                <a:close/>
                <a:lnTo>
                  <a:pt x="37022" y="124677"/>
                </a:lnTo>
                <a:close/>
                <a:lnTo>
                  <a:pt x="36049" y="126723"/>
                </a:lnTo>
                <a:close/>
                <a:lnTo>
                  <a:pt x="35076" y="128768"/>
                </a:lnTo>
                <a:close/>
                <a:lnTo>
                  <a:pt x="34103" y="130813"/>
                </a:lnTo>
                <a:close/>
                <a:lnTo>
                  <a:pt x="33129" y="132859"/>
                </a:lnTo>
                <a:close/>
                <a:lnTo>
                  <a:pt x="32156" y="134904"/>
                </a:lnTo>
                <a:close/>
                <a:lnTo>
                  <a:pt x="31183" y="136950"/>
                </a:lnTo>
                <a:close/>
                <a:lnTo>
                  <a:pt x="30210" y="138995"/>
                </a:lnTo>
                <a:close/>
                <a:lnTo>
                  <a:pt x="29237" y="141040"/>
                </a:lnTo>
                <a:close/>
                <a:lnTo>
                  <a:pt x="28264" y="143086"/>
                </a:lnTo>
                <a:close/>
                <a:lnTo>
                  <a:pt x="27291" y="145131"/>
                </a:lnTo>
                <a:close/>
                <a:lnTo>
                  <a:pt x="26318" y="147176"/>
                </a:lnTo>
                <a:close/>
                <a:lnTo>
                  <a:pt x="25345" y="149222"/>
                </a:lnTo>
                <a:close/>
                <a:lnTo>
                  <a:pt x="24372" y="151267"/>
                </a:lnTo>
                <a:close/>
                <a:lnTo>
                  <a:pt x="23399" y="153313"/>
                </a:lnTo>
                <a:close/>
                <a:lnTo>
                  <a:pt x="22426" y="155358"/>
                </a:lnTo>
                <a:close/>
                <a:lnTo>
                  <a:pt x="21452" y="157403"/>
                </a:lnTo>
                <a:close/>
                <a:lnTo>
                  <a:pt x="20479" y="159449"/>
                </a:lnTo>
                <a:close/>
                <a:lnTo>
                  <a:pt x="19510" y="161494"/>
                </a:lnTo>
                <a:close/>
                <a:lnTo>
                  <a:pt x="18538" y="163540"/>
                </a:lnTo>
                <a:close/>
                <a:lnTo>
                  <a:pt x="17554" y="165585"/>
                </a:lnTo>
                <a:close/>
                <a:lnTo>
                  <a:pt x="16559" y="167631"/>
                </a:lnTo>
                <a:close/>
                <a:lnTo>
                  <a:pt x="15568" y="169676"/>
                </a:lnTo>
                <a:close/>
                <a:lnTo>
                  <a:pt x="14591" y="171720"/>
                </a:lnTo>
                <a:close/>
                <a:lnTo>
                  <a:pt x="13622" y="173766"/>
                </a:lnTo>
                <a:close/>
                <a:lnTo>
                  <a:pt x="12651" y="175815"/>
                </a:lnTo>
                <a:close/>
                <a:lnTo>
                  <a:pt x="11677" y="177861"/>
                </a:lnTo>
                <a:close/>
                <a:lnTo>
                  <a:pt x="10703" y="179894"/>
                </a:lnTo>
                <a:close/>
                <a:lnTo>
                  <a:pt x="9730" y="181917"/>
                </a:lnTo>
                <a:close/>
                <a:lnTo>
                  <a:pt x="8758" y="183946"/>
                </a:lnTo>
                <a:close/>
                <a:lnTo>
                  <a:pt x="7785" y="185989"/>
                </a:lnTo>
                <a:close/>
                <a:lnTo>
                  <a:pt x="6811" y="188038"/>
                </a:lnTo>
                <a:close/>
                <a:lnTo>
                  <a:pt x="5838" y="190085"/>
                </a:lnTo>
                <a:close/>
                <a:lnTo>
                  <a:pt x="4865" y="192130"/>
                </a:lnTo>
                <a:close/>
                <a:lnTo>
                  <a:pt x="3892" y="194174"/>
                </a:lnTo>
                <a:close/>
                <a:lnTo>
                  <a:pt x="2919" y="196220"/>
                </a:lnTo>
                <a:close/>
                <a:lnTo>
                  <a:pt x="1946" y="198266"/>
                </a:lnTo>
                <a:close/>
                <a:lnTo>
                  <a:pt x="973" y="200311"/>
                </a:lnTo>
                <a:close/>
                <a:lnTo>
                  <a:pt x="0" y="202356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942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5200" y="23228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