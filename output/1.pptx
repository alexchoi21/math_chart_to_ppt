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0.0" y="2571750.0"/>
            <a:ext cx="4114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3200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429000" y="368046"/>
            <a:ext cx="3291840" cy="2807208"/>
          </a:xfrm>
          <a:custGeom>
            <a:avLst/>
            <a:gdLst/>
            <a:ahLst/>
            <a:cxnLst/>
            <a:rect l="l" t="t" r="r" b="b"/>
            <a:pathLst>
              <a:path w="3291840" h="2807208">
                <a:moveTo>
                  <a:pt x="0" y="2807208"/>
                </a:moveTo>
                <a:lnTo>
                  <a:pt x="6755" y="2799101"/>
                </a:lnTo>
                <a:close/>
                <a:lnTo>
                  <a:pt x="13510" y="2791238"/>
                </a:lnTo>
                <a:close/>
                <a:lnTo>
                  <a:pt x="20265" y="2783599"/>
                </a:lnTo>
                <a:close/>
                <a:lnTo>
                  <a:pt x="27020" y="2776170"/>
                </a:lnTo>
                <a:close/>
                <a:lnTo>
                  <a:pt x="33775" y="2768934"/>
                </a:lnTo>
                <a:close/>
                <a:lnTo>
                  <a:pt x="40530" y="2761872"/>
                </a:lnTo>
                <a:close/>
                <a:lnTo>
                  <a:pt x="47285" y="2754969"/>
                </a:lnTo>
                <a:close/>
                <a:lnTo>
                  <a:pt x="54040" y="2748208"/>
                </a:lnTo>
                <a:close/>
                <a:lnTo>
                  <a:pt x="60795" y="2741572"/>
                </a:lnTo>
                <a:close/>
                <a:lnTo>
                  <a:pt x="67550" y="2735043"/>
                </a:lnTo>
                <a:close/>
                <a:lnTo>
                  <a:pt x="74305" y="2728606"/>
                </a:lnTo>
                <a:close/>
                <a:lnTo>
                  <a:pt x="81059" y="2722244"/>
                </a:lnTo>
                <a:close/>
                <a:lnTo>
                  <a:pt x="87814" y="2715939"/>
                </a:lnTo>
                <a:close/>
                <a:lnTo>
                  <a:pt x="94569" y="2709675"/>
                </a:lnTo>
                <a:close/>
                <a:lnTo>
                  <a:pt x="101324" y="2703435"/>
                </a:lnTo>
                <a:close/>
                <a:lnTo>
                  <a:pt x="108079" y="2697202"/>
                </a:lnTo>
                <a:close/>
                <a:lnTo>
                  <a:pt x="114834" y="2690960"/>
                </a:lnTo>
                <a:close/>
                <a:lnTo>
                  <a:pt x="121589" y="2684691"/>
                </a:lnTo>
                <a:close/>
                <a:lnTo>
                  <a:pt x="128344" y="2678379"/>
                </a:lnTo>
                <a:close/>
                <a:lnTo>
                  <a:pt x="135099" y="2672007"/>
                </a:lnTo>
                <a:close/>
                <a:lnTo>
                  <a:pt x="141854" y="2665560"/>
                </a:lnTo>
                <a:close/>
                <a:lnTo>
                  <a:pt x="148609" y="2659054"/>
                </a:lnTo>
                <a:close/>
                <a:lnTo>
                  <a:pt x="155364" y="2652519"/>
                </a:lnTo>
                <a:close/>
                <a:lnTo>
                  <a:pt x="162119" y="2645988"/>
                </a:lnTo>
                <a:close/>
                <a:lnTo>
                  <a:pt x="168874" y="2639491"/>
                </a:lnTo>
                <a:close/>
                <a:lnTo>
                  <a:pt x="175629" y="2633062"/>
                </a:lnTo>
                <a:close/>
                <a:lnTo>
                  <a:pt x="182384" y="2626730"/>
                </a:lnTo>
                <a:close/>
                <a:lnTo>
                  <a:pt x="189139" y="2620529"/>
                </a:lnTo>
                <a:close/>
                <a:lnTo>
                  <a:pt x="195894" y="2614489"/>
                </a:lnTo>
                <a:close/>
                <a:lnTo>
                  <a:pt x="202649" y="2608642"/>
                </a:lnTo>
                <a:close/>
                <a:lnTo>
                  <a:pt x="209404" y="2603019"/>
                </a:lnTo>
                <a:close/>
                <a:lnTo>
                  <a:pt x="216159" y="2597617"/>
                </a:lnTo>
                <a:close/>
                <a:lnTo>
                  <a:pt x="222914" y="2592407"/>
                </a:lnTo>
                <a:close/>
                <a:lnTo>
                  <a:pt x="229669" y="2587357"/>
                </a:lnTo>
                <a:close/>
                <a:lnTo>
                  <a:pt x="236424" y="2582435"/>
                </a:lnTo>
                <a:close/>
                <a:lnTo>
                  <a:pt x="243178" y="2577612"/>
                </a:lnTo>
                <a:close/>
                <a:lnTo>
                  <a:pt x="249933" y="2572855"/>
                </a:lnTo>
                <a:close/>
                <a:lnTo>
                  <a:pt x="256688" y="2568133"/>
                </a:lnTo>
                <a:close/>
                <a:lnTo>
                  <a:pt x="263443" y="2563415"/>
                </a:lnTo>
                <a:close/>
                <a:lnTo>
                  <a:pt x="270198" y="2558670"/>
                </a:lnTo>
                <a:close/>
                <a:lnTo>
                  <a:pt x="276953" y="2553867"/>
                </a:lnTo>
                <a:close/>
                <a:lnTo>
                  <a:pt x="283708" y="2548994"/>
                </a:lnTo>
                <a:close/>
                <a:lnTo>
                  <a:pt x="290463" y="2544064"/>
                </a:lnTo>
                <a:close/>
                <a:lnTo>
                  <a:pt x="297218" y="2539091"/>
                </a:lnTo>
                <a:close/>
                <a:lnTo>
                  <a:pt x="303973" y="2534090"/>
                </a:lnTo>
                <a:close/>
                <a:lnTo>
                  <a:pt x="310728" y="2529076"/>
                </a:lnTo>
                <a:close/>
                <a:lnTo>
                  <a:pt x="317483" y="2524062"/>
                </a:lnTo>
                <a:close/>
                <a:lnTo>
                  <a:pt x="324238" y="2519064"/>
                </a:lnTo>
                <a:close/>
                <a:lnTo>
                  <a:pt x="330993" y="2514096"/>
                </a:lnTo>
                <a:close/>
                <a:lnTo>
                  <a:pt x="337748" y="2509172"/>
                </a:lnTo>
                <a:close/>
                <a:lnTo>
                  <a:pt x="344503" y="2504308"/>
                </a:lnTo>
                <a:close/>
                <a:lnTo>
                  <a:pt x="351258" y="2499512"/>
                </a:lnTo>
                <a:close/>
                <a:lnTo>
                  <a:pt x="358013" y="2494785"/>
                </a:lnTo>
                <a:close/>
                <a:lnTo>
                  <a:pt x="364768" y="2490128"/>
                </a:lnTo>
                <a:close/>
                <a:lnTo>
                  <a:pt x="371523" y="2485537"/>
                </a:lnTo>
                <a:close/>
                <a:lnTo>
                  <a:pt x="378278" y="2481015"/>
                </a:lnTo>
                <a:close/>
                <a:lnTo>
                  <a:pt x="385033" y="2476558"/>
                </a:lnTo>
                <a:close/>
                <a:lnTo>
                  <a:pt x="391788" y="2472167"/>
                </a:lnTo>
                <a:close/>
                <a:lnTo>
                  <a:pt x="398543" y="2467842"/>
                </a:lnTo>
                <a:close/>
                <a:lnTo>
                  <a:pt x="405297" y="2463580"/>
                </a:lnTo>
                <a:close/>
                <a:lnTo>
                  <a:pt x="412052" y="2459383"/>
                </a:lnTo>
                <a:close/>
                <a:lnTo>
                  <a:pt x="418807" y="2455246"/>
                </a:lnTo>
                <a:close/>
                <a:lnTo>
                  <a:pt x="425562" y="2451159"/>
                </a:lnTo>
                <a:close/>
                <a:lnTo>
                  <a:pt x="432317" y="2447111"/>
                </a:lnTo>
                <a:close/>
                <a:lnTo>
                  <a:pt x="439072" y="2443089"/>
                </a:lnTo>
                <a:close/>
                <a:lnTo>
                  <a:pt x="445827" y="2439083"/>
                </a:lnTo>
                <a:close/>
                <a:lnTo>
                  <a:pt x="452582" y="2435080"/>
                </a:lnTo>
                <a:close/>
                <a:lnTo>
                  <a:pt x="459337" y="2431069"/>
                </a:lnTo>
                <a:close/>
                <a:lnTo>
                  <a:pt x="466092" y="2427038"/>
                </a:lnTo>
                <a:close/>
                <a:lnTo>
                  <a:pt x="472847" y="2422975"/>
                </a:lnTo>
                <a:close/>
                <a:lnTo>
                  <a:pt x="479602" y="2418868"/>
                </a:lnTo>
                <a:close/>
                <a:lnTo>
                  <a:pt x="486357" y="2414711"/>
                </a:lnTo>
                <a:close/>
                <a:lnTo>
                  <a:pt x="493112" y="2410517"/>
                </a:lnTo>
                <a:close/>
                <a:lnTo>
                  <a:pt x="499867" y="2406309"/>
                </a:lnTo>
                <a:close/>
                <a:lnTo>
                  <a:pt x="506622" y="2402108"/>
                </a:lnTo>
                <a:close/>
                <a:lnTo>
                  <a:pt x="513377" y="2397934"/>
                </a:lnTo>
                <a:close/>
                <a:lnTo>
                  <a:pt x="520132" y="2393811"/>
                </a:lnTo>
                <a:close/>
                <a:lnTo>
                  <a:pt x="526887" y="2389757"/>
                </a:lnTo>
                <a:close/>
                <a:lnTo>
                  <a:pt x="533642" y="2385797"/>
                </a:lnTo>
                <a:close/>
                <a:lnTo>
                  <a:pt x="540397" y="2381950"/>
                </a:lnTo>
                <a:close/>
                <a:lnTo>
                  <a:pt x="547152" y="2378238"/>
                </a:lnTo>
                <a:close/>
                <a:lnTo>
                  <a:pt x="553907" y="2374679"/>
                </a:lnTo>
                <a:close/>
                <a:lnTo>
                  <a:pt x="560662" y="2371264"/>
                </a:lnTo>
                <a:close/>
                <a:lnTo>
                  <a:pt x="567416" y="2367973"/>
                </a:lnTo>
                <a:close/>
                <a:lnTo>
                  <a:pt x="574171" y="2364783"/>
                </a:lnTo>
                <a:close/>
                <a:lnTo>
                  <a:pt x="580926" y="2361673"/>
                </a:lnTo>
                <a:close/>
                <a:lnTo>
                  <a:pt x="587681" y="2358622"/>
                </a:lnTo>
                <a:close/>
                <a:lnTo>
                  <a:pt x="594436" y="2355608"/>
                </a:lnTo>
                <a:close/>
                <a:lnTo>
                  <a:pt x="601191" y="2352611"/>
                </a:lnTo>
                <a:close/>
                <a:lnTo>
                  <a:pt x="607946" y="2349607"/>
                </a:lnTo>
                <a:close/>
                <a:lnTo>
                  <a:pt x="614701" y="2346577"/>
                </a:lnTo>
                <a:close/>
                <a:lnTo>
                  <a:pt x="621456" y="2343500"/>
                </a:lnTo>
                <a:close/>
                <a:lnTo>
                  <a:pt x="628211" y="2340374"/>
                </a:lnTo>
                <a:close/>
                <a:lnTo>
                  <a:pt x="634966" y="2337211"/>
                </a:lnTo>
                <a:close/>
                <a:lnTo>
                  <a:pt x="641721" y="2334023"/>
                </a:lnTo>
                <a:close/>
                <a:lnTo>
                  <a:pt x="648476" y="2330822"/>
                </a:lnTo>
                <a:close/>
                <a:lnTo>
                  <a:pt x="655231" y="2327619"/>
                </a:lnTo>
                <a:close/>
                <a:lnTo>
                  <a:pt x="661986" y="2324427"/>
                </a:lnTo>
                <a:close/>
                <a:lnTo>
                  <a:pt x="668741" y="2321257"/>
                </a:lnTo>
                <a:close/>
                <a:lnTo>
                  <a:pt x="675496" y="2318122"/>
                </a:lnTo>
                <a:close/>
                <a:lnTo>
                  <a:pt x="682251" y="2315033"/>
                </a:lnTo>
                <a:close/>
                <a:lnTo>
                  <a:pt x="689006" y="2312001"/>
                </a:lnTo>
                <a:close/>
                <a:lnTo>
                  <a:pt x="695761" y="2309034"/>
                </a:lnTo>
                <a:close/>
                <a:lnTo>
                  <a:pt x="702516" y="2306132"/>
                </a:lnTo>
                <a:close/>
                <a:lnTo>
                  <a:pt x="709271" y="2303294"/>
                </a:lnTo>
                <a:close/>
                <a:lnTo>
                  <a:pt x="716026" y="2300520"/>
                </a:lnTo>
                <a:close/>
                <a:lnTo>
                  <a:pt x="722781" y="2297811"/>
                </a:lnTo>
                <a:close/>
                <a:lnTo>
                  <a:pt x="729535" y="2295167"/>
                </a:lnTo>
                <a:close/>
                <a:lnTo>
                  <a:pt x="736290" y="2292588"/>
                </a:lnTo>
                <a:close/>
                <a:lnTo>
                  <a:pt x="743045" y="2290073"/>
                </a:lnTo>
                <a:close/>
                <a:lnTo>
                  <a:pt x="749800" y="2287624"/>
                </a:lnTo>
                <a:close/>
                <a:lnTo>
                  <a:pt x="756555" y="2285239"/>
                </a:lnTo>
                <a:close/>
                <a:lnTo>
                  <a:pt x="763310" y="2282915"/>
                </a:lnTo>
                <a:close/>
                <a:lnTo>
                  <a:pt x="770065" y="2280640"/>
                </a:lnTo>
                <a:close/>
                <a:lnTo>
                  <a:pt x="776820" y="2278401"/>
                </a:lnTo>
                <a:close/>
                <a:lnTo>
                  <a:pt x="783575" y="2276188"/>
                </a:lnTo>
                <a:close/>
                <a:lnTo>
                  <a:pt x="790330" y="2273986"/>
                </a:lnTo>
                <a:close/>
                <a:lnTo>
                  <a:pt x="797085" y="2271785"/>
                </a:lnTo>
                <a:close/>
                <a:lnTo>
                  <a:pt x="803840" y="2269573"/>
                </a:lnTo>
                <a:close/>
                <a:lnTo>
                  <a:pt x="810595" y="2267336"/>
                </a:lnTo>
                <a:close/>
                <a:lnTo>
                  <a:pt x="817350" y="2265064"/>
                </a:lnTo>
                <a:close/>
                <a:lnTo>
                  <a:pt x="824105" y="2262743"/>
                </a:lnTo>
                <a:close/>
                <a:lnTo>
                  <a:pt x="830860" y="2260371"/>
                </a:lnTo>
                <a:close/>
                <a:lnTo>
                  <a:pt x="837615" y="2257966"/>
                </a:lnTo>
                <a:close/>
                <a:lnTo>
                  <a:pt x="844370" y="2255552"/>
                </a:lnTo>
                <a:close/>
                <a:lnTo>
                  <a:pt x="851125" y="2253150"/>
                </a:lnTo>
                <a:close/>
                <a:lnTo>
                  <a:pt x="857880" y="2250783"/>
                </a:lnTo>
                <a:close/>
                <a:lnTo>
                  <a:pt x="864635" y="2248473"/>
                </a:lnTo>
                <a:close/>
                <a:lnTo>
                  <a:pt x="871390" y="2246243"/>
                </a:lnTo>
                <a:close/>
                <a:lnTo>
                  <a:pt x="878145" y="2244114"/>
                </a:lnTo>
                <a:close/>
                <a:lnTo>
                  <a:pt x="884900" y="2242109"/>
                </a:lnTo>
                <a:close/>
                <a:lnTo>
                  <a:pt x="891654" y="2240250"/>
                </a:lnTo>
                <a:close/>
                <a:lnTo>
                  <a:pt x="898409" y="2238551"/>
                </a:lnTo>
                <a:close/>
                <a:lnTo>
                  <a:pt x="905164" y="2236996"/>
                </a:lnTo>
                <a:close/>
                <a:lnTo>
                  <a:pt x="911919" y="2235559"/>
                </a:lnTo>
                <a:close/>
                <a:lnTo>
                  <a:pt x="918674" y="2234216"/>
                </a:lnTo>
                <a:close/>
                <a:lnTo>
                  <a:pt x="925429" y="2232942"/>
                </a:lnTo>
                <a:close/>
                <a:lnTo>
                  <a:pt x="932184" y="2231713"/>
                </a:lnTo>
                <a:close/>
                <a:lnTo>
                  <a:pt x="938939" y="2230503"/>
                </a:lnTo>
                <a:close/>
                <a:lnTo>
                  <a:pt x="945694" y="2229289"/>
                </a:lnTo>
                <a:close/>
                <a:lnTo>
                  <a:pt x="952449" y="2228044"/>
                </a:lnTo>
                <a:close/>
                <a:lnTo>
                  <a:pt x="959204" y="2226746"/>
                </a:lnTo>
                <a:close/>
                <a:lnTo>
                  <a:pt x="965959" y="2225373"/>
                </a:lnTo>
                <a:close/>
                <a:lnTo>
                  <a:pt x="972714" y="2223939"/>
                </a:lnTo>
                <a:close/>
                <a:lnTo>
                  <a:pt x="979469" y="2222468"/>
                </a:lnTo>
                <a:close/>
                <a:lnTo>
                  <a:pt x="986224" y="2220983"/>
                </a:lnTo>
                <a:close/>
                <a:lnTo>
                  <a:pt x="992979" y="2219508"/>
                </a:lnTo>
                <a:close/>
                <a:lnTo>
                  <a:pt x="999734" y="2218067"/>
                </a:lnTo>
                <a:close/>
                <a:lnTo>
                  <a:pt x="1006489" y="2216685"/>
                </a:lnTo>
                <a:close/>
                <a:lnTo>
                  <a:pt x="1013244" y="2215385"/>
                </a:lnTo>
                <a:close/>
                <a:lnTo>
                  <a:pt x="1019999" y="2214191"/>
                </a:lnTo>
                <a:close/>
                <a:lnTo>
                  <a:pt x="1026754" y="2213127"/>
                </a:lnTo>
                <a:close/>
                <a:lnTo>
                  <a:pt x="1033509" y="2212215"/>
                </a:lnTo>
                <a:close/>
                <a:lnTo>
                  <a:pt x="1040264" y="2211450"/>
                </a:lnTo>
                <a:close/>
                <a:lnTo>
                  <a:pt x="1047019" y="2210814"/>
                </a:lnTo>
                <a:close/>
                <a:lnTo>
                  <a:pt x="1053773" y="2210289"/>
                </a:lnTo>
                <a:close/>
                <a:lnTo>
                  <a:pt x="1060528" y="2209854"/>
                </a:lnTo>
                <a:close/>
                <a:lnTo>
                  <a:pt x="1067283" y="2209492"/>
                </a:lnTo>
                <a:close/>
                <a:lnTo>
                  <a:pt x="1074038" y="2209185"/>
                </a:lnTo>
                <a:close/>
                <a:lnTo>
                  <a:pt x="1080793" y="2208912"/>
                </a:lnTo>
                <a:close/>
                <a:lnTo>
                  <a:pt x="1087548" y="2208655"/>
                </a:lnTo>
                <a:close/>
                <a:lnTo>
                  <a:pt x="1094303" y="2208396"/>
                </a:lnTo>
                <a:close/>
                <a:lnTo>
                  <a:pt x="1101058" y="2208116"/>
                </a:lnTo>
                <a:close/>
                <a:lnTo>
                  <a:pt x="1107813" y="2207806"/>
                </a:lnTo>
                <a:close/>
                <a:lnTo>
                  <a:pt x="1114568" y="2207464"/>
                </a:lnTo>
                <a:close/>
                <a:lnTo>
                  <a:pt x="1121323" y="2207090"/>
                </a:lnTo>
                <a:close/>
                <a:lnTo>
                  <a:pt x="1128078" y="2206681"/>
                </a:lnTo>
                <a:close/>
                <a:lnTo>
                  <a:pt x="1134833" y="2206237"/>
                </a:lnTo>
                <a:close/>
                <a:lnTo>
                  <a:pt x="1141588" y="2205756"/>
                </a:lnTo>
                <a:close/>
                <a:lnTo>
                  <a:pt x="1148343" y="2205237"/>
                </a:lnTo>
                <a:close/>
                <a:lnTo>
                  <a:pt x="1155098" y="2204679"/>
                </a:lnTo>
                <a:close/>
                <a:lnTo>
                  <a:pt x="1161853" y="2204079"/>
                </a:lnTo>
                <a:close/>
                <a:lnTo>
                  <a:pt x="1168608" y="2203438"/>
                </a:lnTo>
                <a:close/>
                <a:lnTo>
                  <a:pt x="1175363" y="2202753"/>
                </a:lnTo>
                <a:close/>
                <a:lnTo>
                  <a:pt x="1182118" y="2202022"/>
                </a:lnTo>
                <a:close/>
                <a:lnTo>
                  <a:pt x="1188873" y="2201243"/>
                </a:lnTo>
                <a:close/>
                <a:lnTo>
                  <a:pt x="1195628" y="2200413"/>
                </a:lnTo>
                <a:close/>
                <a:lnTo>
                  <a:pt x="1202383" y="2199531"/>
                </a:lnTo>
                <a:close/>
                <a:lnTo>
                  <a:pt x="1209138" y="2198594"/>
                </a:lnTo>
                <a:close/>
                <a:lnTo>
                  <a:pt x="1215892" y="2197600"/>
                </a:lnTo>
                <a:close/>
                <a:lnTo>
                  <a:pt x="1222647" y="2196547"/>
                </a:lnTo>
                <a:close/>
                <a:lnTo>
                  <a:pt x="1229402" y="2195432"/>
                </a:lnTo>
                <a:close/>
                <a:lnTo>
                  <a:pt x="1236157" y="2194254"/>
                </a:lnTo>
                <a:close/>
                <a:lnTo>
                  <a:pt x="1242912" y="2193014"/>
                </a:lnTo>
                <a:close/>
                <a:lnTo>
                  <a:pt x="1249667" y="2191722"/>
                </a:lnTo>
                <a:close/>
                <a:lnTo>
                  <a:pt x="1256422" y="2190387"/>
                </a:lnTo>
                <a:close/>
                <a:lnTo>
                  <a:pt x="1263177" y="2189020"/>
                </a:lnTo>
                <a:close/>
                <a:lnTo>
                  <a:pt x="1269932" y="2187631"/>
                </a:lnTo>
                <a:close/>
                <a:lnTo>
                  <a:pt x="1276687" y="2186230"/>
                </a:lnTo>
                <a:close/>
                <a:lnTo>
                  <a:pt x="1283442" y="2184827"/>
                </a:lnTo>
                <a:close/>
                <a:lnTo>
                  <a:pt x="1290197" y="2183432"/>
                </a:lnTo>
                <a:close/>
                <a:lnTo>
                  <a:pt x="1296952" y="2182056"/>
                </a:lnTo>
                <a:close/>
                <a:lnTo>
                  <a:pt x="1303707" y="2180709"/>
                </a:lnTo>
                <a:close/>
                <a:lnTo>
                  <a:pt x="1310462" y="2179395"/>
                </a:lnTo>
                <a:close/>
                <a:lnTo>
                  <a:pt x="1317217" y="2178105"/>
                </a:lnTo>
                <a:close/>
                <a:lnTo>
                  <a:pt x="1323972" y="2176828"/>
                </a:lnTo>
                <a:close/>
                <a:lnTo>
                  <a:pt x="1330727" y="2175551"/>
                </a:lnTo>
                <a:close/>
                <a:lnTo>
                  <a:pt x="1337482" y="2174261"/>
                </a:lnTo>
                <a:close/>
                <a:lnTo>
                  <a:pt x="1344237" y="2172948"/>
                </a:lnTo>
                <a:close/>
                <a:lnTo>
                  <a:pt x="1350992" y="2171598"/>
                </a:lnTo>
                <a:close/>
                <a:lnTo>
                  <a:pt x="1357747" y="2170199"/>
                </a:lnTo>
                <a:close/>
                <a:lnTo>
                  <a:pt x="1364502" y="2168740"/>
                </a:lnTo>
                <a:close/>
                <a:lnTo>
                  <a:pt x="1371257" y="2167208"/>
                </a:lnTo>
                <a:close/>
                <a:lnTo>
                  <a:pt x="1378011" y="2165595"/>
                </a:lnTo>
                <a:close/>
                <a:lnTo>
                  <a:pt x="1384766" y="2163907"/>
                </a:lnTo>
                <a:close/>
                <a:lnTo>
                  <a:pt x="1391521" y="2162158"/>
                </a:lnTo>
                <a:close/>
                <a:lnTo>
                  <a:pt x="1398276" y="2160359"/>
                </a:lnTo>
                <a:close/>
                <a:lnTo>
                  <a:pt x="1405031" y="2158523"/>
                </a:lnTo>
                <a:close/>
                <a:lnTo>
                  <a:pt x="1411786" y="2156662"/>
                </a:lnTo>
                <a:close/>
                <a:lnTo>
                  <a:pt x="1418541" y="2154788"/>
                </a:lnTo>
                <a:close/>
                <a:lnTo>
                  <a:pt x="1425296" y="2152913"/>
                </a:lnTo>
                <a:close/>
                <a:lnTo>
                  <a:pt x="1432051" y="2151050"/>
                </a:lnTo>
                <a:close/>
                <a:lnTo>
                  <a:pt x="1438806" y="2149210"/>
                </a:lnTo>
                <a:close/>
                <a:lnTo>
                  <a:pt x="1445561" y="2147404"/>
                </a:lnTo>
                <a:close/>
                <a:lnTo>
                  <a:pt x="1452316" y="2145629"/>
                </a:lnTo>
                <a:close/>
                <a:lnTo>
                  <a:pt x="1459071" y="2143873"/>
                </a:lnTo>
                <a:close/>
                <a:lnTo>
                  <a:pt x="1465826" y="2142125"/>
                </a:lnTo>
                <a:close/>
                <a:lnTo>
                  <a:pt x="1472581" y="2140377"/>
                </a:lnTo>
                <a:close/>
                <a:lnTo>
                  <a:pt x="1479336" y="2138617"/>
                </a:lnTo>
                <a:close/>
                <a:lnTo>
                  <a:pt x="1486091" y="2136834"/>
                </a:lnTo>
                <a:close/>
                <a:lnTo>
                  <a:pt x="1492846" y="2135019"/>
                </a:lnTo>
                <a:close/>
                <a:lnTo>
                  <a:pt x="1499601" y="2133160"/>
                </a:lnTo>
                <a:close/>
                <a:lnTo>
                  <a:pt x="1506356" y="2131248"/>
                </a:lnTo>
                <a:close/>
                <a:lnTo>
                  <a:pt x="1513111" y="2129272"/>
                </a:lnTo>
                <a:close/>
                <a:lnTo>
                  <a:pt x="1519866" y="2127230"/>
                </a:lnTo>
                <a:close/>
                <a:lnTo>
                  <a:pt x="1526621" y="2125127"/>
                </a:lnTo>
                <a:close/>
                <a:lnTo>
                  <a:pt x="1533376" y="2122964"/>
                </a:lnTo>
                <a:close/>
                <a:lnTo>
                  <a:pt x="1540130" y="2120746"/>
                </a:lnTo>
                <a:close/>
                <a:lnTo>
                  <a:pt x="1546885" y="2118476"/>
                </a:lnTo>
                <a:close/>
                <a:lnTo>
                  <a:pt x="1553640" y="2116158"/>
                </a:lnTo>
                <a:close/>
                <a:lnTo>
                  <a:pt x="1560395" y="2113795"/>
                </a:lnTo>
                <a:close/>
                <a:lnTo>
                  <a:pt x="1567150" y="2111390"/>
                </a:lnTo>
                <a:close/>
                <a:lnTo>
                  <a:pt x="1573905" y="2108948"/>
                </a:lnTo>
                <a:close/>
                <a:lnTo>
                  <a:pt x="1580660" y="2106470"/>
                </a:lnTo>
                <a:close/>
                <a:lnTo>
                  <a:pt x="1587415" y="2103958"/>
                </a:lnTo>
                <a:close/>
                <a:lnTo>
                  <a:pt x="1594170" y="2101408"/>
                </a:lnTo>
                <a:close/>
                <a:lnTo>
                  <a:pt x="1600925" y="2098816"/>
                </a:lnTo>
                <a:close/>
                <a:lnTo>
                  <a:pt x="1607680" y="2096180"/>
                </a:lnTo>
                <a:close/>
                <a:lnTo>
                  <a:pt x="1614435" y="2093497"/>
                </a:lnTo>
                <a:close/>
                <a:lnTo>
                  <a:pt x="1621190" y="2090762"/>
                </a:lnTo>
                <a:close/>
                <a:lnTo>
                  <a:pt x="1627945" y="2087973"/>
                </a:lnTo>
                <a:close/>
                <a:lnTo>
                  <a:pt x="1634700" y="2085126"/>
                </a:lnTo>
                <a:close/>
                <a:lnTo>
                  <a:pt x="1641455" y="2082218"/>
                </a:lnTo>
                <a:close/>
                <a:lnTo>
                  <a:pt x="1648210" y="2079245"/>
                </a:lnTo>
                <a:close/>
                <a:lnTo>
                  <a:pt x="1654965" y="2076210"/>
                </a:lnTo>
                <a:close/>
                <a:lnTo>
                  <a:pt x="1661720" y="2073121"/>
                </a:lnTo>
                <a:close/>
                <a:lnTo>
                  <a:pt x="1668475" y="2069989"/>
                </a:lnTo>
                <a:close/>
                <a:lnTo>
                  <a:pt x="1675230" y="2066823"/>
                </a:lnTo>
                <a:close/>
                <a:lnTo>
                  <a:pt x="1681985" y="2063633"/>
                </a:lnTo>
                <a:close/>
                <a:lnTo>
                  <a:pt x="1688740" y="2060429"/>
                </a:lnTo>
                <a:close/>
                <a:lnTo>
                  <a:pt x="1695495" y="2057221"/>
                </a:lnTo>
                <a:close/>
                <a:lnTo>
                  <a:pt x="1702249" y="2054018"/>
                </a:lnTo>
                <a:close/>
                <a:lnTo>
                  <a:pt x="1709004" y="2050831"/>
                </a:lnTo>
                <a:close/>
                <a:lnTo>
                  <a:pt x="1715759" y="2047669"/>
                </a:lnTo>
                <a:close/>
                <a:lnTo>
                  <a:pt x="1722514" y="2044537"/>
                </a:lnTo>
                <a:close/>
                <a:lnTo>
                  <a:pt x="1729269" y="2041426"/>
                </a:lnTo>
                <a:close/>
                <a:lnTo>
                  <a:pt x="1736024" y="2038327"/>
                </a:lnTo>
                <a:close/>
                <a:lnTo>
                  <a:pt x="1742779" y="2035230"/>
                </a:lnTo>
                <a:close/>
                <a:lnTo>
                  <a:pt x="1749534" y="2032125"/>
                </a:lnTo>
                <a:close/>
                <a:lnTo>
                  <a:pt x="1756289" y="2029003"/>
                </a:lnTo>
                <a:close/>
                <a:lnTo>
                  <a:pt x="1763044" y="2025853"/>
                </a:lnTo>
                <a:close/>
                <a:lnTo>
                  <a:pt x="1769799" y="2022666"/>
                </a:lnTo>
                <a:close/>
                <a:lnTo>
                  <a:pt x="1776554" y="2019431"/>
                </a:lnTo>
                <a:close/>
                <a:lnTo>
                  <a:pt x="1783309" y="2016139"/>
                </a:lnTo>
                <a:close/>
                <a:lnTo>
                  <a:pt x="1790064" y="2012783"/>
                </a:lnTo>
                <a:close/>
                <a:lnTo>
                  <a:pt x="1796819" y="2009364"/>
                </a:lnTo>
                <a:close/>
                <a:lnTo>
                  <a:pt x="1803574" y="2005885"/>
                </a:lnTo>
                <a:close/>
                <a:lnTo>
                  <a:pt x="1810329" y="2002349"/>
                </a:lnTo>
                <a:close/>
                <a:lnTo>
                  <a:pt x="1817084" y="1998760"/>
                </a:lnTo>
                <a:close/>
                <a:lnTo>
                  <a:pt x="1823839" y="1995121"/>
                </a:lnTo>
                <a:close/>
                <a:lnTo>
                  <a:pt x="1830594" y="1991435"/>
                </a:lnTo>
                <a:close/>
                <a:lnTo>
                  <a:pt x="1837349" y="1987706"/>
                </a:lnTo>
                <a:close/>
                <a:lnTo>
                  <a:pt x="1844104" y="1983936"/>
                </a:lnTo>
                <a:close/>
                <a:lnTo>
                  <a:pt x="1850859" y="1980130"/>
                </a:lnTo>
                <a:close/>
                <a:lnTo>
                  <a:pt x="1857614" y="1976289"/>
                </a:lnTo>
                <a:close/>
                <a:lnTo>
                  <a:pt x="1864368" y="1972412"/>
                </a:lnTo>
                <a:close/>
                <a:lnTo>
                  <a:pt x="1871123" y="1968495"/>
                </a:lnTo>
                <a:close/>
                <a:lnTo>
                  <a:pt x="1877878" y="1964536"/>
                </a:lnTo>
                <a:close/>
                <a:lnTo>
                  <a:pt x="1884633" y="1960531"/>
                </a:lnTo>
                <a:close/>
                <a:lnTo>
                  <a:pt x="1891388" y="1956476"/>
                </a:lnTo>
                <a:close/>
                <a:lnTo>
                  <a:pt x="1898143" y="1952369"/>
                </a:lnTo>
                <a:close/>
                <a:lnTo>
                  <a:pt x="1904898" y="1948207"/>
                </a:lnTo>
                <a:close/>
                <a:lnTo>
                  <a:pt x="1911653" y="1943985"/>
                </a:lnTo>
                <a:close/>
                <a:lnTo>
                  <a:pt x="1918408" y="1939701"/>
                </a:lnTo>
                <a:close/>
                <a:lnTo>
                  <a:pt x="1925163" y="1935352"/>
                </a:lnTo>
                <a:close/>
                <a:lnTo>
                  <a:pt x="1931918" y="1930944"/>
                </a:lnTo>
                <a:close/>
                <a:lnTo>
                  <a:pt x="1938673" y="1926487"/>
                </a:lnTo>
                <a:close/>
                <a:lnTo>
                  <a:pt x="1945428" y="1921989"/>
                </a:lnTo>
                <a:close/>
                <a:lnTo>
                  <a:pt x="1952183" y="1917462"/>
                </a:lnTo>
                <a:close/>
                <a:lnTo>
                  <a:pt x="1958938" y="1912915"/>
                </a:lnTo>
                <a:close/>
                <a:lnTo>
                  <a:pt x="1965693" y="1908357"/>
                </a:lnTo>
                <a:close/>
                <a:lnTo>
                  <a:pt x="1972448" y="1903799"/>
                </a:lnTo>
                <a:close/>
                <a:lnTo>
                  <a:pt x="1979203" y="1899250"/>
                </a:lnTo>
                <a:close/>
                <a:lnTo>
                  <a:pt x="1985958" y="1894719"/>
                </a:lnTo>
                <a:close/>
                <a:lnTo>
                  <a:pt x="1992713" y="1890217"/>
                </a:lnTo>
                <a:close/>
                <a:lnTo>
                  <a:pt x="1999468" y="1885742"/>
                </a:lnTo>
                <a:close/>
                <a:lnTo>
                  <a:pt x="2006223" y="1881285"/>
                </a:lnTo>
                <a:close/>
                <a:lnTo>
                  <a:pt x="2012978" y="1876836"/>
                </a:lnTo>
                <a:close/>
                <a:lnTo>
                  <a:pt x="2019733" y="1872385"/>
                </a:lnTo>
                <a:close/>
                <a:lnTo>
                  <a:pt x="2026487" y="1867923"/>
                </a:lnTo>
                <a:close/>
                <a:lnTo>
                  <a:pt x="2033242" y="1863439"/>
                </a:lnTo>
                <a:close/>
                <a:lnTo>
                  <a:pt x="2039997" y="1858926"/>
                </a:lnTo>
                <a:close/>
                <a:lnTo>
                  <a:pt x="2046752" y="1854372"/>
                </a:lnTo>
                <a:close/>
                <a:lnTo>
                  <a:pt x="2053507" y="1849768"/>
                </a:lnTo>
                <a:close/>
                <a:lnTo>
                  <a:pt x="2060262" y="1845104"/>
                </a:lnTo>
                <a:close/>
                <a:lnTo>
                  <a:pt x="2067017" y="1840377"/>
                </a:lnTo>
                <a:close/>
                <a:lnTo>
                  <a:pt x="2073772" y="1835589"/>
                </a:lnTo>
                <a:close/>
                <a:lnTo>
                  <a:pt x="2080527" y="1830741"/>
                </a:lnTo>
                <a:close/>
                <a:lnTo>
                  <a:pt x="2087282" y="1825838"/>
                </a:lnTo>
                <a:close/>
                <a:lnTo>
                  <a:pt x="2094037" y="1820881"/>
                </a:lnTo>
                <a:close/>
                <a:lnTo>
                  <a:pt x="2100792" y="1815873"/>
                </a:lnTo>
                <a:close/>
                <a:lnTo>
                  <a:pt x="2107547" y="1810817"/>
                </a:lnTo>
                <a:close/>
                <a:lnTo>
                  <a:pt x="2114302" y="1805716"/>
                </a:lnTo>
                <a:close/>
                <a:lnTo>
                  <a:pt x="2121057" y="1800571"/>
                </a:lnTo>
                <a:close/>
                <a:lnTo>
                  <a:pt x="2127812" y="1795386"/>
                </a:lnTo>
                <a:close/>
                <a:lnTo>
                  <a:pt x="2134567" y="1790162"/>
                </a:lnTo>
                <a:close/>
                <a:lnTo>
                  <a:pt x="2141322" y="1784899"/>
                </a:lnTo>
                <a:close/>
                <a:lnTo>
                  <a:pt x="2148077" y="1779595"/>
                </a:lnTo>
                <a:close/>
                <a:lnTo>
                  <a:pt x="2154832" y="1774250"/>
                </a:lnTo>
                <a:close/>
                <a:lnTo>
                  <a:pt x="2161587" y="1768863"/>
                </a:lnTo>
                <a:close/>
                <a:lnTo>
                  <a:pt x="2168342" y="1763433"/>
                </a:lnTo>
                <a:close/>
                <a:lnTo>
                  <a:pt x="2175097" y="1757958"/>
                </a:lnTo>
                <a:close/>
                <a:lnTo>
                  <a:pt x="2181852" y="1752440"/>
                </a:lnTo>
                <a:close/>
                <a:lnTo>
                  <a:pt x="2188606" y="1746875"/>
                </a:lnTo>
                <a:close/>
                <a:lnTo>
                  <a:pt x="2195361" y="1741264"/>
                </a:lnTo>
                <a:close/>
                <a:lnTo>
                  <a:pt x="2202116" y="1735606"/>
                </a:lnTo>
                <a:close/>
                <a:lnTo>
                  <a:pt x="2208871" y="1729901"/>
                </a:lnTo>
                <a:close/>
                <a:lnTo>
                  <a:pt x="2215626" y="1724151"/>
                </a:lnTo>
                <a:close/>
                <a:lnTo>
                  <a:pt x="2222381" y="1718357"/>
                </a:lnTo>
                <a:close/>
                <a:lnTo>
                  <a:pt x="2229136" y="1712518"/>
                </a:lnTo>
                <a:close/>
                <a:lnTo>
                  <a:pt x="2235891" y="1706637"/>
                </a:lnTo>
                <a:close/>
                <a:lnTo>
                  <a:pt x="2242646" y="1700714"/>
                </a:lnTo>
                <a:close/>
                <a:lnTo>
                  <a:pt x="2249401" y="1694750"/>
                </a:lnTo>
                <a:close/>
                <a:lnTo>
                  <a:pt x="2256156" y="1688745"/>
                </a:lnTo>
                <a:close/>
                <a:lnTo>
                  <a:pt x="2262911" y="1682702"/>
                </a:lnTo>
                <a:close/>
                <a:lnTo>
                  <a:pt x="2269666" y="1676619"/>
                </a:lnTo>
                <a:close/>
                <a:lnTo>
                  <a:pt x="2276421" y="1670495"/>
                </a:lnTo>
                <a:close/>
                <a:lnTo>
                  <a:pt x="2283176" y="1664327"/>
                </a:lnTo>
                <a:close/>
                <a:lnTo>
                  <a:pt x="2289931" y="1658114"/>
                </a:lnTo>
                <a:close/>
                <a:lnTo>
                  <a:pt x="2296686" y="1651851"/>
                </a:lnTo>
                <a:close/>
                <a:lnTo>
                  <a:pt x="2303441" y="1645537"/>
                </a:lnTo>
                <a:close/>
                <a:lnTo>
                  <a:pt x="2310196" y="1639169"/>
                </a:lnTo>
                <a:close/>
                <a:lnTo>
                  <a:pt x="2316951" y="1632745"/>
                </a:lnTo>
                <a:close/>
                <a:lnTo>
                  <a:pt x="2323706" y="1626261"/>
                </a:lnTo>
                <a:close/>
                <a:lnTo>
                  <a:pt x="2330461" y="1619715"/>
                </a:lnTo>
                <a:close/>
                <a:lnTo>
                  <a:pt x="2337215" y="1613107"/>
                </a:lnTo>
                <a:close/>
                <a:lnTo>
                  <a:pt x="2343970" y="1606441"/>
                </a:lnTo>
                <a:close/>
                <a:lnTo>
                  <a:pt x="2350724" y="1599727"/>
                </a:lnTo>
                <a:close/>
                <a:lnTo>
                  <a:pt x="2357478" y="1592975"/>
                </a:lnTo>
                <a:close/>
                <a:lnTo>
                  <a:pt x="2364233" y="1586195"/>
                </a:lnTo>
                <a:close/>
                <a:lnTo>
                  <a:pt x="2370988" y="1579396"/>
                </a:lnTo>
                <a:close/>
                <a:lnTo>
                  <a:pt x="2377743" y="1572587"/>
                </a:lnTo>
                <a:close/>
                <a:lnTo>
                  <a:pt x="2384498" y="1565779"/>
                </a:lnTo>
                <a:close/>
                <a:lnTo>
                  <a:pt x="2391254" y="1558980"/>
                </a:lnTo>
                <a:close/>
                <a:lnTo>
                  <a:pt x="2398010" y="1552200"/>
                </a:lnTo>
                <a:close/>
                <a:lnTo>
                  <a:pt x="2404766" y="1545448"/>
                </a:lnTo>
                <a:close/>
                <a:lnTo>
                  <a:pt x="2411523" y="1538722"/>
                </a:lnTo>
                <a:close/>
                <a:lnTo>
                  <a:pt x="2418280" y="1532012"/>
                </a:lnTo>
                <a:close/>
                <a:lnTo>
                  <a:pt x="2425037" y="1525309"/>
                </a:lnTo>
                <a:close/>
                <a:lnTo>
                  <a:pt x="2431794" y="1518604"/>
                </a:lnTo>
                <a:close/>
                <a:lnTo>
                  <a:pt x="2438550" y="1511887"/>
                </a:lnTo>
                <a:close/>
                <a:lnTo>
                  <a:pt x="2445305" y="1505150"/>
                </a:lnTo>
                <a:close/>
                <a:lnTo>
                  <a:pt x="2452059" y="1498382"/>
                </a:lnTo>
                <a:close/>
                <a:lnTo>
                  <a:pt x="2458811" y="1491575"/>
                </a:lnTo>
                <a:close/>
                <a:lnTo>
                  <a:pt x="2465562" y="1484719"/>
                </a:lnTo>
                <a:close/>
                <a:lnTo>
                  <a:pt x="2472312" y="1477805"/>
                </a:lnTo>
                <a:close/>
                <a:lnTo>
                  <a:pt x="2479059" y="1470829"/>
                </a:lnTo>
                <a:close/>
                <a:lnTo>
                  <a:pt x="2485806" y="1463793"/>
                </a:lnTo>
                <a:close/>
                <a:lnTo>
                  <a:pt x="2492554" y="1456698"/>
                </a:lnTo>
                <a:close/>
                <a:lnTo>
                  <a:pt x="2499302" y="1449545"/>
                </a:lnTo>
                <a:close/>
                <a:lnTo>
                  <a:pt x="2506053" y="1442337"/>
                </a:lnTo>
                <a:close/>
                <a:lnTo>
                  <a:pt x="2512807" y="1435075"/>
                </a:lnTo>
                <a:close/>
                <a:lnTo>
                  <a:pt x="2519565" y="1427760"/>
                </a:lnTo>
                <a:close/>
                <a:lnTo>
                  <a:pt x="2526328" y="1420394"/>
                </a:lnTo>
                <a:close/>
                <a:lnTo>
                  <a:pt x="2533097" y="1412978"/>
                </a:lnTo>
                <a:close/>
                <a:lnTo>
                  <a:pt x="2539872" y="1405514"/>
                </a:lnTo>
                <a:close/>
                <a:lnTo>
                  <a:pt x="2546654" y="1398004"/>
                </a:lnTo>
                <a:close/>
                <a:lnTo>
                  <a:pt x="2553438" y="1390452"/>
                </a:lnTo>
                <a:close/>
                <a:lnTo>
                  <a:pt x="2560222" y="1382859"/>
                </a:lnTo>
                <a:close/>
                <a:lnTo>
                  <a:pt x="2567001" y="1375231"/>
                </a:lnTo>
                <a:close/>
                <a:lnTo>
                  <a:pt x="2573773" y="1367569"/>
                </a:lnTo>
                <a:close/>
                <a:lnTo>
                  <a:pt x="2580533" y="1359876"/>
                </a:lnTo>
                <a:close/>
                <a:lnTo>
                  <a:pt x="2587280" y="1352157"/>
                </a:lnTo>
                <a:close/>
                <a:lnTo>
                  <a:pt x="2594008" y="1344414"/>
                </a:lnTo>
                <a:close/>
                <a:lnTo>
                  <a:pt x="2600715" y="1336650"/>
                </a:lnTo>
                <a:close/>
                <a:lnTo>
                  <a:pt x="2607397" y="1328868"/>
                </a:lnTo>
                <a:close/>
                <a:lnTo>
                  <a:pt x="2614055" y="1321067"/>
                </a:lnTo>
                <a:close/>
                <a:lnTo>
                  <a:pt x="2620702" y="1313234"/>
                </a:lnTo>
                <a:close/>
                <a:lnTo>
                  <a:pt x="2627349" y="1305354"/>
                </a:lnTo>
                <a:close/>
                <a:lnTo>
                  <a:pt x="2634010" y="1297415"/>
                </a:lnTo>
                <a:close/>
                <a:lnTo>
                  <a:pt x="2640697" y="1289400"/>
                </a:lnTo>
                <a:close/>
                <a:lnTo>
                  <a:pt x="2647424" y="1281297"/>
                </a:lnTo>
                <a:close/>
                <a:lnTo>
                  <a:pt x="2654202" y="1273091"/>
                </a:lnTo>
                <a:close/>
                <a:lnTo>
                  <a:pt x="2661046" y="1264768"/>
                </a:lnTo>
                <a:close/>
                <a:lnTo>
                  <a:pt x="2667967" y="1256314"/>
                </a:lnTo>
                <a:close/>
                <a:lnTo>
                  <a:pt x="2674979" y="1247715"/>
                </a:lnTo>
                <a:close/>
                <a:lnTo>
                  <a:pt x="2682082" y="1238969"/>
                </a:lnTo>
                <a:close/>
                <a:lnTo>
                  <a:pt x="2689238" y="1230121"/>
                </a:lnTo>
                <a:close/>
                <a:lnTo>
                  <a:pt x="2696399" y="1221224"/>
                </a:lnTo>
                <a:close/>
                <a:lnTo>
                  <a:pt x="2703516" y="1212331"/>
                </a:lnTo>
                <a:close/>
                <a:lnTo>
                  <a:pt x="2710542" y="1203496"/>
                </a:lnTo>
                <a:close/>
                <a:lnTo>
                  <a:pt x="2717429" y="1194772"/>
                </a:lnTo>
                <a:close/>
                <a:lnTo>
                  <a:pt x="2724128" y="1186212"/>
                </a:lnTo>
                <a:close/>
                <a:lnTo>
                  <a:pt x="2730593" y="1177871"/>
                </a:lnTo>
                <a:close/>
                <a:lnTo>
                  <a:pt x="2736775" y="1169801"/>
                </a:lnTo>
                <a:close/>
                <a:lnTo>
                  <a:pt x="2742625" y="1162055"/>
                </a:lnTo>
                <a:close/>
                <a:lnTo>
                  <a:pt x="2748109" y="1154677"/>
                </a:lnTo>
                <a:close/>
                <a:lnTo>
                  <a:pt x="2753252" y="1147644"/>
                </a:lnTo>
                <a:close/>
                <a:lnTo>
                  <a:pt x="2758102" y="1140915"/>
                </a:lnTo>
                <a:close/>
                <a:lnTo>
                  <a:pt x="2762707" y="1134447"/>
                </a:lnTo>
                <a:close/>
                <a:lnTo>
                  <a:pt x="2767114" y="1128198"/>
                </a:lnTo>
                <a:close/>
                <a:lnTo>
                  <a:pt x="2771371" y="1122125"/>
                </a:lnTo>
                <a:close/>
                <a:lnTo>
                  <a:pt x="2775526" y="1116187"/>
                </a:lnTo>
                <a:close/>
                <a:lnTo>
                  <a:pt x="2779627" y="1110341"/>
                </a:lnTo>
                <a:close/>
                <a:lnTo>
                  <a:pt x="2783721" y="1104544"/>
                </a:lnTo>
                <a:close/>
                <a:lnTo>
                  <a:pt x="2787856" y="1098756"/>
                </a:lnTo>
                <a:close/>
                <a:lnTo>
                  <a:pt x="2792076" y="1092936"/>
                </a:lnTo>
                <a:close/>
                <a:lnTo>
                  <a:pt x="2796388" y="1087078"/>
                </a:lnTo>
                <a:close/>
                <a:lnTo>
                  <a:pt x="2800780" y="1081195"/>
                </a:lnTo>
                <a:close/>
                <a:lnTo>
                  <a:pt x="2805240" y="1075295"/>
                </a:lnTo>
                <a:close/>
                <a:lnTo>
                  <a:pt x="2809757" y="1069390"/>
                </a:lnTo>
                <a:close/>
                <a:lnTo>
                  <a:pt x="2814317" y="1063492"/>
                </a:lnTo>
                <a:close/>
                <a:lnTo>
                  <a:pt x="2818911" y="1057610"/>
                </a:lnTo>
                <a:close/>
                <a:lnTo>
                  <a:pt x="2823524" y="1051756"/>
                </a:lnTo>
                <a:close/>
                <a:lnTo>
                  <a:pt x="2828146" y="1045940"/>
                </a:lnTo>
                <a:close/>
                <a:lnTo>
                  <a:pt x="2832765" y="1040173"/>
                </a:lnTo>
                <a:close/>
                <a:lnTo>
                  <a:pt x="2837369" y="1034465"/>
                </a:lnTo>
                <a:close/>
                <a:lnTo>
                  <a:pt x="2841952" y="1028805"/>
                </a:lnTo>
                <a:close/>
                <a:lnTo>
                  <a:pt x="2846516" y="1023166"/>
                </a:lnTo>
                <a:close/>
                <a:lnTo>
                  <a:pt x="2851059" y="1017521"/>
                </a:lnTo>
                <a:close/>
                <a:lnTo>
                  <a:pt x="2855582" y="1011843"/>
                </a:lnTo>
                <a:close/>
                <a:lnTo>
                  <a:pt x="2860085" y="1006103"/>
                </a:lnTo>
                <a:close/>
                <a:lnTo>
                  <a:pt x="2864568" y="1000276"/>
                </a:lnTo>
                <a:close/>
                <a:lnTo>
                  <a:pt x="2869031" y="994333"/>
                </a:lnTo>
                <a:close/>
                <a:lnTo>
                  <a:pt x="2873473" y="988247"/>
                </a:lnTo>
                <a:close/>
                <a:lnTo>
                  <a:pt x="2877895" y="981991"/>
                </a:lnTo>
                <a:close/>
                <a:lnTo>
                  <a:pt x="2882298" y="975539"/>
                </a:lnTo>
                <a:close/>
                <a:lnTo>
                  <a:pt x="2886685" y="968884"/>
                </a:lnTo>
                <a:close/>
                <a:lnTo>
                  <a:pt x="2891070" y="962045"/>
                </a:lnTo>
                <a:close/>
                <a:lnTo>
                  <a:pt x="2895463" y="955042"/>
                </a:lnTo>
                <a:close/>
                <a:lnTo>
                  <a:pt x="2899878" y="947894"/>
                </a:lnTo>
                <a:close/>
                <a:lnTo>
                  <a:pt x="2904325" y="940620"/>
                </a:lnTo>
                <a:close/>
                <a:lnTo>
                  <a:pt x="2908817" y="933241"/>
                </a:lnTo>
                <a:close/>
                <a:lnTo>
                  <a:pt x="2913365" y="925776"/>
                </a:lnTo>
                <a:close/>
                <a:lnTo>
                  <a:pt x="2917983" y="918245"/>
                </a:lnTo>
                <a:close/>
                <a:lnTo>
                  <a:pt x="2922680" y="910668"/>
                </a:lnTo>
                <a:close/>
                <a:lnTo>
                  <a:pt x="2927470" y="903063"/>
                </a:lnTo>
                <a:close/>
                <a:lnTo>
                  <a:pt x="2932344" y="895454"/>
                </a:lnTo>
                <a:close/>
                <a:lnTo>
                  <a:pt x="2937257" y="887868"/>
                </a:lnTo>
                <a:close/>
                <a:lnTo>
                  <a:pt x="2942161" y="880331"/>
                </a:lnTo>
                <a:close/>
                <a:lnTo>
                  <a:pt x="2947010" y="872870"/>
                </a:lnTo>
                <a:close/>
                <a:lnTo>
                  <a:pt x="2951755" y="865514"/>
                </a:lnTo>
                <a:close/>
                <a:lnTo>
                  <a:pt x="2956349" y="858289"/>
                </a:lnTo>
                <a:close/>
                <a:lnTo>
                  <a:pt x="2960743" y="851222"/>
                </a:lnTo>
                <a:close/>
                <a:lnTo>
                  <a:pt x="2964891" y="844342"/>
                </a:lnTo>
                <a:close/>
                <a:lnTo>
                  <a:pt x="2968744" y="837675"/>
                </a:lnTo>
                <a:close/>
                <a:lnTo>
                  <a:pt x="2972254" y="831248"/>
                </a:lnTo>
                <a:close/>
                <a:lnTo>
                  <a:pt x="2975398" y="825076"/>
                </a:lnTo>
                <a:close/>
                <a:lnTo>
                  <a:pt x="2978213" y="819141"/>
                </a:lnTo>
                <a:close/>
                <a:lnTo>
                  <a:pt x="2980746" y="813419"/>
                </a:lnTo>
                <a:close/>
                <a:lnTo>
                  <a:pt x="2983046" y="807886"/>
                </a:lnTo>
                <a:close/>
                <a:lnTo>
                  <a:pt x="2985160" y="802518"/>
                </a:lnTo>
                <a:close/>
                <a:lnTo>
                  <a:pt x="2987137" y="797292"/>
                </a:lnTo>
                <a:close/>
                <a:lnTo>
                  <a:pt x="2989024" y="792183"/>
                </a:lnTo>
                <a:close/>
                <a:lnTo>
                  <a:pt x="2990870" y="787168"/>
                </a:lnTo>
                <a:close/>
                <a:lnTo>
                  <a:pt x="2992721" y="782223"/>
                </a:lnTo>
                <a:close/>
                <a:lnTo>
                  <a:pt x="2994627" y="777323"/>
                </a:lnTo>
                <a:close/>
                <a:lnTo>
                  <a:pt x="2996625" y="772447"/>
                </a:lnTo>
                <a:close/>
                <a:lnTo>
                  <a:pt x="2998713" y="767583"/>
                </a:lnTo>
                <a:close/>
                <a:lnTo>
                  <a:pt x="3000879" y="762719"/>
                </a:lnTo>
                <a:close/>
                <a:lnTo>
                  <a:pt x="3003109" y="757846"/>
                </a:lnTo>
                <a:close/>
                <a:lnTo>
                  <a:pt x="3005390" y="752954"/>
                </a:lnTo>
                <a:close/>
                <a:lnTo>
                  <a:pt x="3007711" y="748031"/>
                </a:lnTo>
                <a:close/>
                <a:lnTo>
                  <a:pt x="3010057" y="743067"/>
                </a:lnTo>
                <a:close/>
                <a:lnTo>
                  <a:pt x="3012417" y="738052"/>
                </a:lnTo>
                <a:close/>
                <a:lnTo>
                  <a:pt x="3014777" y="732976"/>
                </a:lnTo>
                <a:close/>
                <a:lnTo>
                  <a:pt x="3017124" y="727828"/>
                </a:lnTo>
                <a:close/>
                <a:lnTo>
                  <a:pt x="3019448" y="722600"/>
                </a:lnTo>
                <a:close/>
                <a:lnTo>
                  <a:pt x="3021747" y="717299"/>
                </a:lnTo>
                <a:close/>
                <a:lnTo>
                  <a:pt x="3024024" y="711938"/>
                </a:lnTo>
                <a:close/>
                <a:lnTo>
                  <a:pt x="3026284" y="706530"/>
                </a:lnTo>
                <a:close/>
                <a:lnTo>
                  <a:pt x="3028530" y="701088"/>
                </a:lnTo>
                <a:close/>
                <a:lnTo>
                  <a:pt x="3030764" y="695624"/>
                </a:lnTo>
                <a:close/>
                <a:lnTo>
                  <a:pt x="3032991" y="690153"/>
                </a:lnTo>
                <a:close/>
                <a:lnTo>
                  <a:pt x="3035215" y="684686"/>
                </a:lnTo>
                <a:close/>
                <a:lnTo>
                  <a:pt x="3037437" y="679237"/>
                </a:lnTo>
                <a:close/>
                <a:lnTo>
                  <a:pt x="3039662" y="673820"/>
                </a:lnTo>
                <a:close/>
                <a:lnTo>
                  <a:pt x="3041894" y="668445"/>
                </a:lnTo>
                <a:close/>
                <a:lnTo>
                  <a:pt x="3044132" y="663107"/>
                </a:lnTo>
                <a:close/>
                <a:lnTo>
                  <a:pt x="3046375" y="657792"/>
                </a:lnTo>
                <a:close/>
                <a:lnTo>
                  <a:pt x="3048624" y="652484"/>
                </a:lnTo>
                <a:close/>
                <a:lnTo>
                  <a:pt x="3050877" y="647167"/>
                </a:lnTo>
                <a:close/>
                <a:lnTo>
                  <a:pt x="3053133" y="641826"/>
                </a:lnTo>
                <a:close/>
                <a:lnTo>
                  <a:pt x="3055391" y="636445"/>
                </a:lnTo>
                <a:close/>
                <a:lnTo>
                  <a:pt x="3057650" y="631009"/>
                </a:lnTo>
                <a:close/>
                <a:lnTo>
                  <a:pt x="3059910" y="625502"/>
                </a:lnTo>
                <a:close/>
                <a:lnTo>
                  <a:pt x="3062168" y="619909"/>
                </a:lnTo>
                <a:close/>
                <a:lnTo>
                  <a:pt x="3064426" y="614215"/>
                </a:lnTo>
                <a:close/>
                <a:lnTo>
                  <a:pt x="3066681" y="608425"/>
                </a:lnTo>
                <a:close/>
                <a:lnTo>
                  <a:pt x="3068935" y="602561"/>
                </a:lnTo>
                <a:close/>
                <a:lnTo>
                  <a:pt x="3071188" y="596645"/>
                </a:lnTo>
                <a:close/>
                <a:lnTo>
                  <a:pt x="3073439" y="590700"/>
                </a:lnTo>
                <a:close/>
                <a:lnTo>
                  <a:pt x="3075690" y="584749"/>
                </a:lnTo>
                <a:close/>
                <a:lnTo>
                  <a:pt x="3077940" y="578815"/>
                </a:lnTo>
                <a:close/>
                <a:lnTo>
                  <a:pt x="3080190" y="572919"/>
                </a:lnTo>
                <a:close/>
                <a:lnTo>
                  <a:pt x="3082439" y="567085"/>
                </a:lnTo>
                <a:close/>
                <a:lnTo>
                  <a:pt x="3084689" y="561336"/>
                </a:lnTo>
                <a:close/>
                <a:lnTo>
                  <a:pt x="3086939" y="555694"/>
                </a:lnTo>
                <a:close/>
                <a:lnTo>
                  <a:pt x="3089190" y="550163"/>
                </a:lnTo>
                <a:close/>
                <a:lnTo>
                  <a:pt x="3091441" y="544721"/>
                </a:lnTo>
                <a:close/>
                <a:lnTo>
                  <a:pt x="3093692" y="539347"/>
                </a:lnTo>
                <a:close/>
                <a:lnTo>
                  <a:pt x="3095944" y="534017"/>
                </a:lnTo>
                <a:close/>
                <a:lnTo>
                  <a:pt x="3098195" y="528709"/>
                </a:lnTo>
                <a:close/>
                <a:lnTo>
                  <a:pt x="3100448" y="523400"/>
                </a:lnTo>
                <a:close/>
                <a:lnTo>
                  <a:pt x="3102700" y="518066"/>
                </a:lnTo>
                <a:close/>
                <a:lnTo>
                  <a:pt x="3104952" y="512684"/>
                </a:lnTo>
                <a:close/>
                <a:lnTo>
                  <a:pt x="3107204" y="507233"/>
                </a:lnTo>
                <a:close/>
                <a:lnTo>
                  <a:pt x="3109456" y="501689"/>
                </a:lnTo>
                <a:close/>
                <a:lnTo>
                  <a:pt x="3111708" y="496041"/>
                </a:lnTo>
                <a:close/>
                <a:lnTo>
                  <a:pt x="3113960" y="490303"/>
                </a:lnTo>
                <a:close/>
                <a:lnTo>
                  <a:pt x="3116212" y="484490"/>
                </a:lnTo>
                <a:close/>
                <a:lnTo>
                  <a:pt x="3118463" y="478618"/>
                </a:lnTo>
                <a:close/>
                <a:lnTo>
                  <a:pt x="3120715" y="472705"/>
                </a:lnTo>
                <a:close/>
                <a:lnTo>
                  <a:pt x="3122967" y="466767"/>
                </a:lnTo>
                <a:close/>
                <a:lnTo>
                  <a:pt x="3125218" y="460820"/>
                </a:lnTo>
                <a:close/>
                <a:lnTo>
                  <a:pt x="3127470" y="454880"/>
                </a:lnTo>
                <a:close/>
                <a:lnTo>
                  <a:pt x="3129721" y="448964"/>
                </a:lnTo>
                <a:close/>
                <a:lnTo>
                  <a:pt x="3131973" y="443087"/>
                </a:lnTo>
                <a:close/>
                <a:lnTo>
                  <a:pt x="3134224" y="437261"/>
                </a:lnTo>
                <a:close/>
                <a:lnTo>
                  <a:pt x="3136476" y="431472"/>
                </a:lnTo>
                <a:close/>
                <a:lnTo>
                  <a:pt x="3138727" y="425705"/>
                </a:lnTo>
                <a:close/>
                <a:lnTo>
                  <a:pt x="3140979" y="419943"/>
                </a:lnTo>
                <a:close/>
                <a:lnTo>
                  <a:pt x="3143231" y="414170"/>
                </a:lnTo>
                <a:close/>
                <a:lnTo>
                  <a:pt x="3145482" y="408369"/>
                </a:lnTo>
                <a:close/>
                <a:lnTo>
                  <a:pt x="3147734" y="402525"/>
                </a:lnTo>
                <a:close/>
                <a:lnTo>
                  <a:pt x="3149986" y="396621"/>
                </a:lnTo>
                <a:close/>
                <a:lnTo>
                  <a:pt x="3152237" y="390640"/>
                </a:lnTo>
                <a:close/>
                <a:lnTo>
                  <a:pt x="3154489" y="384567"/>
                </a:lnTo>
                <a:close/>
                <a:lnTo>
                  <a:pt x="3156741" y="378391"/>
                </a:lnTo>
                <a:close/>
                <a:lnTo>
                  <a:pt x="3158993" y="372124"/>
                </a:lnTo>
                <a:close/>
                <a:lnTo>
                  <a:pt x="3161244" y="365791"/>
                </a:lnTo>
                <a:close/>
                <a:lnTo>
                  <a:pt x="3163496" y="359413"/>
                </a:lnTo>
                <a:close/>
                <a:lnTo>
                  <a:pt x="3165747" y="353014"/>
                </a:lnTo>
                <a:close/>
                <a:lnTo>
                  <a:pt x="3167999" y="346616"/>
                </a:lnTo>
                <a:close/>
                <a:lnTo>
                  <a:pt x="3170251" y="340241"/>
                </a:lnTo>
                <a:close/>
                <a:lnTo>
                  <a:pt x="3172502" y="333914"/>
                </a:lnTo>
                <a:close/>
                <a:lnTo>
                  <a:pt x="3174754" y="327655"/>
                </a:lnTo>
                <a:close/>
                <a:lnTo>
                  <a:pt x="3177006" y="321487"/>
                </a:lnTo>
                <a:close/>
                <a:lnTo>
                  <a:pt x="3179257" y="315431"/>
                </a:lnTo>
                <a:close/>
                <a:lnTo>
                  <a:pt x="3181509" y="309478"/>
                </a:lnTo>
                <a:close/>
                <a:lnTo>
                  <a:pt x="3183761" y="303606"/>
                </a:lnTo>
                <a:close/>
                <a:lnTo>
                  <a:pt x="3186012" y="297793"/>
                </a:lnTo>
                <a:close/>
                <a:lnTo>
                  <a:pt x="3188264" y="292018"/>
                </a:lnTo>
                <a:close/>
                <a:lnTo>
                  <a:pt x="3190516" y="286258"/>
                </a:lnTo>
                <a:close/>
                <a:lnTo>
                  <a:pt x="3192767" y="280492"/>
                </a:lnTo>
                <a:close/>
                <a:lnTo>
                  <a:pt x="3195019" y="274697"/>
                </a:lnTo>
                <a:close/>
                <a:lnTo>
                  <a:pt x="3197271" y="268852"/>
                </a:lnTo>
                <a:close/>
                <a:lnTo>
                  <a:pt x="3199522" y="262935"/>
                </a:lnTo>
                <a:close/>
                <a:lnTo>
                  <a:pt x="3201774" y="256925"/>
                </a:lnTo>
                <a:close/>
                <a:lnTo>
                  <a:pt x="3204026" y="250821"/>
                </a:lnTo>
                <a:close/>
                <a:lnTo>
                  <a:pt x="3206277" y="244634"/>
                </a:lnTo>
                <a:close/>
                <a:lnTo>
                  <a:pt x="3208529" y="238377"/>
                </a:lnTo>
                <a:close/>
                <a:lnTo>
                  <a:pt x="3210781" y="232063"/>
                </a:lnTo>
                <a:close/>
                <a:lnTo>
                  <a:pt x="3213032" y="225704"/>
                </a:lnTo>
                <a:close/>
                <a:lnTo>
                  <a:pt x="3215284" y="219312"/>
                </a:lnTo>
                <a:close/>
                <a:lnTo>
                  <a:pt x="3217535" y="212901"/>
                </a:lnTo>
                <a:close/>
                <a:lnTo>
                  <a:pt x="3219787" y="206482"/>
                </a:lnTo>
                <a:close/>
                <a:lnTo>
                  <a:pt x="3222039" y="200068"/>
                </a:lnTo>
                <a:close/>
                <a:lnTo>
                  <a:pt x="3224290" y="193672"/>
                </a:lnTo>
                <a:close/>
                <a:lnTo>
                  <a:pt x="3226542" y="187298"/>
                </a:lnTo>
                <a:close/>
                <a:lnTo>
                  <a:pt x="3228794" y="180947"/>
                </a:lnTo>
                <a:close/>
                <a:lnTo>
                  <a:pt x="3231045" y="174615"/>
                </a:lnTo>
                <a:close/>
                <a:lnTo>
                  <a:pt x="3233297" y="168301"/>
                </a:lnTo>
                <a:close/>
                <a:lnTo>
                  <a:pt x="3235549" y="162003"/>
                </a:lnTo>
                <a:close/>
                <a:lnTo>
                  <a:pt x="3237800" y="155718"/>
                </a:lnTo>
                <a:close/>
                <a:lnTo>
                  <a:pt x="3240052" y="149446"/>
                </a:lnTo>
                <a:close/>
                <a:lnTo>
                  <a:pt x="3242304" y="143184"/>
                </a:lnTo>
                <a:close/>
                <a:lnTo>
                  <a:pt x="3244555" y="136930"/>
                </a:lnTo>
                <a:close/>
                <a:lnTo>
                  <a:pt x="3246807" y="130683"/>
                </a:lnTo>
                <a:close/>
                <a:lnTo>
                  <a:pt x="3249059" y="124438"/>
                </a:lnTo>
                <a:close/>
                <a:lnTo>
                  <a:pt x="3251310" y="118193"/>
                </a:lnTo>
                <a:close/>
                <a:lnTo>
                  <a:pt x="3253562" y="111941"/>
                </a:lnTo>
                <a:close/>
                <a:lnTo>
                  <a:pt x="3255814" y="105678"/>
                </a:lnTo>
                <a:close/>
                <a:lnTo>
                  <a:pt x="3258065" y="99399"/>
                </a:lnTo>
                <a:close/>
                <a:lnTo>
                  <a:pt x="3260317" y="93100"/>
                </a:lnTo>
                <a:close/>
                <a:lnTo>
                  <a:pt x="3262569" y="86774"/>
                </a:lnTo>
                <a:close/>
                <a:lnTo>
                  <a:pt x="3264820" y="80419"/>
                </a:lnTo>
                <a:close/>
                <a:lnTo>
                  <a:pt x="3267072" y="74028"/>
                </a:lnTo>
                <a:close/>
                <a:lnTo>
                  <a:pt x="3269323" y="67596"/>
                </a:lnTo>
                <a:close/>
                <a:lnTo>
                  <a:pt x="3271575" y="61120"/>
                </a:lnTo>
                <a:close/>
                <a:lnTo>
                  <a:pt x="3273827" y="54593"/>
                </a:lnTo>
                <a:close/>
                <a:lnTo>
                  <a:pt x="3276078" y="48012"/>
                </a:lnTo>
                <a:close/>
                <a:lnTo>
                  <a:pt x="3278330" y="41371"/>
                </a:lnTo>
                <a:close/>
                <a:lnTo>
                  <a:pt x="3280582" y="34666"/>
                </a:lnTo>
                <a:close/>
                <a:lnTo>
                  <a:pt x="3282833" y="27891"/>
                </a:lnTo>
                <a:close/>
                <a:lnTo>
                  <a:pt x="3285085" y="21042"/>
                </a:lnTo>
                <a:close/>
                <a:lnTo>
                  <a:pt x="3287337" y="14113"/>
                </a:lnTo>
                <a:close/>
                <a:lnTo>
                  <a:pt x="3289588" y="7101"/>
                </a:lnTo>
                <a:close/>
                <a:lnTo>
                  <a:pt x="329184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200150.0"/>
            <a:ext cx="0.0" cy="13716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200150.0"/>
            <a:ext cx="18288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11112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852160.0" y="2571750.0"/>
            <a:ext cx="4800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69380.0" y="2571750.0"/>
            <a:ext cx="4800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080760.0" y="1346454.0"/>
            <a:ext cx="228600.0" cy="306324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446520.0" y="752094.0"/>
            <a:ext cx="137160.0" cy="3429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32400" y="196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9400" y="8826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