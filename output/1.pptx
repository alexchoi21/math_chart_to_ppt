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375656.92"/>
            <a:ext cx="42062.40000000037" cy="196093.080000000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14062.4" y="2294412.48"/>
            <a:ext cx="42062.39999999944" cy="81244.4399999999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56124.8" y="2232141.84"/>
            <a:ext cx="42062.40000000037" cy="62270.6400000001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698187.2" y="2180432.52"/>
            <a:ext cx="42062.39999999944" cy="51709.3199999998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740249.6" y="2135306.88"/>
            <a:ext cx="42062.40000000037" cy="45125.6400000001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782312.0" y="2095073.28"/>
            <a:ext cx="42062.40000000037" cy="40233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824374.4" y="2058863.04"/>
            <a:ext cx="42062.39999999944" cy="36210.2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66436.8" y="2025853.2000000002"/>
            <a:ext cx="42062.40000000037" cy="33009.8399999998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908499.2" y="1995495.12"/>
            <a:ext cx="42062.39999999944" cy="30358.08000000007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950561.6" y="1967514.48"/>
            <a:ext cx="42062.40000000037" cy="27980.6400000001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992624.0" y="1941591.24"/>
            <a:ext cx="42062.40000000037" cy="25923.2399999999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034686.4" y="1917496.7999999998"/>
            <a:ext cx="42062.39999999944" cy="24094.44000000017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076748.8" y="1894956.8399999999"/>
            <a:ext cx="42062.40000000037" cy="22539.9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118811.2" y="1873834.2000000002"/>
            <a:ext cx="42062.39999999944" cy="21122.63999999966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160873.6" y="1853946.0"/>
            <a:ext cx="42062.40000000037" cy="19888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202936.0" y="1835155.08"/>
            <a:ext cx="42062.40000000037" cy="18790.91999999992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244998.4" y="1817324.28"/>
            <a:ext cx="42062.39999999944" cy="17830.80000000004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287060.8" y="1800362.1600000001"/>
            <a:ext cx="42062.40000000037" cy="16962.1199999998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329123.2" y="1784223.0"/>
            <a:ext cx="42062.39999999944" cy="16139.16000000014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371185.6" y="1768769.6400000001"/>
            <a:ext cx="42062.40000000037" cy="15453.3599999998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413248.0" y="1754047.8"/>
            <a:ext cx="42062.40000000037" cy="14721.84000000008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455310.4" y="1739920.32"/>
            <a:ext cx="42062.39999999944" cy="14127.47999999998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497372.8" y="1726341.48"/>
            <a:ext cx="42062.40000000037" cy="13578.84000000008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539435.2" y="1713311.28"/>
            <a:ext cx="42062.39999999944" cy="13030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581497.6" y="1700784.0"/>
            <a:ext cx="42062.40000000037" cy="12527.280000000028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5448300" y="171069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0" y="275463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17487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