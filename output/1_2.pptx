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.0" y="16573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94860.0" y="16802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617720.0" y="17030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640580.0" y="17259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663440.0" y="17487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86300.0" y="17716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.0" y="17945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32020.0" y="18173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54880.0" y="18402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77740.0" y="18630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00600.0" y="18859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23460.0" y="19088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46320.0" y="19316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69180.0" y="19545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92040.0" y="19773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14900.0" y="20002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937760.0" y="20231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60620.0" y="20459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3480.0" y="20688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029200.0" y="1645462.8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41087.2" y="1633118.4"/>
            <a:ext cx="12344.399999999441" cy="1234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053431.6" y="1621231.2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065318.8" y="1609344.0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77206.0" y="1596999.6"/>
            <a:ext cx="12344.400000000373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089550.4" y="1585112.4"/>
            <a:ext cx="11887.199999999255" cy="1188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01437.6" y="1573225.2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113324.8" y="1560880.8"/>
            <a:ext cx="12344.400000000373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125669.2" y="1548993.6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137556.4" y="1537106.4"/>
            <a:ext cx="11887.199999999255" cy="1188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149443.6" y="1525219.2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161330.8" y="1512874.8"/>
            <a:ext cx="12344.400000000373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73675.2" y="1500987.5999999999"/>
            <a:ext cx="11887.200000000186" cy="1188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85562.4" y="1489100.4000000001"/>
            <a:ext cx="11887.199999999255" cy="11887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197449.6" y="1476756.0"/>
            <a:ext cx="12344.400000000373" cy="1234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09794.0" y="1464868.8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221681.2" y="1452981.5999999999"/>
            <a:ext cx="11887.200000000186" cy="1188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233568.4" y="1440637.2"/>
            <a:ext cx="12344.399999999441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245912.8" y="1428750.0"/>
            <a:ext cx="11887.200000000186" cy="1188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1474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$2$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2114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$1$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$1$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2617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$O$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