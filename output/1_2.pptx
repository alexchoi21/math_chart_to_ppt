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4572000.0" y="16573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4594860.0" y="16802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617720.0" y="17030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640580.0" y="17259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663440.0" y="17487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686300.0" y="17716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.0" y="17945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32020.0" y="18173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54880.0" y="18402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77740.0" y="18630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00600.0" y="18859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23460.0" y="19088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46320.0" y="19316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69180.0" y="19545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92040.0" y="197739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914900.0" y="200025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937760.0" y="202311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960620.0" y="204597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83480.0" y="2068830.0"/>
            <a:ext cx="22860.0" cy="22860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06340.0" y="2091690.0"/>
            <a:ext cx="18288.0" cy="18288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029200.0" y="1648206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038344.0" y="1639062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047488.0" y="1629918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056632.0" y="1620774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065776.0" y="1611630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074920.0" y="1602486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084064.0" y="1593342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093208.0" y="1584198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5102352.0" y="1575054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111496.0" y="1565910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5120640.0" y="1556766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129784.0" y="1547622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138928.0" y="1538478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148072.0" y="1529334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5157216.0" y="1520190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166360.0" y="1511046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175504.0" y="1501902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5184648.0" y="1492758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193792.0" y="1483614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5202936.0" y="1474470.0"/>
            <a:ext cx="9144.0" cy="9144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4991100" y="20764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991100" y="16192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03420" y="26403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26403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03420" y="13830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26403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03420" y="21145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03420" y="165735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74920" y="147447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