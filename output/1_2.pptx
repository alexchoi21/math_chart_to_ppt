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2286000.0" y="2571750.0"/>
            <a:ext cx="457200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285750.0"/>
            <a:ext cx="0.0" cy="457200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4572000.0" y="1657350.0"/>
            <a:ext cx="21534.12000000011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4593534.12" y="1678884.12"/>
            <a:ext cx="21579.83999999985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615113.96" y="1700463.96"/>
            <a:ext cx="21534.12000000011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636648.08" y="1721998.08"/>
            <a:ext cx="21579.83999999985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658227.92" y="1743577.92"/>
            <a:ext cx="21534.12000000011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79762.04" y="1765112.04"/>
            <a:ext cx="21579.83999999985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4701341.88" y="1786691.88"/>
            <a:ext cx="21579.83999999985" cy="21579.84000000008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22921.72" y="1808271.72"/>
            <a:ext cx="21534.12000000011" cy="21534.1199999998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744455.84" y="1829805.8399999999"/>
            <a:ext cx="21579.83999999985" cy="21579.840000000317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66035.68" y="1851385.6800000002"/>
            <a:ext cx="21534.12000000011" cy="21534.11999999988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787569.8" y="1872919.8"/>
            <a:ext cx="21579.83999999985" cy="21579.84000000008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4809149.64" y="1894499.6400000001"/>
            <a:ext cx="21579.840000000782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830729.48" y="1916079.48"/>
            <a:ext cx="21534.11999999918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852263.6" y="1937613.6"/>
            <a:ext cx="21579.840000000782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73843.44" y="1959193.44"/>
            <a:ext cx="21534.11999999918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895377.56" y="1980727.56"/>
            <a:ext cx="21579.840000000782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916957.4" y="2002307.4"/>
            <a:ext cx="21534.11999999918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938491.52" y="2023841.52"/>
            <a:ext cx="21579.840000000782" cy="21579.83999999985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960071.36" y="2045421.3599999999"/>
            <a:ext cx="21579.83999999985" cy="21579.84000000008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981651.2" y="2067001.2"/>
            <a:ext cx="21534.12000000011" cy="21534.12000000011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03185.32" y="2088535.32"/>
            <a:ext cx="21579.83999999985" cy="21579.840000000084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029200.0" y="1648206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038344.0" y="1639062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047488.0" y="1629918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056632.0" y="1620774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5065776.0" y="1611630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5074920.0" y="1602486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5084064.0" y="1593342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5093208.0" y="1584198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5102352.0" y="1575054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111496.0" y="1565910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120640.0" y="1556766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129784.0" y="1547622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138928.0" y="1538478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5148072.0" y="1529334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5157216.0" y="1520190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V="1">
            <a:off x="5166360.0" y="1511046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V="1">
            <a:off x="5175504.0" y="1501902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5184648.0" y="1492758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193792.0" y="1483614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5202936.0" y="1474470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5212080.0" y="1465326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21224.0" y="1456182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5230368.0" y="1447038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5239512.0" y="1437894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5248656.0" y="1428750.0"/>
            <a:ext cx="9144.0" cy="9144.0"/>
          </a:xfrm>
          <a:prstGeom prst="line">
            <a:avLst/>
          </a:prstGeom>
          <a:ln w="25400">
            <a:solidFill>
              <a:srgbClr val="00C8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991100" y="2076450"/>
            <a:ext cx="76200" cy="76200"/>
          </a:xfrm>
          <a:prstGeom prst="ellipse">
            <a:avLst/>
          </a:prstGeom>
          <a:noFill/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4991100" y="1619250"/>
            <a:ext cx="76200" cy="76200"/>
          </a:xfrm>
          <a:prstGeom prst="ellipse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74920" y="138303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y=f(x)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26280" y="261747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257800" y="261747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x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26280" y="14287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0" y="261747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26280" y="21145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526280" y="165735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2040" y="264033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\longleftarrow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166360" y="2640330"/>
            <a:ext cx="635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Inter"/>
              </a:defRPr>
            </a:pPr>
            <a:r>
              <a:t>\longrightarrow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