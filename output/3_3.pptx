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72000.0" y="23431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617720.0" y="225171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63440.0" y="216027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09160.0" y="206883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54880.0" y="2000250.0"/>
            <a:ext cx="45720.0" cy="6858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00600.0" y="1931670.0"/>
            <a:ext cx="45720.0" cy="6858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46320.0" y="18859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92040.0" y="1853946.0"/>
            <a:ext cx="45720.0" cy="3200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37760.0" y="1840230.0"/>
            <a:ext cx="45720.0" cy="1371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983480.0" y="1835658.0"/>
            <a:ext cx="22860.0" cy="457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006340.0" y="1833372.0"/>
            <a:ext cx="18288.0" cy="228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24628.0" y="1828800.0"/>
            <a:ext cx="9144.0" cy="457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33772.0" y="1817370.0"/>
            <a:ext cx="18288.0" cy="1143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052060.0" y="1794510.0"/>
            <a:ext cx="22860.0" cy="2286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074920.0" y="174879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20640.0" y="170307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66360.0" y="16573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991100" y="1795272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91100" y="2122170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