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328062.4"/>
            <a:ext cx="32461.200000000186" cy="243687.60000000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04461.2" y="2226106.8"/>
            <a:ext cx="32918.39999999944" cy="101955.60000000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37379.6" y="2163013.2"/>
            <a:ext cx="32461.200000000186" cy="63093.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669840.8" y="2114550.0"/>
            <a:ext cx="32918.40000000037" cy="48463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702759.2" y="2072944.8"/>
            <a:ext cx="32461.200000000186" cy="41605.199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735220.4" y="2036826.0"/>
            <a:ext cx="32918.39999999944" cy="36118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768138.8" y="2003450.4"/>
            <a:ext cx="32461.200000000186" cy="33375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00600.0" y="1972360.8"/>
            <a:ext cx="32461.200000000186" cy="31089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833061.2" y="1944014.4"/>
            <a:ext cx="32918.39999999944" cy="28346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865979.6" y="1916582.4"/>
            <a:ext cx="32461.200000000186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898440.8" y="1891436.4"/>
            <a:ext cx="32918.40000000037" cy="2514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931359.2" y="1867662.0"/>
            <a:ext cx="32461.200000000186" cy="2377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963820.4" y="1844344.8"/>
            <a:ext cx="32918.39999999944" cy="2331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96738.8" y="1661922.0"/>
            <a:ext cx="27889.200000000186" cy="182422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033772.0" y="1621231.2"/>
            <a:ext cx="32461.200000000186" cy="31546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066233.2" y="1590141.6"/>
            <a:ext cx="32461.200000000186" cy="31089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98694.4" y="1560423.5999999999"/>
            <a:ext cx="32461.199999999255" cy="29718.0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131155.6" y="1531620.0"/>
            <a:ext cx="32461.200000000186" cy="28803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163616.8" y="1503730.8"/>
            <a:ext cx="32461.200000000186" cy="27889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196078.0" y="1476298.8"/>
            <a:ext cx="32461.200000000186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228539.2" y="1452067.2000000002"/>
            <a:ext cx="29260.799999999814" cy="24231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991100" y="16192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91100" y="18478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4920" y="1520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