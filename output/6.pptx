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114800.0" y="2571750.0"/>
            <a:ext cx="2971800.0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4572000.0" y="514350.0"/>
            <a:ext cx="0.0" cy="251460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Freeform 3"/>
          <p:cNvSpPr/>
          <p:nvPr/>
        </p:nvSpPr>
        <p:spPr>
          <a:xfrm>
            <a:off x="4572000" y="1072683"/>
            <a:ext cx="2286000" cy="1499067"/>
          </a:xfrm>
          <a:custGeom>
            <a:avLst/>
            <a:gdLst/>
            <a:ahLst/>
            <a:cxnLst/>
            <a:rect l="l" t="t" r="r" b="b"/>
            <a:pathLst>
              <a:path w="2286000" h="1499067">
                <a:moveTo>
                  <a:pt x="0" y="1499067"/>
                </a:moveTo>
                <a:lnTo>
                  <a:pt x="3809" y="1470580"/>
                </a:lnTo>
                <a:close/>
                <a:lnTo>
                  <a:pt x="7620" y="1444342"/>
                </a:lnTo>
                <a:close/>
                <a:lnTo>
                  <a:pt x="11432" y="1420232"/>
                </a:lnTo>
                <a:close/>
                <a:lnTo>
                  <a:pt x="15246" y="1398129"/>
                </a:lnTo>
                <a:close/>
                <a:lnTo>
                  <a:pt x="19061" y="1377913"/>
                </a:lnTo>
                <a:close/>
                <a:lnTo>
                  <a:pt x="22877" y="1359462"/>
                </a:lnTo>
                <a:close/>
                <a:lnTo>
                  <a:pt x="26693" y="1342657"/>
                </a:lnTo>
                <a:close/>
                <a:lnTo>
                  <a:pt x="30511" y="1327375"/>
                </a:lnTo>
                <a:close/>
                <a:lnTo>
                  <a:pt x="34329" y="1313496"/>
                </a:lnTo>
                <a:close/>
                <a:lnTo>
                  <a:pt x="38148" y="1300899"/>
                </a:lnTo>
                <a:close/>
                <a:lnTo>
                  <a:pt x="41968" y="1289464"/>
                </a:lnTo>
                <a:close/>
                <a:lnTo>
                  <a:pt x="45788" y="1279069"/>
                </a:lnTo>
                <a:close/>
                <a:lnTo>
                  <a:pt x="49608" y="1269594"/>
                </a:lnTo>
                <a:close/>
                <a:lnTo>
                  <a:pt x="53428" y="1260917"/>
                </a:lnTo>
                <a:close/>
                <a:lnTo>
                  <a:pt x="57248" y="1252919"/>
                </a:lnTo>
                <a:close/>
                <a:lnTo>
                  <a:pt x="61067" y="1245477"/>
                </a:lnTo>
                <a:close/>
                <a:lnTo>
                  <a:pt x="64887" y="1238472"/>
                </a:lnTo>
                <a:close/>
                <a:lnTo>
                  <a:pt x="68706" y="1231782"/>
                </a:lnTo>
                <a:close/>
                <a:lnTo>
                  <a:pt x="72525" y="1225286"/>
                </a:lnTo>
                <a:close/>
                <a:lnTo>
                  <a:pt x="76342" y="1218864"/>
                </a:lnTo>
                <a:close/>
                <a:lnTo>
                  <a:pt x="80160" y="1212420"/>
                </a:lnTo>
                <a:close/>
                <a:lnTo>
                  <a:pt x="83976" y="1205954"/>
                </a:lnTo>
                <a:close/>
                <a:lnTo>
                  <a:pt x="87792" y="1199487"/>
                </a:lnTo>
                <a:close/>
                <a:lnTo>
                  <a:pt x="91607" y="1193038"/>
                </a:lnTo>
                <a:close/>
                <a:lnTo>
                  <a:pt x="95422" y="1186628"/>
                </a:lnTo>
                <a:close/>
                <a:lnTo>
                  <a:pt x="99236" y="1180277"/>
                </a:lnTo>
                <a:close/>
                <a:lnTo>
                  <a:pt x="103050" y="1174006"/>
                </a:lnTo>
                <a:close/>
                <a:lnTo>
                  <a:pt x="106864" y="1167835"/>
                </a:lnTo>
                <a:close/>
                <a:lnTo>
                  <a:pt x="110677" y="1161785"/>
                </a:lnTo>
                <a:close/>
                <a:lnTo>
                  <a:pt x="114491" y="1155875"/>
                </a:lnTo>
                <a:close/>
                <a:lnTo>
                  <a:pt x="118304" y="1150120"/>
                </a:lnTo>
                <a:close/>
                <a:lnTo>
                  <a:pt x="122118" y="1144508"/>
                </a:lnTo>
                <a:close/>
                <a:lnTo>
                  <a:pt x="125931" y="1139022"/>
                </a:lnTo>
                <a:close/>
                <a:lnTo>
                  <a:pt x="129745" y="1133647"/>
                </a:lnTo>
                <a:close/>
                <a:lnTo>
                  <a:pt x="133559" y="1128365"/>
                </a:lnTo>
                <a:close/>
                <a:lnTo>
                  <a:pt x="137374" y="1123162"/>
                </a:lnTo>
                <a:close/>
                <a:lnTo>
                  <a:pt x="141189" y="1118019"/>
                </a:lnTo>
                <a:close/>
                <a:lnTo>
                  <a:pt x="145005" y="1112921"/>
                </a:lnTo>
                <a:close/>
                <a:lnTo>
                  <a:pt x="148822" y="1107852"/>
                </a:lnTo>
                <a:close/>
                <a:lnTo>
                  <a:pt x="152639" y="1102795"/>
                </a:lnTo>
                <a:close/>
                <a:lnTo>
                  <a:pt x="156458" y="1097739"/>
                </a:lnTo>
                <a:close/>
                <a:lnTo>
                  <a:pt x="160277" y="1092694"/>
                </a:lnTo>
                <a:close/>
                <a:lnTo>
                  <a:pt x="164096" y="1087672"/>
                </a:lnTo>
                <a:close/>
                <a:lnTo>
                  <a:pt x="167916" y="1082686"/>
                </a:lnTo>
                <a:close/>
                <a:lnTo>
                  <a:pt x="171736" y="1077750"/>
                </a:lnTo>
                <a:close/>
                <a:lnTo>
                  <a:pt x="175557" y="1072875"/>
                </a:lnTo>
                <a:close/>
                <a:lnTo>
                  <a:pt x="179377" y="1068075"/>
                </a:lnTo>
                <a:close/>
                <a:lnTo>
                  <a:pt x="183196" y="1063363"/>
                </a:lnTo>
                <a:close/>
                <a:lnTo>
                  <a:pt x="187015" y="1058751"/>
                </a:lnTo>
                <a:close/>
                <a:lnTo>
                  <a:pt x="190833" y="1054253"/>
                </a:lnTo>
                <a:close/>
                <a:lnTo>
                  <a:pt x="194651" y="1049875"/>
                </a:lnTo>
                <a:close/>
                <a:lnTo>
                  <a:pt x="198467" y="1045607"/>
                </a:lnTo>
                <a:close/>
                <a:lnTo>
                  <a:pt x="202283" y="1041434"/>
                </a:lnTo>
                <a:close/>
                <a:lnTo>
                  <a:pt x="206098" y="1037344"/>
                </a:lnTo>
                <a:close/>
                <a:lnTo>
                  <a:pt x="209913" y="1033320"/>
                </a:lnTo>
                <a:close/>
                <a:lnTo>
                  <a:pt x="213727" y="1029351"/>
                </a:lnTo>
                <a:close/>
                <a:lnTo>
                  <a:pt x="217541" y="1025420"/>
                </a:lnTo>
                <a:close/>
                <a:lnTo>
                  <a:pt x="221355" y="1021515"/>
                </a:lnTo>
                <a:close/>
                <a:lnTo>
                  <a:pt x="225168" y="1017622"/>
                </a:lnTo>
                <a:close/>
                <a:lnTo>
                  <a:pt x="228981" y="1013725"/>
                </a:lnTo>
                <a:close/>
                <a:lnTo>
                  <a:pt x="232795" y="1009815"/>
                </a:lnTo>
                <a:close/>
                <a:lnTo>
                  <a:pt x="236608" y="1005896"/>
                </a:lnTo>
                <a:close/>
                <a:lnTo>
                  <a:pt x="240422" y="1001973"/>
                </a:lnTo>
                <a:close/>
                <a:lnTo>
                  <a:pt x="244236" y="998051"/>
                </a:lnTo>
                <a:close/>
                <a:lnTo>
                  <a:pt x="248050" y="994136"/>
                </a:lnTo>
                <a:close/>
                <a:lnTo>
                  <a:pt x="251865" y="990234"/>
                </a:lnTo>
                <a:close/>
                <a:lnTo>
                  <a:pt x="255680" y="986349"/>
                </a:lnTo>
                <a:close/>
                <a:lnTo>
                  <a:pt x="259496" y="982488"/>
                </a:lnTo>
                <a:close/>
                <a:lnTo>
                  <a:pt x="263313" y="978656"/>
                </a:lnTo>
                <a:close/>
                <a:lnTo>
                  <a:pt x="267130" y="974858"/>
                </a:lnTo>
                <a:close/>
                <a:lnTo>
                  <a:pt x="270949" y="971097"/>
                </a:lnTo>
                <a:close/>
                <a:lnTo>
                  <a:pt x="274768" y="967374"/>
                </a:lnTo>
                <a:close/>
                <a:lnTo>
                  <a:pt x="278587" y="963686"/>
                </a:lnTo>
                <a:close/>
                <a:lnTo>
                  <a:pt x="282407" y="960030"/>
                </a:lnTo>
                <a:close/>
                <a:lnTo>
                  <a:pt x="286228" y="956405"/>
                </a:lnTo>
                <a:close/>
                <a:lnTo>
                  <a:pt x="290048" y="952809"/>
                </a:lnTo>
                <a:close/>
                <a:lnTo>
                  <a:pt x="293868" y="949239"/>
                </a:lnTo>
                <a:close/>
                <a:lnTo>
                  <a:pt x="297687" y="945694"/>
                </a:lnTo>
                <a:close/>
                <a:lnTo>
                  <a:pt x="301506" y="942171"/>
                </a:lnTo>
                <a:close/>
                <a:lnTo>
                  <a:pt x="305324" y="938668"/>
                </a:lnTo>
                <a:close/>
                <a:lnTo>
                  <a:pt x="309142" y="935184"/>
                </a:lnTo>
                <a:close/>
                <a:lnTo>
                  <a:pt x="312958" y="931719"/>
                </a:lnTo>
                <a:close/>
                <a:lnTo>
                  <a:pt x="316774" y="928272"/>
                </a:lnTo>
                <a:close/>
                <a:lnTo>
                  <a:pt x="320589" y="924844"/>
                </a:lnTo>
                <a:close/>
                <a:lnTo>
                  <a:pt x="324404" y="921435"/>
                </a:lnTo>
                <a:close/>
                <a:lnTo>
                  <a:pt x="328218" y="918044"/>
                </a:lnTo>
                <a:close/>
                <a:lnTo>
                  <a:pt x="332032" y="914672"/>
                </a:lnTo>
                <a:close/>
                <a:lnTo>
                  <a:pt x="335845" y="911318"/>
                </a:lnTo>
                <a:close/>
                <a:lnTo>
                  <a:pt x="339659" y="907984"/>
                </a:lnTo>
                <a:close/>
                <a:lnTo>
                  <a:pt x="343472" y="904668"/>
                </a:lnTo>
                <a:close/>
                <a:lnTo>
                  <a:pt x="347285" y="901371"/>
                </a:lnTo>
                <a:close/>
                <a:lnTo>
                  <a:pt x="351099" y="898093"/>
                </a:lnTo>
                <a:close/>
                <a:lnTo>
                  <a:pt x="354912" y="894833"/>
                </a:lnTo>
                <a:close/>
                <a:lnTo>
                  <a:pt x="358726" y="891591"/>
                </a:lnTo>
                <a:close/>
                <a:lnTo>
                  <a:pt x="362541" y="888366"/>
                </a:lnTo>
                <a:close/>
                <a:lnTo>
                  <a:pt x="366355" y="885159"/>
                </a:lnTo>
                <a:close/>
                <a:lnTo>
                  <a:pt x="370171" y="881970"/>
                </a:lnTo>
                <a:close/>
                <a:lnTo>
                  <a:pt x="373987" y="878797"/>
                </a:lnTo>
                <a:close/>
                <a:lnTo>
                  <a:pt x="377803" y="875641"/>
                </a:lnTo>
                <a:close/>
                <a:lnTo>
                  <a:pt x="381621" y="872501"/>
                </a:lnTo>
                <a:close/>
                <a:lnTo>
                  <a:pt x="385440" y="869377"/>
                </a:lnTo>
                <a:close/>
                <a:lnTo>
                  <a:pt x="389259" y="866269"/>
                </a:lnTo>
                <a:close/>
                <a:lnTo>
                  <a:pt x="393078" y="863177"/>
                </a:lnTo>
                <a:close/>
                <a:lnTo>
                  <a:pt x="396898" y="860100"/>
                </a:lnTo>
                <a:close/>
                <a:lnTo>
                  <a:pt x="400719" y="857037"/>
                </a:lnTo>
                <a:close/>
                <a:lnTo>
                  <a:pt x="404539" y="853989"/>
                </a:lnTo>
                <a:close/>
                <a:lnTo>
                  <a:pt x="408359" y="850955"/>
                </a:lnTo>
                <a:close/>
                <a:lnTo>
                  <a:pt x="412178" y="847935"/>
                </a:lnTo>
                <a:close/>
                <a:lnTo>
                  <a:pt x="415997" y="844928"/>
                </a:lnTo>
                <a:close/>
                <a:lnTo>
                  <a:pt x="419815" y="841934"/>
                </a:lnTo>
                <a:close/>
                <a:lnTo>
                  <a:pt x="423632" y="838953"/>
                </a:lnTo>
                <a:close/>
                <a:lnTo>
                  <a:pt x="427449" y="835985"/>
                </a:lnTo>
                <a:close/>
                <a:lnTo>
                  <a:pt x="431265" y="833030"/>
                </a:lnTo>
                <a:close/>
                <a:lnTo>
                  <a:pt x="435080" y="830087"/>
                </a:lnTo>
                <a:close/>
                <a:lnTo>
                  <a:pt x="438894" y="827157"/>
                </a:lnTo>
                <a:close/>
                <a:lnTo>
                  <a:pt x="442709" y="824239"/>
                </a:lnTo>
                <a:close/>
                <a:lnTo>
                  <a:pt x="446522" y="821334"/>
                </a:lnTo>
                <a:close/>
                <a:lnTo>
                  <a:pt x="450336" y="818442"/>
                </a:lnTo>
                <a:close/>
                <a:lnTo>
                  <a:pt x="454149" y="815562"/>
                </a:lnTo>
                <a:close/>
                <a:lnTo>
                  <a:pt x="457963" y="812694"/>
                </a:lnTo>
                <a:close/>
                <a:lnTo>
                  <a:pt x="461776" y="809839"/>
                </a:lnTo>
                <a:close/>
                <a:lnTo>
                  <a:pt x="465589" y="806996"/>
                </a:lnTo>
                <a:close/>
                <a:lnTo>
                  <a:pt x="469403" y="804166"/>
                </a:lnTo>
                <a:close/>
                <a:lnTo>
                  <a:pt x="473217" y="801348"/>
                </a:lnTo>
                <a:close/>
                <a:lnTo>
                  <a:pt x="477031" y="798542"/>
                </a:lnTo>
                <a:close/>
                <a:lnTo>
                  <a:pt x="480846" y="795748"/>
                </a:lnTo>
                <a:close/>
                <a:lnTo>
                  <a:pt x="484662" y="792966"/>
                </a:lnTo>
                <a:close/>
                <a:lnTo>
                  <a:pt x="488478" y="790196"/>
                </a:lnTo>
                <a:close/>
                <a:lnTo>
                  <a:pt x="492294" y="787438"/>
                </a:lnTo>
                <a:close/>
                <a:lnTo>
                  <a:pt x="496112" y="784692"/>
                </a:lnTo>
                <a:close/>
                <a:lnTo>
                  <a:pt x="499930" y="781959"/>
                </a:lnTo>
                <a:close/>
                <a:lnTo>
                  <a:pt x="503750" y="779237"/>
                </a:lnTo>
                <a:close/>
                <a:lnTo>
                  <a:pt x="507569" y="776526"/>
                </a:lnTo>
                <a:close/>
                <a:lnTo>
                  <a:pt x="511389" y="773828"/>
                </a:lnTo>
                <a:close/>
                <a:lnTo>
                  <a:pt x="515210" y="771141"/>
                </a:lnTo>
                <a:close/>
                <a:lnTo>
                  <a:pt x="519030" y="768466"/>
                </a:lnTo>
                <a:close/>
                <a:lnTo>
                  <a:pt x="522850" y="765803"/>
                </a:lnTo>
                <a:close/>
                <a:lnTo>
                  <a:pt x="526669" y="763151"/>
                </a:lnTo>
                <a:close/>
                <a:lnTo>
                  <a:pt x="530488" y="760511"/>
                </a:lnTo>
                <a:close/>
                <a:lnTo>
                  <a:pt x="534306" y="757882"/>
                </a:lnTo>
                <a:close/>
                <a:lnTo>
                  <a:pt x="538123" y="755265"/>
                </a:lnTo>
                <a:close/>
                <a:lnTo>
                  <a:pt x="541940" y="752658"/>
                </a:lnTo>
                <a:close/>
                <a:lnTo>
                  <a:pt x="545755" y="750062"/>
                </a:lnTo>
                <a:close/>
                <a:lnTo>
                  <a:pt x="549571" y="747477"/>
                </a:lnTo>
                <a:close/>
                <a:lnTo>
                  <a:pt x="553385" y="744902"/>
                </a:lnTo>
                <a:close/>
                <a:lnTo>
                  <a:pt x="557199" y="742337"/>
                </a:lnTo>
                <a:close/>
                <a:lnTo>
                  <a:pt x="561013" y="739781"/>
                </a:lnTo>
                <a:close/>
                <a:lnTo>
                  <a:pt x="564827" y="737235"/>
                </a:lnTo>
                <a:close/>
                <a:lnTo>
                  <a:pt x="568640" y="734697"/>
                </a:lnTo>
                <a:close/>
                <a:lnTo>
                  <a:pt x="572453" y="732168"/>
                </a:lnTo>
                <a:close/>
                <a:lnTo>
                  <a:pt x="576267" y="729648"/>
                </a:lnTo>
                <a:close/>
                <a:lnTo>
                  <a:pt x="580080" y="727136"/>
                </a:lnTo>
                <a:close/>
                <a:lnTo>
                  <a:pt x="583894" y="724632"/>
                </a:lnTo>
                <a:close/>
                <a:lnTo>
                  <a:pt x="587708" y="722135"/>
                </a:lnTo>
                <a:close/>
                <a:lnTo>
                  <a:pt x="591522" y="719647"/>
                </a:lnTo>
                <a:close/>
                <a:lnTo>
                  <a:pt x="595337" y="717167"/>
                </a:lnTo>
                <a:close/>
                <a:lnTo>
                  <a:pt x="599152" y="714694"/>
                </a:lnTo>
                <a:close/>
                <a:lnTo>
                  <a:pt x="602968" y="712229"/>
                </a:lnTo>
                <a:close/>
                <a:lnTo>
                  <a:pt x="606785" y="709771"/>
                </a:lnTo>
                <a:close/>
                <a:lnTo>
                  <a:pt x="610603" y="707321"/>
                </a:lnTo>
                <a:close/>
                <a:lnTo>
                  <a:pt x="614421" y="704878"/>
                </a:lnTo>
                <a:close/>
                <a:lnTo>
                  <a:pt x="618241" y="702443"/>
                </a:lnTo>
                <a:close/>
                <a:lnTo>
                  <a:pt x="622060" y="700016"/>
                </a:lnTo>
                <a:close/>
                <a:lnTo>
                  <a:pt x="625880" y="697599"/>
                </a:lnTo>
                <a:close/>
                <a:lnTo>
                  <a:pt x="629701" y="695190"/>
                </a:lnTo>
                <a:close/>
                <a:lnTo>
                  <a:pt x="633521" y="692792"/>
                </a:lnTo>
                <a:close/>
                <a:lnTo>
                  <a:pt x="637341" y="690403"/>
                </a:lnTo>
                <a:close/>
                <a:lnTo>
                  <a:pt x="641160" y="688026"/>
                </a:lnTo>
                <a:close/>
                <a:lnTo>
                  <a:pt x="644979" y="685659"/>
                </a:lnTo>
                <a:close/>
                <a:lnTo>
                  <a:pt x="648797" y="683305"/>
                </a:lnTo>
                <a:close/>
                <a:lnTo>
                  <a:pt x="652614" y="680962"/>
                </a:lnTo>
                <a:close/>
                <a:lnTo>
                  <a:pt x="656431" y="678632"/>
                </a:lnTo>
                <a:close/>
                <a:lnTo>
                  <a:pt x="660246" y="676312"/>
                </a:lnTo>
                <a:close/>
                <a:lnTo>
                  <a:pt x="664061" y="674002"/>
                </a:lnTo>
                <a:close/>
                <a:lnTo>
                  <a:pt x="667876" y="671703"/>
                </a:lnTo>
                <a:close/>
                <a:lnTo>
                  <a:pt x="671690" y="669414"/>
                </a:lnTo>
                <a:close/>
                <a:lnTo>
                  <a:pt x="675504" y="667134"/>
                </a:lnTo>
                <a:close/>
                <a:lnTo>
                  <a:pt x="679317" y="664862"/>
                </a:lnTo>
                <a:close/>
                <a:lnTo>
                  <a:pt x="683131" y="662599"/>
                </a:lnTo>
                <a:close/>
                <a:lnTo>
                  <a:pt x="686944" y="660344"/>
                </a:lnTo>
                <a:close/>
                <a:lnTo>
                  <a:pt x="690757" y="658096"/>
                </a:lnTo>
                <a:close/>
                <a:lnTo>
                  <a:pt x="694571" y="655855"/>
                </a:lnTo>
                <a:close/>
                <a:lnTo>
                  <a:pt x="698384" y="653622"/>
                </a:lnTo>
                <a:close/>
                <a:lnTo>
                  <a:pt x="702198" y="651397"/>
                </a:lnTo>
                <a:close/>
                <a:lnTo>
                  <a:pt x="706013" y="649179"/>
                </a:lnTo>
                <a:close/>
                <a:lnTo>
                  <a:pt x="709828" y="646968"/>
                </a:lnTo>
                <a:close/>
                <a:lnTo>
                  <a:pt x="713643" y="644765"/>
                </a:lnTo>
                <a:close/>
                <a:lnTo>
                  <a:pt x="717459" y="642570"/>
                </a:lnTo>
                <a:close/>
                <a:lnTo>
                  <a:pt x="721276" y="640382"/>
                </a:lnTo>
                <a:close/>
                <a:lnTo>
                  <a:pt x="725094" y="638201"/>
                </a:lnTo>
                <a:close/>
                <a:lnTo>
                  <a:pt x="728912" y="636028"/>
                </a:lnTo>
                <a:close/>
                <a:lnTo>
                  <a:pt x="732732" y="633862"/>
                </a:lnTo>
                <a:close/>
                <a:lnTo>
                  <a:pt x="736551" y="631704"/>
                </a:lnTo>
                <a:close/>
                <a:lnTo>
                  <a:pt x="740371" y="629552"/>
                </a:lnTo>
                <a:close/>
                <a:lnTo>
                  <a:pt x="744192" y="627408"/>
                </a:lnTo>
                <a:close/>
                <a:lnTo>
                  <a:pt x="748012" y="625271"/>
                </a:lnTo>
                <a:close/>
                <a:lnTo>
                  <a:pt x="751832" y="623141"/>
                </a:lnTo>
                <a:close/>
                <a:lnTo>
                  <a:pt x="755651" y="621018"/>
                </a:lnTo>
                <a:close/>
                <a:lnTo>
                  <a:pt x="759470" y="618901"/>
                </a:lnTo>
                <a:close/>
                <a:lnTo>
                  <a:pt x="763288" y="616791"/>
                </a:lnTo>
                <a:close/>
                <a:lnTo>
                  <a:pt x="767105" y="614688"/>
                </a:lnTo>
                <a:close/>
                <a:lnTo>
                  <a:pt x="770921" y="612592"/>
                </a:lnTo>
                <a:close/>
                <a:lnTo>
                  <a:pt x="774737" y="610502"/>
                </a:lnTo>
                <a:close/>
                <a:lnTo>
                  <a:pt x="778552" y="608420"/>
                </a:lnTo>
                <a:close/>
                <a:lnTo>
                  <a:pt x="782367" y="606344"/>
                </a:lnTo>
                <a:close/>
                <a:lnTo>
                  <a:pt x="786181" y="604275"/>
                </a:lnTo>
                <a:close/>
                <a:lnTo>
                  <a:pt x="789994" y="602213"/>
                </a:lnTo>
                <a:close/>
                <a:lnTo>
                  <a:pt x="793808" y="600158"/>
                </a:lnTo>
                <a:close/>
                <a:lnTo>
                  <a:pt x="797621" y="598110"/>
                </a:lnTo>
                <a:close/>
                <a:lnTo>
                  <a:pt x="801435" y="596069"/>
                </a:lnTo>
                <a:close/>
                <a:lnTo>
                  <a:pt x="805248" y="594036"/>
                </a:lnTo>
                <a:close/>
                <a:lnTo>
                  <a:pt x="809061" y="592009"/>
                </a:lnTo>
                <a:close/>
                <a:lnTo>
                  <a:pt x="812875" y="589990"/>
                </a:lnTo>
                <a:close/>
                <a:lnTo>
                  <a:pt x="816689" y="587977"/>
                </a:lnTo>
                <a:close/>
                <a:lnTo>
                  <a:pt x="820504" y="585970"/>
                </a:lnTo>
                <a:close/>
                <a:lnTo>
                  <a:pt x="824318" y="583971"/>
                </a:lnTo>
                <a:close/>
                <a:lnTo>
                  <a:pt x="828134" y="581977"/>
                </a:lnTo>
                <a:close/>
                <a:lnTo>
                  <a:pt x="831950" y="579990"/>
                </a:lnTo>
                <a:close/>
                <a:lnTo>
                  <a:pt x="835767" y="578009"/>
                </a:lnTo>
                <a:close/>
                <a:lnTo>
                  <a:pt x="839585" y="576034"/>
                </a:lnTo>
                <a:close/>
                <a:lnTo>
                  <a:pt x="843403" y="574065"/>
                </a:lnTo>
                <a:close/>
                <a:lnTo>
                  <a:pt x="847223" y="572101"/>
                </a:lnTo>
                <a:close/>
                <a:lnTo>
                  <a:pt x="851042" y="570144"/>
                </a:lnTo>
                <a:close/>
                <a:lnTo>
                  <a:pt x="854862" y="568191"/>
                </a:lnTo>
                <a:close/>
                <a:lnTo>
                  <a:pt x="858683" y="566245"/>
                </a:lnTo>
                <a:close/>
                <a:lnTo>
                  <a:pt x="862503" y="564304"/>
                </a:lnTo>
                <a:close/>
                <a:lnTo>
                  <a:pt x="866323" y="562368"/>
                </a:lnTo>
                <a:close/>
                <a:lnTo>
                  <a:pt x="870142" y="560437"/>
                </a:lnTo>
                <a:close/>
                <a:lnTo>
                  <a:pt x="873961" y="558511"/>
                </a:lnTo>
                <a:close/>
                <a:lnTo>
                  <a:pt x="877779" y="556591"/>
                </a:lnTo>
                <a:close/>
                <a:lnTo>
                  <a:pt x="881596" y="554675"/>
                </a:lnTo>
                <a:close/>
                <a:lnTo>
                  <a:pt x="885412" y="552765"/>
                </a:lnTo>
                <a:close/>
                <a:lnTo>
                  <a:pt x="889228" y="550859"/>
                </a:lnTo>
                <a:close/>
                <a:lnTo>
                  <a:pt x="893043" y="548958"/>
                </a:lnTo>
                <a:close/>
                <a:lnTo>
                  <a:pt x="896857" y="547062"/>
                </a:lnTo>
                <a:close/>
                <a:lnTo>
                  <a:pt x="900671" y="545170"/>
                </a:lnTo>
                <a:close/>
                <a:lnTo>
                  <a:pt x="904485" y="543283"/>
                </a:lnTo>
                <a:close/>
                <a:lnTo>
                  <a:pt x="908299" y="541401"/>
                </a:lnTo>
                <a:close/>
                <a:lnTo>
                  <a:pt x="912112" y="539523"/>
                </a:lnTo>
                <a:close/>
                <a:lnTo>
                  <a:pt x="915925" y="537650"/>
                </a:lnTo>
                <a:close/>
                <a:lnTo>
                  <a:pt x="919739" y="535781"/>
                </a:lnTo>
                <a:close/>
                <a:lnTo>
                  <a:pt x="923552" y="533916"/>
                </a:lnTo>
                <a:close/>
                <a:lnTo>
                  <a:pt x="927366" y="532056"/>
                </a:lnTo>
                <a:close/>
                <a:lnTo>
                  <a:pt x="931180" y="530201"/>
                </a:lnTo>
                <a:close/>
                <a:lnTo>
                  <a:pt x="934994" y="528350"/>
                </a:lnTo>
                <a:close/>
                <a:lnTo>
                  <a:pt x="938809" y="526504"/>
                </a:lnTo>
                <a:close/>
                <a:lnTo>
                  <a:pt x="942625" y="524663"/>
                </a:lnTo>
                <a:close/>
                <a:lnTo>
                  <a:pt x="946441" y="522826"/>
                </a:lnTo>
                <a:close/>
                <a:lnTo>
                  <a:pt x="950258" y="520994"/>
                </a:lnTo>
                <a:close/>
                <a:lnTo>
                  <a:pt x="954076" y="519167"/>
                </a:lnTo>
                <a:close/>
                <a:lnTo>
                  <a:pt x="957894" y="517344"/>
                </a:lnTo>
                <a:close/>
                <a:lnTo>
                  <a:pt x="961714" y="515526"/>
                </a:lnTo>
                <a:close/>
                <a:lnTo>
                  <a:pt x="965533" y="513713"/>
                </a:lnTo>
                <a:close/>
                <a:lnTo>
                  <a:pt x="969353" y="511904"/>
                </a:lnTo>
                <a:close/>
                <a:lnTo>
                  <a:pt x="973174" y="510100"/>
                </a:lnTo>
                <a:close/>
                <a:lnTo>
                  <a:pt x="976994" y="508300"/>
                </a:lnTo>
                <a:close/>
                <a:lnTo>
                  <a:pt x="980813" y="506504"/>
                </a:lnTo>
                <a:close/>
                <a:lnTo>
                  <a:pt x="984633" y="504713"/>
                </a:lnTo>
                <a:close/>
                <a:lnTo>
                  <a:pt x="988452" y="502925"/>
                </a:lnTo>
                <a:close/>
                <a:lnTo>
                  <a:pt x="992270" y="501141"/>
                </a:lnTo>
                <a:close/>
                <a:lnTo>
                  <a:pt x="996087" y="499362"/>
                </a:lnTo>
                <a:close/>
                <a:lnTo>
                  <a:pt x="999903" y="497586"/>
                </a:lnTo>
                <a:close/>
                <a:lnTo>
                  <a:pt x="1003719" y="495814"/>
                </a:lnTo>
                <a:close/>
                <a:lnTo>
                  <a:pt x="1007534" y="494047"/>
                </a:lnTo>
                <a:close/>
                <a:lnTo>
                  <a:pt x="1011348" y="492283"/>
                </a:lnTo>
                <a:close/>
                <a:lnTo>
                  <a:pt x="1015162" y="490524"/>
                </a:lnTo>
                <a:close/>
                <a:lnTo>
                  <a:pt x="1018976" y="488768"/>
                </a:lnTo>
                <a:close/>
                <a:lnTo>
                  <a:pt x="1022789" y="487017"/>
                </a:lnTo>
                <a:close/>
                <a:lnTo>
                  <a:pt x="1026603" y="485271"/>
                </a:lnTo>
                <a:close/>
                <a:lnTo>
                  <a:pt x="1030416" y="483528"/>
                </a:lnTo>
                <a:close/>
                <a:lnTo>
                  <a:pt x="1034229" y="481790"/>
                </a:lnTo>
                <a:close/>
                <a:lnTo>
                  <a:pt x="1038043" y="480055"/>
                </a:lnTo>
                <a:close/>
                <a:lnTo>
                  <a:pt x="1041857" y="478325"/>
                </a:lnTo>
                <a:close/>
                <a:lnTo>
                  <a:pt x="1045671" y="476600"/>
                </a:lnTo>
                <a:close/>
                <a:lnTo>
                  <a:pt x="1049485" y="474878"/>
                </a:lnTo>
                <a:close/>
                <a:lnTo>
                  <a:pt x="1053300" y="473160"/>
                </a:lnTo>
                <a:close/>
                <a:lnTo>
                  <a:pt x="1057115" y="471446"/>
                </a:lnTo>
                <a:close/>
                <a:lnTo>
                  <a:pt x="1060932" y="469736"/>
                </a:lnTo>
                <a:close/>
                <a:lnTo>
                  <a:pt x="1064749" y="468029"/>
                </a:lnTo>
                <a:close/>
                <a:lnTo>
                  <a:pt x="1068567" y="466327"/>
                </a:lnTo>
                <a:close/>
                <a:lnTo>
                  <a:pt x="1072385" y="464628"/>
                </a:lnTo>
                <a:close/>
                <a:lnTo>
                  <a:pt x="1076205" y="462933"/>
                </a:lnTo>
                <a:close/>
                <a:lnTo>
                  <a:pt x="1080024" y="461241"/>
                </a:lnTo>
                <a:close/>
                <a:lnTo>
                  <a:pt x="1083844" y="459553"/>
                </a:lnTo>
                <a:close/>
                <a:lnTo>
                  <a:pt x="1087665" y="457868"/>
                </a:lnTo>
                <a:close/>
                <a:lnTo>
                  <a:pt x="1091485" y="456186"/>
                </a:lnTo>
                <a:close/>
                <a:lnTo>
                  <a:pt x="1095304" y="454507"/>
                </a:lnTo>
                <a:close/>
                <a:lnTo>
                  <a:pt x="1099124" y="452832"/>
                </a:lnTo>
                <a:close/>
                <a:lnTo>
                  <a:pt x="1102943" y="451159"/>
                </a:lnTo>
                <a:close/>
                <a:lnTo>
                  <a:pt x="1106760" y="449489"/>
                </a:lnTo>
                <a:close/>
                <a:lnTo>
                  <a:pt x="1110577" y="447822"/>
                </a:lnTo>
                <a:close/>
                <a:lnTo>
                  <a:pt x="1114394" y="446159"/>
                </a:lnTo>
                <a:close/>
                <a:lnTo>
                  <a:pt x="1118209" y="444498"/>
                </a:lnTo>
                <a:close/>
                <a:lnTo>
                  <a:pt x="1122024" y="442841"/>
                </a:lnTo>
                <a:close/>
                <a:lnTo>
                  <a:pt x="1125839" y="441187"/>
                </a:lnTo>
                <a:close/>
                <a:lnTo>
                  <a:pt x="1129653" y="439537"/>
                </a:lnTo>
                <a:close/>
                <a:lnTo>
                  <a:pt x="1133466" y="437890"/>
                </a:lnTo>
                <a:close/>
                <a:lnTo>
                  <a:pt x="1137280" y="436248"/>
                </a:lnTo>
                <a:close/>
                <a:lnTo>
                  <a:pt x="1141093" y="434609"/>
                </a:lnTo>
                <a:close/>
                <a:lnTo>
                  <a:pt x="1144907" y="432974"/>
                </a:lnTo>
                <a:close/>
                <a:lnTo>
                  <a:pt x="1148720" y="431344"/>
                </a:lnTo>
                <a:close/>
                <a:lnTo>
                  <a:pt x="1152534" y="429716"/>
                </a:lnTo>
                <a:close/>
                <a:lnTo>
                  <a:pt x="1156347" y="428092"/>
                </a:lnTo>
                <a:close/>
                <a:lnTo>
                  <a:pt x="1160161" y="426471"/>
                </a:lnTo>
                <a:close/>
                <a:lnTo>
                  <a:pt x="1163976" y="424851"/>
                </a:lnTo>
                <a:close/>
                <a:lnTo>
                  <a:pt x="1167791" y="423234"/>
                </a:lnTo>
                <a:close/>
                <a:lnTo>
                  <a:pt x="1171606" y="421617"/>
                </a:lnTo>
                <a:close/>
                <a:lnTo>
                  <a:pt x="1175423" y="420002"/>
                </a:lnTo>
                <a:close/>
                <a:lnTo>
                  <a:pt x="1179240" y="418387"/>
                </a:lnTo>
                <a:close/>
                <a:lnTo>
                  <a:pt x="1183057" y="416772"/>
                </a:lnTo>
                <a:close/>
                <a:lnTo>
                  <a:pt x="1186876" y="415157"/>
                </a:lnTo>
                <a:close/>
                <a:lnTo>
                  <a:pt x="1190696" y="413545"/>
                </a:lnTo>
                <a:close/>
                <a:lnTo>
                  <a:pt x="1194515" y="411936"/>
                </a:lnTo>
                <a:close/>
                <a:lnTo>
                  <a:pt x="1198335" y="410333"/>
                </a:lnTo>
                <a:close/>
                <a:lnTo>
                  <a:pt x="1202156" y="408737"/>
                </a:lnTo>
                <a:close/>
                <a:lnTo>
                  <a:pt x="1205976" y="407150"/>
                </a:lnTo>
                <a:close/>
                <a:lnTo>
                  <a:pt x="1209795" y="405574"/>
                </a:lnTo>
                <a:close/>
                <a:lnTo>
                  <a:pt x="1213615" y="404010"/>
                </a:lnTo>
                <a:close/>
                <a:lnTo>
                  <a:pt x="1217433" y="402460"/>
                </a:lnTo>
                <a:close/>
                <a:lnTo>
                  <a:pt x="1221251" y="400925"/>
                </a:lnTo>
                <a:close/>
                <a:lnTo>
                  <a:pt x="1225068" y="399402"/>
                </a:lnTo>
                <a:close/>
                <a:lnTo>
                  <a:pt x="1228885" y="397887"/>
                </a:lnTo>
                <a:close/>
                <a:lnTo>
                  <a:pt x="1232700" y="396372"/>
                </a:lnTo>
                <a:close/>
                <a:lnTo>
                  <a:pt x="1236515" y="394852"/>
                </a:lnTo>
                <a:close/>
                <a:lnTo>
                  <a:pt x="1240329" y="393319"/>
                </a:lnTo>
                <a:close/>
                <a:lnTo>
                  <a:pt x="1244143" y="391769"/>
                </a:lnTo>
                <a:close/>
                <a:lnTo>
                  <a:pt x="1247957" y="390195"/>
                </a:lnTo>
                <a:close/>
                <a:lnTo>
                  <a:pt x="1251771" y="388590"/>
                </a:lnTo>
                <a:close/>
                <a:lnTo>
                  <a:pt x="1255584" y="386949"/>
                </a:lnTo>
                <a:close/>
                <a:lnTo>
                  <a:pt x="1259397" y="385265"/>
                </a:lnTo>
                <a:close/>
                <a:lnTo>
                  <a:pt x="1263211" y="383550"/>
                </a:lnTo>
                <a:close/>
                <a:lnTo>
                  <a:pt x="1267024" y="381824"/>
                </a:lnTo>
                <a:close/>
                <a:lnTo>
                  <a:pt x="1270838" y="380110"/>
                </a:lnTo>
                <a:close/>
                <a:lnTo>
                  <a:pt x="1274652" y="378433"/>
                </a:lnTo>
                <a:close/>
                <a:lnTo>
                  <a:pt x="1278466" y="376813"/>
                </a:lnTo>
                <a:close/>
                <a:lnTo>
                  <a:pt x="1282281" y="375275"/>
                </a:lnTo>
                <a:close/>
                <a:lnTo>
                  <a:pt x="1286097" y="373841"/>
                </a:lnTo>
                <a:close/>
                <a:lnTo>
                  <a:pt x="1289913" y="372533"/>
                </a:lnTo>
                <a:close/>
                <a:lnTo>
                  <a:pt x="1293730" y="371375"/>
                </a:lnTo>
                <a:close/>
                <a:lnTo>
                  <a:pt x="1297548" y="370387"/>
                </a:lnTo>
                <a:close/>
                <a:lnTo>
                  <a:pt x="1301367" y="369532"/>
                </a:lnTo>
                <a:close/>
                <a:lnTo>
                  <a:pt x="1305187" y="368727"/>
                </a:lnTo>
                <a:close/>
                <a:lnTo>
                  <a:pt x="1309006" y="367888"/>
                </a:lnTo>
                <a:close/>
                <a:lnTo>
                  <a:pt x="1312826" y="366930"/>
                </a:lnTo>
                <a:close/>
                <a:lnTo>
                  <a:pt x="1316647" y="365770"/>
                </a:lnTo>
                <a:close/>
                <a:lnTo>
                  <a:pt x="1320467" y="364324"/>
                </a:lnTo>
                <a:close/>
                <a:lnTo>
                  <a:pt x="1324286" y="362506"/>
                </a:lnTo>
                <a:close/>
                <a:lnTo>
                  <a:pt x="1328106" y="360232"/>
                </a:lnTo>
                <a:close/>
                <a:lnTo>
                  <a:pt x="1331924" y="357419"/>
                </a:lnTo>
                <a:close/>
                <a:lnTo>
                  <a:pt x="1335742" y="353988"/>
                </a:lnTo>
                <a:close/>
                <a:lnTo>
                  <a:pt x="1339559" y="349978"/>
                </a:lnTo>
                <a:close/>
                <a:lnTo>
                  <a:pt x="1343375" y="345515"/>
                </a:lnTo>
                <a:close/>
                <a:lnTo>
                  <a:pt x="1347191" y="340732"/>
                </a:lnTo>
                <a:close/>
                <a:lnTo>
                  <a:pt x="1351006" y="335759"/>
                </a:lnTo>
                <a:close/>
                <a:lnTo>
                  <a:pt x="1354820" y="330728"/>
                </a:lnTo>
                <a:close/>
                <a:lnTo>
                  <a:pt x="1358634" y="325769"/>
                </a:lnTo>
                <a:close/>
                <a:lnTo>
                  <a:pt x="1362448" y="321014"/>
                </a:lnTo>
                <a:close/>
                <a:lnTo>
                  <a:pt x="1366261" y="316593"/>
                </a:lnTo>
                <a:close/>
                <a:lnTo>
                  <a:pt x="1370075" y="312638"/>
                </a:lnTo>
                <a:close/>
                <a:lnTo>
                  <a:pt x="1373888" y="309272"/>
                </a:lnTo>
                <a:close/>
                <a:lnTo>
                  <a:pt x="1377701" y="306504"/>
                </a:lnTo>
                <a:close/>
                <a:lnTo>
                  <a:pt x="1381515" y="304253"/>
                </a:lnTo>
                <a:close/>
                <a:lnTo>
                  <a:pt x="1385329" y="302438"/>
                </a:lnTo>
                <a:close/>
                <a:lnTo>
                  <a:pt x="1389143" y="300977"/>
                </a:lnTo>
                <a:close/>
                <a:lnTo>
                  <a:pt x="1392957" y="299787"/>
                </a:lnTo>
                <a:close/>
                <a:lnTo>
                  <a:pt x="1396772" y="298787"/>
                </a:lnTo>
                <a:close/>
                <a:lnTo>
                  <a:pt x="1400588" y="297894"/>
                </a:lnTo>
                <a:close/>
                <a:lnTo>
                  <a:pt x="1404404" y="297027"/>
                </a:lnTo>
                <a:close/>
                <a:lnTo>
                  <a:pt x="1408221" y="296103"/>
                </a:lnTo>
                <a:close/>
                <a:lnTo>
                  <a:pt x="1412039" y="295044"/>
                </a:lnTo>
                <a:close/>
                <a:lnTo>
                  <a:pt x="1415858" y="293830"/>
                </a:lnTo>
                <a:close/>
                <a:lnTo>
                  <a:pt x="1419677" y="292481"/>
                </a:lnTo>
                <a:close/>
                <a:lnTo>
                  <a:pt x="1423497" y="291018"/>
                </a:lnTo>
                <a:close/>
                <a:lnTo>
                  <a:pt x="1427317" y="289465"/>
                </a:lnTo>
                <a:close/>
                <a:lnTo>
                  <a:pt x="1431138" y="287842"/>
                </a:lnTo>
                <a:close/>
                <a:lnTo>
                  <a:pt x="1434958" y="286173"/>
                </a:lnTo>
                <a:close/>
                <a:lnTo>
                  <a:pt x="1438777" y="284478"/>
                </a:lnTo>
                <a:close/>
                <a:lnTo>
                  <a:pt x="1442597" y="282779"/>
                </a:lnTo>
                <a:close/>
                <a:lnTo>
                  <a:pt x="1446415" y="281099"/>
                </a:lnTo>
                <a:close/>
                <a:lnTo>
                  <a:pt x="1450233" y="279458"/>
                </a:lnTo>
                <a:close/>
                <a:lnTo>
                  <a:pt x="1454050" y="277862"/>
                </a:lnTo>
                <a:close/>
                <a:lnTo>
                  <a:pt x="1457866" y="276304"/>
                </a:lnTo>
                <a:close/>
                <a:lnTo>
                  <a:pt x="1461682" y="274780"/>
                </a:lnTo>
                <a:close/>
                <a:lnTo>
                  <a:pt x="1465496" y="273283"/>
                </a:lnTo>
                <a:close/>
                <a:lnTo>
                  <a:pt x="1469311" y="271807"/>
                </a:lnTo>
                <a:close/>
                <a:lnTo>
                  <a:pt x="1473125" y="270347"/>
                </a:lnTo>
                <a:close/>
                <a:lnTo>
                  <a:pt x="1476939" y="268897"/>
                </a:lnTo>
                <a:close/>
                <a:lnTo>
                  <a:pt x="1480752" y="267451"/>
                </a:lnTo>
                <a:close/>
                <a:lnTo>
                  <a:pt x="1484565" y="266004"/>
                </a:lnTo>
                <a:close/>
                <a:lnTo>
                  <a:pt x="1488379" y="264549"/>
                </a:lnTo>
                <a:close/>
                <a:lnTo>
                  <a:pt x="1492192" y="263086"/>
                </a:lnTo>
                <a:close/>
                <a:lnTo>
                  <a:pt x="1496006" y="261616"/>
                </a:lnTo>
                <a:close/>
                <a:lnTo>
                  <a:pt x="1499819" y="260141"/>
                </a:lnTo>
                <a:close/>
                <a:lnTo>
                  <a:pt x="1503633" y="258661"/>
                </a:lnTo>
                <a:close/>
                <a:lnTo>
                  <a:pt x="1507448" y="257180"/>
                </a:lnTo>
                <a:close/>
                <a:lnTo>
                  <a:pt x="1511263" y="255698"/>
                </a:lnTo>
                <a:close/>
                <a:lnTo>
                  <a:pt x="1515079" y="254217"/>
                </a:lnTo>
                <a:close/>
                <a:lnTo>
                  <a:pt x="1518895" y="252739"/>
                </a:lnTo>
                <a:close/>
                <a:lnTo>
                  <a:pt x="1522712" y="251264"/>
                </a:lnTo>
                <a:close/>
                <a:lnTo>
                  <a:pt x="1526530" y="249795"/>
                </a:lnTo>
                <a:close/>
                <a:lnTo>
                  <a:pt x="1530349" y="248332"/>
                </a:lnTo>
                <a:close/>
                <a:lnTo>
                  <a:pt x="1534168" y="246875"/>
                </a:lnTo>
                <a:close/>
                <a:lnTo>
                  <a:pt x="1537988" y="245422"/>
                </a:lnTo>
                <a:close/>
                <a:lnTo>
                  <a:pt x="1541808" y="243974"/>
                </a:lnTo>
                <a:close/>
                <a:lnTo>
                  <a:pt x="1545629" y="242529"/>
                </a:lnTo>
                <a:close/>
                <a:lnTo>
                  <a:pt x="1549449" y="241088"/>
                </a:lnTo>
                <a:close/>
                <a:lnTo>
                  <a:pt x="1553268" y="239650"/>
                </a:lnTo>
                <a:close/>
                <a:lnTo>
                  <a:pt x="1557088" y="238214"/>
                </a:lnTo>
                <a:close/>
                <a:lnTo>
                  <a:pt x="1560906" y="236780"/>
                </a:lnTo>
                <a:close/>
                <a:lnTo>
                  <a:pt x="1564724" y="235348"/>
                </a:lnTo>
                <a:close/>
                <a:lnTo>
                  <a:pt x="1568541" y="233916"/>
                </a:lnTo>
                <a:close/>
                <a:lnTo>
                  <a:pt x="1572357" y="232487"/>
                </a:lnTo>
                <a:close/>
                <a:lnTo>
                  <a:pt x="1576172" y="231059"/>
                </a:lnTo>
                <a:close/>
                <a:lnTo>
                  <a:pt x="1579987" y="229632"/>
                </a:lnTo>
                <a:close/>
                <a:lnTo>
                  <a:pt x="1583802" y="228208"/>
                </a:lnTo>
                <a:close/>
                <a:lnTo>
                  <a:pt x="1587616" y="226786"/>
                </a:lnTo>
                <a:close/>
                <a:lnTo>
                  <a:pt x="1591429" y="225365"/>
                </a:lnTo>
                <a:close/>
                <a:lnTo>
                  <a:pt x="1595243" y="223947"/>
                </a:lnTo>
                <a:close/>
                <a:lnTo>
                  <a:pt x="1599056" y="222532"/>
                </a:lnTo>
                <a:close/>
                <a:lnTo>
                  <a:pt x="1602869" y="221119"/>
                </a:lnTo>
                <a:close/>
                <a:lnTo>
                  <a:pt x="1606683" y="219708"/>
                </a:lnTo>
                <a:close/>
                <a:lnTo>
                  <a:pt x="1610496" y="218300"/>
                </a:lnTo>
                <a:close/>
                <a:lnTo>
                  <a:pt x="1614310" y="216895"/>
                </a:lnTo>
                <a:close/>
                <a:lnTo>
                  <a:pt x="1618124" y="215491"/>
                </a:lnTo>
                <a:close/>
                <a:lnTo>
                  <a:pt x="1621939" y="214091"/>
                </a:lnTo>
                <a:close/>
                <a:lnTo>
                  <a:pt x="1625754" y="212692"/>
                </a:lnTo>
                <a:close/>
                <a:lnTo>
                  <a:pt x="1629569" y="211296"/>
                </a:lnTo>
                <a:close/>
                <a:lnTo>
                  <a:pt x="1633386" y="209903"/>
                </a:lnTo>
                <a:close/>
                <a:lnTo>
                  <a:pt x="1637203" y="208511"/>
                </a:lnTo>
                <a:close/>
                <a:lnTo>
                  <a:pt x="1641021" y="207122"/>
                </a:lnTo>
                <a:close/>
                <a:lnTo>
                  <a:pt x="1644840" y="205734"/>
                </a:lnTo>
                <a:close/>
                <a:lnTo>
                  <a:pt x="1648659" y="204349"/>
                </a:lnTo>
                <a:close/>
                <a:lnTo>
                  <a:pt x="1652479" y="202967"/>
                </a:lnTo>
                <a:close/>
                <a:lnTo>
                  <a:pt x="1656299" y="201586"/>
                </a:lnTo>
                <a:close/>
                <a:lnTo>
                  <a:pt x="1660120" y="200208"/>
                </a:lnTo>
                <a:close/>
                <a:lnTo>
                  <a:pt x="1663940" y="198832"/>
                </a:lnTo>
                <a:close/>
                <a:lnTo>
                  <a:pt x="1667759" y="197459"/>
                </a:lnTo>
                <a:close/>
                <a:lnTo>
                  <a:pt x="1671579" y="196088"/>
                </a:lnTo>
                <a:close/>
                <a:lnTo>
                  <a:pt x="1675397" y="194720"/>
                </a:lnTo>
                <a:close/>
                <a:lnTo>
                  <a:pt x="1679215" y="193354"/>
                </a:lnTo>
                <a:close/>
                <a:lnTo>
                  <a:pt x="1683032" y="191991"/>
                </a:lnTo>
                <a:close/>
                <a:lnTo>
                  <a:pt x="1686848" y="190630"/>
                </a:lnTo>
                <a:close/>
                <a:lnTo>
                  <a:pt x="1690663" y="189271"/>
                </a:lnTo>
                <a:close/>
                <a:lnTo>
                  <a:pt x="1694478" y="187914"/>
                </a:lnTo>
                <a:close/>
                <a:lnTo>
                  <a:pt x="1698292" y="186559"/>
                </a:lnTo>
                <a:close/>
                <a:lnTo>
                  <a:pt x="1702106" y="185207"/>
                </a:lnTo>
                <a:close/>
                <a:lnTo>
                  <a:pt x="1705920" y="183856"/>
                </a:lnTo>
                <a:close/>
                <a:lnTo>
                  <a:pt x="1709733" y="182507"/>
                </a:lnTo>
                <a:close/>
                <a:lnTo>
                  <a:pt x="1713547" y="181159"/>
                </a:lnTo>
                <a:close/>
                <a:lnTo>
                  <a:pt x="1717360" y="179813"/>
                </a:lnTo>
                <a:close/>
                <a:lnTo>
                  <a:pt x="1721173" y="178468"/>
                </a:lnTo>
                <a:close/>
                <a:lnTo>
                  <a:pt x="1724987" y="177125"/>
                </a:lnTo>
                <a:close/>
                <a:lnTo>
                  <a:pt x="1728801" y="175784"/>
                </a:lnTo>
                <a:close/>
                <a:lnTo>
                  <a:pt x="1732615" y="174445"/>
                </a:lnTo>
                <a:close/>
                <a:lnTo>
                  <a:pt x="1736429" y="173108"/>
                </a:lnTo>
                <a:close/>
                <a:lnTo>
                  <a:pt x="1740245" y="171772"/>
                </a:lnTo>
                <a:close/>
                <a:lnTo>
                  <a:pt x="1744060" y="170440"/>
                </a:lnTo>
                <a:close/>
                <a:lnTo>
                  <a:pt x="1747877" y="169109"/>
                </a:lnTo>
                <a:close/>
                <a:lnTo>
                  <a:pt x="1751694" y="167781"/>
                </a:lnTo>
                <a:close/>
                <a:lnTo>
                  <a:pt x="1755512" y="166456"/>
                </a:lnTo>
                <a:close/>
                <a:lnTo>
                  <a:pt x="1759331" y="165134"/>
                </a:lnTo>
                <a:close/>
                <a:lnTo>
                  <a:pt x="1763150" y="163813"/>
                </a:lnTo>
                <a:close/>
                <a:lnTo>
                  <a:pt x="1766970" y="162496"/>
                </a:lnTo>
                <a:close/>
                <a:lnTo>
                  <a:pt x="1770790" y="161180"/>
                </a:lnTo>
                <a:close/>
                <a:lnTo>
                  <a:pt x="1774611" y="159867"/>
                </a:lnTo>
                <a:close/>
                <a:lnTo>
                  <a:pt x="1778431" y="158556"/>
                </a:lnTo>
                <a:close/>
                <a:lnTo>
                  <a:pt x="1782250" y="157246"/>
                </a:lnTo>
                <a:close/>
                <a:lnTo>
                  <a:pt x="1786070" y="155939"/>
                </a:lnTo>
                <a:close/>
                <a:lnTo>
                  <a:pt x="1789888" y="154633"/>
                </a:lnTo>
                <a:close/>
                <a:lnTo>
                  <a:pt x="1793706" y="153329"/>
                </a:lnTo>
                <a:close/>
                <a:lnTo>
                  <a:pt x="1797522" y="152026"/>
                </a:lnTo>
                <a:close/>
                <a:lnTo>
                  <a:pt x="1801338" y="150726"/>
                </a:lnTo>
                <a:close/>
                <a:lnTo>
                  <a:pt x="1805154" y="149427"/>
                </a:lnTo>
                <a:close/>
                <a:lnTo>
                  <a:pt x="1808969" y="148129"/>
                </a:lnTo>
                <a:close/>
                <a:lnTo>
                  <a:pt x="1812783" y="146834"/>
                </a:lnTo>
                <a:close/>
                <a:lnTo>
                  <a:pt x="1816597" y="145540"/>
                </a:lnTo>
                <a:close/>
                <a:lnTo>
                  <a:pt x="1820411" y="144248"/>
                </a:lnTo>
                <a:close/>
                <a:lnTo>
                  <a:pt x="1824224" y="142957"/>
                </a:lnTo>
                <a:close/>
                <a:lnTo>
                  <a:pt x="1828037" y="141669"/>
                </a:lnTo>
                <a:close/>
                <a:lnTo>
                  <a:pt x="1831851" y="140383"/>
                </a:lnTo>
                <a:close/>
                <a:lnTo>
                  <a:pt x="1835664" y="139098"/>
                </a:lnTo>
                <a:close/>
                <a:lnTo>
                  <a:pt x="1839478" y="137815"/>
                </a:lnTo>
                <a:close/>
                <a:lnTo>
                  <a:pt x="1843291" y="136535"/>
                </a:lnTo>
                <a:close/>
                <a:lnTo>
                  <a:pt x="1847106" y="135256"/>
                </a:lnTo>
                <a:close/>
                <a:lnTo>
                  <a:pt x="1850920" y="133979"/>
                </a:lnTo>
                <a:close/>
                <a:lnTo>
                  <a:pt x="1854735" y="132703"/>
                </a:lnTo>
                <a:close/>
                <a:lnTo>
                  <a:pt x="1858551" y="131430"/>
                </a:lnTo>
                <a:close/>
                <a:lnTo>
                  <a:pt x="1862368" y="130158"/>
                </a:lnTo>
                <a:close/>
                <a:lnTo>
                  <a:pt x="1866185" y="128888"/>
                </a:lnTo>
                <a:close/>
                <a:lnTo>
                  <a:pt x="1870003" y="127620"/>
                </a:lnTo>
                <a:close/>
                <a:lnTo>
                  <a:pt x="1873822" y="126354"/>
                </a:lnTo>
                <a:close/>
                <a:lnTo>
                  <a:pt x="1877641" y="125089"/>
                </a:lnTo>
                <a:close/>
                <a:lnTo>
                  <a:pt x="1881461" y="123827"/>
                </a:lnTo>
                <a:close/>
                <a:lnTo>
                  <a:pt x="1885281" y="122566"/>
                </a:lnTo>
                <a:close/>
                <a:lnTo>
                  <a:pt x="1889102" y="121307"/>
                </a:lnTo>
                <a:close/>
                <a:lnTo>
                  <a:pt x="1892922" y="120050"/>
                </a:lnTo>
                <a:close/>
                <a:lnTo>
                  <a:pt x="1896741" y="118795"/>
                </a:lnTo>
                <a:close/>
                <a:lnTo>
                  <a:pt x="1900560" y="117542"/>
                </a:lnTo>
                <a:close/>
                <a:lnTo>
                  <a:pt x="1904379" y="116291"/>
                </a:lnTo>
                <a:close/>
                <a:lnTo>
                  <a:pt x="1908197" y="115042"/>
                </a:lnTo>
                <a:close/>
                <a:lnTo>
                  <a:pt x="1912013" y="113795"/>
                </a:lnTo>
                <a:close/>
                <a:lnTo>
                  <a:pt x="1915829" y="112550"/>
                </a:lnTo>
                <a:close/>
                <a:lnTo>
                  <a:pt x="1919645" y="111306"/>
                </a:lnTo>
                <a:close/>
                <a:lnTo>
                  <a:pt x="1923459" y="110065"/>
                </a:lnTo>
                <a:close/>
                <a:lnTo>
                  <a:pt x="1927274" y="108824"/>
                </a:lnTo>
                <a:close/>
                <a:lnTo>
                  <a:pt x="1931088" y="107586"/>
                </a:lnTo>
                <a:close/>
                <a:lnTo>
                  <a:pt x="1934901" y="106348"/>
                </a:lnTo>
                <a:close/>
                <a:lnTo>
                  <a:pt x="1938715" y="105112"/>
                </a:lnTo>
                <a:close/>
                <a:lnTo>
                  <a:pt x="1942528" y="103878"/>
                </a:lnTo>
                <a:close/>
                <a:lnTo>
                  <a:pt x="1946341" y="102644"/>
                </a:lnTo>
                <a:close/>
                <a:lnTo>
                  <a:pt x="1950155" y="101412"/>
                </a:lnTo>
                <a:close/>
                <a:lnTo>
                  <a:pt x="1953968" y="100180"/>
                </a:lnTo>
                <a:close/>
                <a:lnTo>
                  <a:pt x="1957782" y="98950"/>
                </a:lnTo>
                <a:close/>
                <a:lnTo>
                  <a:pt x="1961596" y="97722"/>
                </a:lnTo>
                <a:close/>
                <a:lnTo>
                  <a:pt x="1965411" y="96495"/>
                </a:lnTo>
                <a:close/>
                <a:lnTo>
                  <a:pt x="1969226" y="95269"/>
                </a:lnTo>
                <a:close/>
                <a:lnTo>
                  <a:pt x="1973042" y="94045"/>
                </a:lnTo>
                <a:close/>
                <a:lnTo>
                  <a:pt x="1976858" y="92823"/>
                </a:lnTo>
                <a:close/>
                <a:lnTo>
                  <a:pt x="1980676" y="91602"/>
                </a:lnTo>
                <a:close/>
                <a:lnTo>
                  <a:pt x="1984494" y="90384"/>
                </a:lnTo>
                <a:close/>
                <a:lnTo>
                  <a:pt x="1988313" y="89167"/>
                </a:lnTo>
                <a:close/>
                <a:lnTo>
                  <a:pt x="1992132" y="87952"/>
                </a:lnTo>
                <a:close/>
                <a:lnTo>
                  <a:pt x="1995952" y="86739"/>
                </a:lnTo>
                <a:close/>
                <a:lnTo>
                  <a:pt x="1999772" y="85528"/>
                </a:lnTo>
                <a:close/>
                <a:lnTo>
                  <a:pt x="2003593" y="84320"/>
                </a:lnTo>
                <a:close/>
                <a:lnTo>
                  <a:pt x="2007413" y="83114"/>
                </a:lnTo>
                <a:close/>
                <a:lnTo>
                  <a:pt x="2011232" y="81910"/>
                </a:lnTo>
                <a:close/>
                <a:lnTo>
                  <a:pt x="2015051" y="80708"/>
                </a:lnTo>
                <a:close/>
                <a:lnTo>
                  <a:pt x="2018870" y="79509"/>
                </a:lnTo>
                <a:close/>
                <a:lnTo>
                  <a:pt x="2022687" y="78313"/>
                </a:lnTo>
                <a:close/>
                <a:lnTo>
                  <a:pt x="2026504" y="77119"/>
                </a:lnTo>
                <a:close/>
                <a:lnTo>
                  <a:pt x="2030320" y="75927"/>
                </a:lnTo>
                <a:close/>
                <a:lnTo>
                  <a:pt x="2034135" y="74738"/>
                </a:lnTo>
                <a:close/>
                <a:lnTo>
                  <a:pt x="2037950" y="73551"/>
                </a:lnTo>
                <a:close/>
                <a:lnTo>
                  <a:pt x="2041764" y="72366"/>
                </a:lnTo>
                <a:close/>
                <a:lnTo>
                  <a:pt x="2045578" y="71183"/>
                </a:lnTo>
                <a:close/>
                <a:lnTo>
                  <a:pt x="2049392" y="70002"/>
                </a:lnTo>
                <a:close/>
                <a:lnTo>
                  <a:pt x="2053205" y="68823"/>
                </a:lnTo>
                <a:close/>
                <a:lnTo>
                  <a:pt x="2057019" y="67646"/>
                </a:lnTo>
                <a:close/>
                <a:lnTo>
                  <a:pt x="2060832" y="66470"/>
                </a:lnTo>
                <a:close/>
                <a:lnTo>
                  <a:pt x="2064645" y="65296"/>
                </a:lnTo>
                <a:close/>
                <a:lnTo>
                  <a:pt x="2068459" y="64123"/>
                </a:lnTo>
                <a:close/>
                <a:lnTo>
                  <a:pt x="2072273" y="62952"/>
                </a:lnTo>
                <a:close/>
                <a:lnTo>
                  <a:pt x="2076087" y="61783"/>
                </a:lnTo>
                <a:close/>
                <a:lnTo>
                  <a:pt x="2079902" y="60616"/>
                </a:lnTo>
                <a:close/>
                <a:lnTo>
                  <a:pt x="2083717" y="59451"/>
                </a:lnTo>
                <a:close/>
                <a:lnTo>
                  <a:pt x="2087533" y="58287"/>
                </a:lnTo>
                <a:close/>
                <a:lnTo>
                  <a:pt x="2091349" y="57126"/>
                </a:lnTo>
                <a:close/>
                <a:lnTo>
                  <a:pt x="2095167" y="55966"/>
                </a:lnTo>
                <a:close/>
                <a:lnTo>
                  <a:pt x="2098985" y="54809"/>
                </a:lnTo>
                <a:close/>
                <a:lnTo>
                  <a:pt x="2102804" y="53653"/>
                </a:lnTo>
                <a:close/>
                <a:lnTo>
                  <a:pt x="2106623" y="52499"/>
                </a:lnTo>
                <a:close/>
                <a:lnTo>
                  <a:pt x="2110443" y="51347"/>
                </a:lnTo>
                <a:close/>
                <a:lnTo>
                  <a:pt x="2114264" y="50197"/>
                </a:lnTo>
                <a:close/>
                <a:lnTo>
                  <a:pt x="2118084" y="49049"/>
                </a:lnTo>
                <a:close/>
                <a:lnTo>
                  <a:pt x="2121904" y="47902"/>
                </a:lnTo>
                <a:close/>
                <a:lnTo>
                  <a:pt x="2125723" y="46757"/>
                </a:lnTo>
                <a:close/>
                <a:lnTo>
                  <a:pt x="2129542" y="45613"/>
                </a:lnTo>
                <a:close/>
                <a:lnTo>
                  <a:pt x="2133361" y="44470"/>
                </a:lnTo>
                <a:close/>
                <a:lnTo>
                  <a:pt x="2137178" y="43328"/>
                </a:lnTo>
                <a:close/>
                <a:lnTo>
                  <a:pt x="2140995" y="42188"/>
                </a:lnTo>
                <a:close/>
                <a:lnTo>
                  <a:pt x="2144811" y="41049"/>
                </a:lnTo>
                <a:close/>
                <a:lnTo>
                  <a:pt x="2148626" y="39912"/>
                </a:lnTo>
                <a:close/>
                <a:lnTo>
                  <a:pt x="2152441" y="38775"/>
                </a:lnTo>
                <a:close/>
                <a:lnTo>
                  <a:pt x="2156255" y="37640"/>
                </a:lnTo>
                <a:close/>
                <a:lnTo>
                  <a:pt x="2160069" y="36506"/>
                </a:lnTo>
                <a:close/>
                <a:lnTo>
                  <a:pt x="2163882" y="35373"/>
                </a:lnTo>
                <a:close/>
                <a:lnTo>
                  <a:pt x="2167696" y="34242"/>
                </a:lnTo>
                <a:close/>
                <a:lnTo>
                  <a:pt x="2171509" y="33112"/>
                </a:lnTo>
                <a:close/>
                <a:lnTo>
                  <a:pt x="2175323" y="31983"/>
                </a:lnTo>
                <a:close/>
                <a:lnTo>
                  <a:pt x="2179136" y="30855"/>
                </a:lnTo>
                <a:close/>
                <a:lnTo>
                  <a:pt x="2182950" y="29729"/>
                </a:lnTo>
                <a:close/>
                <a:lnTo>
                  <a:pt x="2186764" y="28604"/>
                </a:lnTo>
                <a:close/>
                <a:lnTo>
                  <a:pt x="2190578" y="27481"/>
                </a:lnTo>
                <a:close/>
                <a:lnTo>
                  <a:pt x="2194393" y="26360"/>
                </a:lnTo>
                <a:close/>
                <a:lnTo>
                  <a:pt x="2198208" y="25240"/>
                </a:lnTo>
                <a:close/>
                <a:lnTo>
                  <a:pt x="2202024" y="24122"/>
                </a:lnTo>
                <a:close/>
                <a:lnTo>
                  <a:pt x="2205840" y="23005"/>
                </a:lnTo>
                <a:close/>
                <a:lnTo>
                  <a:pt x="2209658" y="21891"/>
                </a:lnTo>
                <a:close/>
                <a:lnTo>
                  <a:pt x="2213475" y="20779"/>
                </a:lnTo>
                <a:close/>
                <a:lnTo>
                  <a:pt x="2217294" y="19668"/>
                </a:lnTo>
                <a:close/>
                <a:lnTo>
                  <a:pt x="2221113" y="18560"/>
                </a:lnTo>
                <a:close/>
                <a:lnTo>
                  <a:pt x="2224933" y="17453"/>
                </a:lnTo>
                <a:close/>
                <a:lnTo>
                  <a:pt x="2228752" y="16348"/>
                </a:lnTo>
                <a:close/>
                <a:lnTo>
                  <a:pt x="2232572" y="15246"/>
                </a:lnTo>
                <a:close/>
                <a:lnTo>
                  <a:pt x="2236392" y="14145"/>
                </a:lnTo>
                <a:close/>
                <a:lnTo>
                  <a:pt x="2240212" y="13046"/>
                </a:lnTo>
                <a:close/>
                <a:lnTo>
                  <a:pt x="2244032" y="11949"/>
                </a:lnTo>
                <a:close/>
                <a:lnTo>
                  <a:pt x="2247852" y="10854"/>
                </a:lnTo>
                <a:close/>
                <a:lnTo>
                  <a:pt x="2251671" y="9760"/>
                </a:lnTo>
                <a:close/>
                <a:lnTo>
                  <a:pt x="2255489" y="8669"/>
                </a:lnTo>
                <a:close/>
                <a:lnTo>
                  <a:pt x="2259307" y="7579"/>
                </a:lnTo>
                <a:close/>
                <a:lnTo>
                  <a:pt x="2263123" y="6491"/>
                </a:lnTo>
                <a:close/>
                <a:lnTo>
                  <a:pt x="2266939" y="5405"/>
                </a:lnTo>
                <a:close/>
                <a:lnTo>
                  <a:pt x="2270754" y="4320"/>
                </a:lnTo>
                <a:close/>
                <a:lnTo>
                  <a:pt x="2274568" y="3237"/>
                </a:lnTo>
                <a:close/>
                <a:lnTo>
                  <a:pt x="2278380" y="2156"/>
                </a:lnTo>
                <a:close/>
                <a:lnTo>
                  <a:pt x="2282191" y="1077"/>
                </a:lnTo>
                <a:close/>
                <a:lnTo>
                  <a:pt x="2286000" y="0"/>
                </a:lnTo>
                <a:close/>
              </a:path>
            </a:pathLst>
          </a:custGeom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 flipV="1">
            <a:off x="5943600.0" y="1383898.68"/>
            <a:ext cx="0.0" cy="1187851.32"/>
          </a:xfrm>
          <a:prstGeom prst="line">
            <a:avLst/>
          </a:prstGeom>
          <a:ln w="12700">
            <a:solidFill>
              <a:srgbClr val="78787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5854700" y="1294998"/>
            <a:ext cx="177800" cy="177800"/>
          </a:xfrm>
          <a:prstGeom prst="ellipse">
            <a:avLst/>
          </a:prstGeom>
          <a:solidFill>
            <a:srgbClr val="00000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854700" y="1797050"/>
            <a:ext cx="177800" cy="177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 flipV="1">
            <a:off x="5623560.0" y="1424178.0"/>
            <a:ext cx="228600.0" cy="107487.71999999997"/>
          </a:xfrm>
          <a:prstGeom prst="line">
            <a:avLst/>
          </a:prstGeom>
          <a:ln w="152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6035040.0" y="1235262.96"/>
            <a:ext cx="274320.0" cy="109682.28000000003"/>
          </a:xfrm>
          <a:prstGeom prst="line">
            <a:avLst/>
          </a:prstGeom>
          <a:ln w="152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689600" y="42545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y=f(x)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89600" y="239141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80840" y="239141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