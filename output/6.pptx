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572000.0" y="2312974.8"/>
            <a:ext cx="93726.0" cy="258775.200000000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665726.0" y="2204618.4"/>
            <a:ext cx="94183.20000000019" cy="108356.399999999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759909.2" y="2123236.8"/>
            <a:ext cx="93726.0" cy="81381.600000000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853635.2" y="2053285.2000000002"/>
            <a:ext cx="93726.0" cy="69951.5999999996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947361.2" y="1992020.4"/>
            <a:ext cx="93726.0" cy="61264.8000000002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5041087.2" y="1936699.2"/>
            <a:ext cx="94183.20000000019" cy="55321.1999999999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5135270.4" y="1886864.4"/>
            <a:ext cx="93726.0" cy="49834.800000000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5228996.4" y="1840687.2"/>
            <a:ext cx="93726.0" cy="46177.1999999999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322722.4" y="1797710.4"/>
            <a:ext cx="93726.0" cy="42976.800000000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416448.4" y="1757019.6"/>
            <a:ext cx="94183.19999999925" cy="40690.7999999998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510631.6" y="1719072.0"/>
            <a:ext cx="93726.0" cy="37947.6000000000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5604357.6" y="1682496.0"/>
            <a:ext cx="93726.0" cy="3657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698083.6" y="1648206.0"/>
            <a:ext cx="93726.0" cy="3429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791809.6" y="1615287.6"/>
            <a:ext cx="94183.20000000019" cy="32918.3999999999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885992.8" y="1584198.0"/>
            <a:ext cx="93726.0" cy="31089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979718.8" y="1554022.8"/>
            <a:ext cx="93726.0" cy="30175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073444.8" y="1525219.2"/>
            <a:ext cx="93726.0" cy="28803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167170.8" y="1497330.0"/>
            <a:ext cx="94183.20000000019" cy="27889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261354.0" y="1470812.4000000001"/>
            <a:ext cx="93726.0" cy="26517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6355080.0" y="1410004.8"/>
            <a:ext cx="91440.0" cy="60807.6000000000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446520.0" y="1388059.2"/>
            <a:ext cx="71780.40000000037" cy="21945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518300.4" y="1366113.6"/>
            <a:ext cx="71780.39999999944" cy="21945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590080.8" y="1344625.2"/>
            <a:ext cx="71780.40000000037" cy="21488.400000000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661861.2" y="1323594.0"/>
            <a:ext cx="72237.59999999963" cy="21031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734098.8" y="1302562.8"/>
            <a:ext cx="71780.40000000037" cy="21031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805879.2" y="1281988.7999999998"/>
            <a:ext cx="71780.39999999944" cy="20574.00000000023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877659.6" y="1261414.8"/>
            <a:ext cx="71780.40000000037" cy="20573.99999999976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949440.0" y="1241298.0"/>
            <a:ext cx="71780.40000000037" cy="20116.8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7021220.4" y="1221181.2"/>
            <a:ext cx="71780.40000000037" cy="20116.8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7093000.800000001" y="1201064.4"/>
            <a:ext cx="71780.39999999944" cy="20116.8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164781.2" y="1181404.8"/>
            <a:ext cx="72237.59999999963" cy="19659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7237018.8" y="1162202.4"/>
            <a:ext cx="71780.39999999944" cy="19202.400000000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7308799.199999999" y="1143000.0"/>
            <a:ext cx="71780.40000000037" cy="19202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7380579.6" y="1123797.6"/>
            <a:ext cx="71780.40000000037" cy="19202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6362700" y="139065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62700" y="1619250"/>
            <a:ext cx="76200" cy="7620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0" y="110871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$y=f(x)$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