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572000.0" y="2255367.6"/>
            <a:ext cx="45720.0" cy="53949.6000000000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617720.0" y="2207361.6"/>
            <a:ext cx="45720.0" cy="4800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663440.0" y="2163470.4"/>
            <a:ext cx="45720.0" cy="43891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709160.0" y="2122322.4"/>
            <a:ext cx="45720.0" cy="4114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754880.0" y="2083917.6"/>
            <a:ext cx="45720.0" cy="38404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800600.0" y="2047341.6"/>
            <a:ext cx="45720.0" cy="3657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846320.0" y="2012137.2"/>
            <a:ext cx="45720.0" cy="35204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92040.0" y="1978304.4"/>
            <a:ext cx="45720.0" cy="33832.800000000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937760.0" y="1945843.2"/>
            <a:ext cx="45720.0" cy="32461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983480.0" y="1914753.6"/>
            <a:ext cx="45720.0" cy="31089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029200.0" y="1884578.4"/>
            <a:ext cx="45720.0" cy="30175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074920.0" y="1854860.4"/>
            <a:ext cx="45720.0" cy="2971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120640.0" y="1826056.8"/>
            <a:ext cx="45720.0" cy="28803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166360.0" y="1797710.4"/>
            <a:ext cx="45720.0" cy="28346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212080.0" y="1770278.4"/>
            <a:ext cx="45720.0" cy="2743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257800.0" y="1743303.6"/>
            <a:ext cx="45720.0" cy="26974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303520.0" y="1716786.0"/>
            <a:ext cx="45720.0" cy="26517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349240.0" y="1690725.6"/>
            <a:ext cx="45720.0" cy="26060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394960.0" y="1665122.4"/>
            <a:ext cx="45720.0" cy="25603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440680.0" y="1639976.4000000001"/>
            <a:ext cx="45720.0" cy="25145.99999999976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486400.0" y="1615287.6"/>
            <a:ext cx="45720.0" cy="24688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532120.0" y="1590598.8"/>
            <a:ext cx="45720.0" cy="24688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577840.0" y="1566367.2000000002"/>
            <a:ext cx="45720.0" cy="24231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623560.0" y="1542592.8"/>
            <a:ext cx="45720.0" cy="23774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669280.0" y="1518818.4000000001"/>
            <a:ext cx="45720.0" cy="23774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715000.0" y="1495501.2"/>
            <a:ext cx="45720.0" cy="23317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760720.0" y="1472184.0"/>
            <a:ext cx="45720.0" cy="23317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806440.0" y="1449324.0"/>
            <a:ext cx="4572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5852160.0" y="1426921.2"/>
            <a:ext cx="45720.0" cy="22402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989320.0" y="1360170.0"/>
            <a:ext cx="45720.0" cy="22402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6035040.0" y="1338224.4"/>
            <a:ext cx="45720.0" cy="21945.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080760.0" y="1316278.8"/>
            <a:ext cx="45720.0" cy="21945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126480.0" y="1294790.4"/>
            <a:ext cx="45720.0" cy="21488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6172200.0" y="1273302.0"/>
            <a:ext cx="45720.0" cy="21488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217920.0" y="1252270.8"/>
            <a:ext cx="45720.0" cy="21031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6263640.0" y="1231239.6"/>
            <a:ext cx="45720.0" cy="21031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309360.0" y="1210208.4"/>
            <a:ext cx="45720.0" cy="21031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6355080.0" y="1189634.4"/>
            <a:ext cx="45720.0" cy="2057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400800.0" y="1169060.4"/>
            <a:ext cx="45720.0" cy="2057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446520.0" y="1148943.5999999999"/>
            <a:ext cx="45720.0" cy="20116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492240.0" y="1128826.8"/>
            <a:ext cx="45720.0" cy="20116.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537960.0" y="1108710.0"/>
            <a:ext cx="45720.0" cy="20116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583680.0" y="1089050.4000000001"/>
            <a:ext cx="45720.0" cy="19659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905500" y="129921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905500" y="16192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110871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$y=f(x)$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