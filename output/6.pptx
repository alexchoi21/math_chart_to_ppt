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0.0" y="2571750.0"/>
            <a:ext cx="22860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514350.0"/>
            <a:ext cx="0.0" cy="20574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reeform 3"/>
          <p:cNvSpPr/>
          <p:nvPr/>
        </p:nvSpPr>
        <p:spPr>
          <a:xfrm>
            <a:off x="4572000" y="626364"/>
            <a:ext cx="2034540" cy="1716786"/>
          </a:xfrm>
          <a:custGeom>
            <a:avLst/>
            <a:gdLst/>
            <a:ahLst/>
            <a:cxnLst/>
            <a:rect l="l" t="t" r="r" b="b"/>
            <a:pathLst>
              <a:path w="2034540" h="1716786">
                <a:moveTo>
                  <a:pt x="0" y="1716786"/>
                </a:moveTo>
                <a:lnTo>
                  <a:pt x="6728" y="1648683"/>
                </a:lnTo>
                <a:close/>
                <a:lnTo>
                  <a:pt x="13456" y="1596019"/>
                </a:lnTo>
                <a:close/>
                <a:lnTo>
                  <a:pt x="20184" y="1556038"/>
                </a:lnTo>
                <a:close/>
                <a:lnTo>
                  <a:pt x="26912" y="1525985"/>
                </a:lnTo>
                <a:close/>
                <a:lnTo>
                  <a:pt x="33640" y="1503103"/>
                </a:lnTo>
                <a:close/>
                <a:lnTo>
                  <a:pt x="40368" y="1484638"/>
                </a:lnTo>
                <a:close/>
                <a:lnTo>
                  <a:pt x="47096" y="1467838"/>
                </a:lnTo>
                <a:close/>
                <a:lnTo>
                  <a:pt x="53824" y="1450900"/>
                </a:lnTo>
                <a:close/>
                <a:lnTo>
                  <a:pt x="60552" y="1434105"/>
                </a:lnTo>
                <a:close/>
                <a:lnTo>
                  <a:pt x="67280" y="1418014"/>
                </a:lnTo>
                <a:close/>
                <a:lnTo>
                  <a:pt x="74008" y="1403110"/>
                </a:lnTo>
                <a:close/>
                <a:lnTo>
                  <a:pt x="80736" y="1389315"/>
                </a:lnTo>
                <a:close/>
                <a:lnTo>
                  <a:pt x="87464" y="1376306"/>
                </a:lnTo>
                <a:close/>
                <a:lnTo>
                  <a:pt x="94192" y="1363763"/>
                </a:lnTo>
                <a:close/>
                <a:lnTo>
                  <a:pt x="100920" y="1351518"/>
                </a:lnTo>
                <a:close/>
                <a:lnTo>
                  <a:pt x="107648" y="1339596"/>
                </a:lnTo>
                <a:close/>
                <a:lnTo>
                  <a:pt x="114376" y="1328037"/>
                </a:lnTo>
                <a:close/>
                <a:lnTo>
                  <a:pt x="121104" y="1316865"/>
                </a:lnTo>
                <a:close/>
                <a:lnTo>
                  <a:pt x="127833" y="1306053"/>
                </a:lnTo>
                <a:close/>
                <a:lnTo>
                  <a:pt x="134561" y="1295564"/>
                </a:lnTo>
                <a:close/>
                <a:lnTo>
                  <a:pt x="141289" y="1285360"/>
                </a:lnTo>
                <a:close/>
                <a:lnTo>
                  <a:pt x="148017" y="1275410"/>
                </a:lnTo>
                <a:close/>
                <a:lnTo>
                  <a:pt x="154745" y="1265690"/>
                </a:lnTo>
                <a:close/>
                <a:lnTo>
                  <a:pt x="161473" y="1256177"/>
                </a:lnTo>
                <a:close/>
                <a:lnTo>
                  <a:pt x="168201" y="1246851"/>
                </a:lnTo>
                <a:close/>
                <a:lnTo>
                  <a:pt x="174929" y="1237706"/>
                </a:lnTo>
                <a:close/>
                <a:lnTo>
                  <a:pt x="181657" y="1228737"/>
                </a:lnTo>
                <a:close/>
                <a:lnTo>
                  <a:pt x="188385" y="1219937"/>
                </a:lnTo>
                <a:close/>
                <a:lnTo>
                  <a:pt x="195113" y="1211286"/>
                </a:lnTo>
                <a:close/>
                <a:lnTo>
                  <a:pt x="201841" y="1202759"/>
                </a:lnTo>
                <a:close/>
                <a:lnTo>
                  <a:pt x="208569" y="1194332"/>
                </a:lnTo>
                <a:close/>
                <a:lnTo>
                  <a:pt x="215297" y="1186006"/>
                </a:lnTo>
                <a:close/>
                <a:lnTo>
                  <a:pt x="222025" y="1177815"/>
                </a:lnTo>
                <a:close/>
                <a:lnTo>
                  <a:pt x="228753" y="1169795"/>
                </a:lnTo>
                <a:close/>
                <a:lnTo>
                  <a:pt x="235481" y="1161965"/>
                </a:lnTo>
                <a:close/>
                <a:lnTo>
                  <a:pt x="242209" y="1154293"/>
                </a:lnTo>
                <a:close/>
                <a:lnTo>
                  <a:pt x="248937" y="1146731"/>
                </a:lnTo>
                <a:close/>
                <a:lnTo>
                  <a:pt x="255665" y="1139235"/>
                </a:lnTo>
                <a:close/>
                <a:lnTo>
                  <a:pt x="262393" y="1131792"/>
                </a:lnTo>
                <a:close/>
                <a:lnTo>
                  <a:pt x="269121" y="1124416"/>
                </a:lnTo>
                <a:close/>
                <a:lnTo>
                  <a:pt x="275849" y="1117117"/>
                </a:lnTo>
                <a:close/>
                <a:lnTo>
                  <a:pt x="282577" y="1109905"/>
                </a:lnTo>
                <a:close/>
                <a:lnTo>
                  <a:pt x="289305" y="1102777"/>
                </a:lnTo>
                <a:close/>
                <a:lnTo>
                  <a:pt x="296033" y="1095730"/>
                </a:lnTo>
                <a:close/>
                <a:lnTo>
                  <a:pt x="302761" y="1088762"/>
                </a:lnTo>
                <a:close/>
                <a:lnTo>
                  <a:pt x="309489" y="1081870"/>
                </a:lnTo>
                <a:close/>
                <a:lnTo>
                  <a:pt x="316217" y="1075057"/>
                </a:lnTo>
                <a:close/>
                <a:lnTo>
                  <a:pt x="322945" y="1068320"/>
                </a:lnTo>
                <a:close/>
                <a:lnTo>
                  <a:pt x="329673" y="1061662"/>
                </a:lnTo>
                <a:close/>
                <a:lnTo>
                  <a:pt x="336401" y="1055087"/>
                </a:lnTo>
                <a:close/>
                <a:lnTo>
                  <a:pt x="343129" y="1048597"/>
                </a:lnTo>
                <a:close/>
                <a:lnTo>
                  <a:pt x="349857" y="1042193"/>
                </a:lnTo>
                <a:close/>
                <a:lnTo>
                  <a:pt x="356585" y="1035864"/>
                </a:lnTo>
                <a:close/>
                <a:lnTo>
                  <a:pt x="363313" y="1029596"/>
                </a:lnTo>
                <a:close/>
                <a:lnTo>
                  <a:pt x="370041" y="1023373"/>
                </a:lnTo>
                <a:close/>
                <a:lnTo>
                  <a:pt x="376769" y="1017181"/>
                </a:lnTo>
                <a:close/>
                <a:lnTo>
                  <a:pt x="383498" y="1011003"/>
                </a:lnTo>
                <a:close/>
                <a:lnTo>
                  <a:pt x="390226" y="1004821"/>
                </a:lnTo>
                <a:close/>
                <a:lnTo>
                  <a:pt x="396954" y="998671"/>
                </a:lnTo>
                <a:close/>
                <a:lnTo>
                  <a:pt x="403682" y="992694"/>
                </a:lnTo>
                <a:close/>
                <a:lnTo>
                  <a:pt x="410410" y="987040"/>
                </a:lnTo>
                <a:close/>
                <a:lnTo>
                  <a:pt x="417138" y="981782"/>
                </a:lnTo>
                <a:close/>
                <a:lnTo>
                  <a:pt x="423866" y="976467"/>
                </a:lnTo>
                <a:close/>
                <a:lnTo>
                  <a:pt x="430594" y="970435"/>
                </a:lnTo>
                <a:close/>
                <a:lnTo>
                  <a:pt x="437322" y="963053"/>
                </a:lnTo>
                <a:close/>
                <a:lnTo>
                  <a:pt x="444050" y="954592"/>
                </a:lnTo>
                <a:close/>
                <a:lnTo>
                  <a:pt x="450778" y="946368"/>
                </a:lnTo>
                <a:close/>
                <a:lnTo>
                  <a:pt x="457506" y="939757"/>
                </a:lnTo>
                <a:close/>
                <a:lnTo>
                  <a:pt x="464234" y="935605"/>
                </a:lnTo>
                <a:close/>
                <a:lnTo>
                  <a:pt x="470962" y="932900"/>
                </a:lnTo>
                <a:close/>
                <a:lnTo>
                  <a:pt x="477690" y="930228"/>
                </a:lnTo>
                <a:close/>
                <a:lnTo>
                  <a:pt x="484418" y="926271"/>
                </a:lnTo>
                <a:close/>
                <a:lnTo>
                  <a:pt x="491146" y="920913"/>
                </a:lnTo>
                <a:close/>
                <a:lnTo>
                  <a:pt x="497874" y="914856"/>
                </a:lnTo>
                <a:close/>
                <a:lnTo>
                  <a:pt x="504602" y="908813"/>
                </a:lnTo>
                <a:close/>
                <a:lnTo>
                  <a:pt x="511330" y="903213"/>
                </a:lnTo>
                <a:close/>
                <a:lnTo>
                  <a:pt x="518058" y="897926"/>
                </a:lnTo>
                <a:close/>
                <a:lnTo>
                  <a:pt x="524786" y="892761"/>
                </a:lnTo>
                <a:close/>
                <a:lnTo>
                  <a:pt x="531514" y="887552"/>
                </a:lnTo>
                <a:close/>
                <a:lnTo>
                  <a:pt x="538242" y="882288"/>
                </a:lnTo>
                <a:close/>
                <a:lnTo>
                  <a:pt x="544970" y="877021"/>
                </a:lnTo>
                <a:close/>
                <a:lnTo>
                  <a:pt x="551698" y="871803"/>
                </a:lnTo>
                <a:close/>
                <a:lnTo>
                  <a:pt x="558426" y="866654"/>
                </a:lnTo>
                <a:close/>
                <a:lnTo>
                  <a:pt x="565154" y="861560"/>
                </a:lnTo>
                <a:close/>
                <a:lnTo>
                  <a:pt x="571882" y="856506"/>
                </a:lnTo>
                <a:close/>
                <a:lnTo>
                  <a:pt x="578610" y="851482"/>
                </a:lnTo>
                <a:close/>
                <a:lnTo>
                  <a:pt x="585338" y="846493"/>
                </a:lnTo>
                <a:close/>
                <a:lnTo>
                  <a:pt x="592066" y="841550"/>
                </a:lnTo>
                <a:close/>
                <a:lnTo>
                  <a:pt x="598794" y="836660"/>
                </a:lnTo>
                <a:close/>
                <a:lnTo>
                  <a:pt x="605522" y="831813"/>
                </a:lnTo>
                <a:close/>
                <a:lnTo>
                  <a:pt x="612250" y="826985"/>
                </a:lnTo>
                <a:close/>
                <a:lnTo>
                  <a:pt x="618978" y="822153"/>
                </a:lnTo>
                <a:close/>
                <a:lnTo>
                  <a:pt x="625706" y="817305"/>
                </a:lnTo>
                <a:close/>
                <a:lnTo>
                  <a:pt x="632435" y="812454"/>
                </a:lnTo>
                <a:close/>
                <a:lnTo>
                  <a:pt x="639163" y="807616"/>
                </a:lnTo>
                <a:close/>
                <a:lnTo>
                  <a:pt x="645891" y="802808"/>
                </a:lnTo>
                <a:close/>
                <a:lnTo>
                  <a:pt x="652619" y="798057"/>
                </a:lnTo>
                <a:close/>
                <a:lnTo>
                  <a:pt x="659347" y="793397"/>
                </a:lnTo>
                <a:close/>
                <a:lnTo>
                  <a:pt x="666075" y="788857"/>
                </a:lnTo>
                <a:close/>
                <a:lnTo>
                  <a:pt x="672803" y="784420"/>
                </a:lnTo>
                <a:close/>
                <a:lnTo>
                  <a:pt x="679531" y="780013"/>
                </a:lnTo>
                <a:close/>
                <a:lnTo>
                  <a:pt x="686259" y="775562"/>
                </a:lnTo>
                <a:close/>
                <a:lnTo>
                  <a:pt x="692987" y="771019"/>
                </a:lnTo>
                <a:close/>
                <a:lnTo>
                  <a:pt x="699715" y="766423"/>
                </a:lnTo>
                <a:close/>
                <a:lnTo>
                  <a:pt x="706443" y="761828"/>
                </a:lnTo>
                <a:close/>
                <a:lnTo>
                  <a:pt x="713171" y="757287"/>
                </a:lnTo>
                <a:close/>
                <a:lnTo>
                  <a:pt x="719899" y="752816"/>
                </a:lnTo>
                <a:close/>
                <a:lnTo>
                  <a:pt x="726627" y="748408"/>
                </a:lnTo>
                <a:close/>
                <a:lnTo>
                  <a:pt x="733355" y="744053"/>
                </a:lnTo>
                <a:close/>
                <a:lnTo>
                  <a:pt x="740083" y="739740"/>
                </a:lnTo>
                <a:close/>
                <a:lnTo>
                  <a:pt x="746811" y="735445"/>
                </a:lnTo>
                <a:close/>
                <a:lnTo>
                  <a:pt x="753539" y="731145"/>
                </a:lnTo>
                <a:close/>
                <a:lnTo>
                  <a:pt x="760267" y="726822"/>
                </a:lnTo>
                <a:close/>
                <a:lnTo>
                  <a:pt x="766995" y="722497"/>
                </a:lnTo>
                <a:close/>
                <a:lnTo>
                  <a:pt x="773723" y="718199"/>
                </a:lnTo>
                <a:close/>
                <a:lnTo>
                  <a:pt x="780451" y="713961"/>
                </a:lnTo>
                <a:close/>
                <a:lnTo>
                  <a:pt x="787179" y="709783"/>
                </a:lnTo>
                <a:close/>
                <a:lnTo>
                  <a:pt x="793907" y="705630"/>
                </a:lnTo>
                <a:close/>
                <a:lnTo>
                  <a:pt x="800635" y="701470"/>
                </a:lnTo>
                <a:close/>
                <a:lnTo>
                  <a:pt x="807363" y="697282"/>
                </a:lnTo>
                <a:close/>
                <a:lnTo>
                  <a:pt x="814091" y="693093"/>
                </a:lnTo>
                <a:close/>
                <a:lnTo>
                  <a:pt x="820819" y="688938"/>
                </a:lnTo>
                <a:close/>
                <a:lnTo>
                  <a:pt x="827547" y="684849"/>
                </a:lnTo>
                <a:close/>
                <a:lnTo>
                  <a:pt x="834275" y="680814"/>
                </a:lnTo>
                <a:close/>
                <a:lnTo>
                  <a:pt x="841003" y="676798"/>
                </a:lnTo>
                <a:close/>
                <a:lnTo>
                  <a:pt x="847731" y="672763"/>
                </a:lnTo>
                <a:close/>
                <a:lnTo>
                  <a:pt x="854459" y="668699"/>
                </a:lnTo>
                <a:close/>
                <a:lnTo>
                  <a:pt x="861187" y="664646"/>
                </a:lnTo>
                <a:close/>
                <a:lnTo>
                  <a:pt x="867915" y="660646"/>
                </a:lnTo>
                <a:close/>
                <a:lnTo>
                  <a:pt x="874643" y="656731"/>
                </a:lnTo>
                <a:close/>
                <a:lnTo>
                  <a:pt x="881372" y="652858"/>
                </a:lnTo>
                <a:close/>
                <a:lnTo>
                  <a:pt x="888100" y="648961"/>
                </a:lnTo>
                <a:close/>
                <a:lnTo>
                  <a:pt x="894828" y="644977"/>
                </a:lnTo>
                <a:close/>
                <a:lnTo>
                  <a:pt x="901556" y="640912"/>
                </a:lnTo>
                <a:close/>
                <a:lnTo>
                  <a:pt x="908284" y="636847"/>
                </a:lnTo>
                <a:close/>
                <a:lnTo>
                  <a:pt x="915012" y="632866"/>
                </a:lnTo>
                <a:close/>
                <a:lnTo>
                  <a:pt x="921740" y="629020"/>
                </a:lnTo>
                <a:close/>
                <a:lnTo>
                  <a:pt x="928468" y="625271"/>
                </a:lnTo>
                <a:close/>
                <a:lnTo>
                  <a:pt x="935196" y="621560"/>
                </a:lnTo>
                <a:close/>
                <a:lnTo>
                  <a:pt x="941924" y="617833"/>
                </a:lnTo>
                <a:close/>
                <a:lnTo>
                  <a:pt x="948652" y="614074"/>
                </a:lnTo>
                <a:close/>
                <a:lnTo>
                  <a:pt x="955380" y="610292"/>
                </a:lnTo>
                <a:close/>
                <a:lnTo>
                  <a:pt x="962108" y="606496"/>
                </a:lnTo>
                <a:close/>
                <a:lnTo>
                  <a:pt x="968836" y="602700"/>
                </a:lnTo>
                <a:close/>
                <a:lnTo>
                  <a:pt x="975564" y="598925"/>
                </a:lnTo>
                <a:close/>
                <a:lnTo>
                  <a:pt x="982292" y="595195"/>
                </a:lnTo>
                <a:close/>
                <a:lnTo>
                  <a:pt x="989020" y="591527"/>
                </a:lnTo>
                <a:close/>
                <a:lnTo>
                  <a:pt x="995748" y="587901"/>
                </a:lnTo>
                <a:close/>
                <a:lnTo>
                  <a:pt x="1002476" y="584286"/>
                </a:lnTo>
                <a:close/>
                <a:lnTo>
                  <a:pt x="1009204" y="580652"/>
                </a:lnTo>
                <a:close/>
                <a:lnTo>
                  <a:pt x="1015932" y="577000"/>
                </a:lnTo>
                <a:close/>
                <a:lnTo>
                  <a:pt x="1022660" y="573360"/>
                </a:lnTo>
                <a:close/>
                <a:lnTo>
                  <a:pt x="1029388" y="569763"/>
                </a:lnTo>
                <a:close/>
                <a:lnTo>
                  <a:pt x="1036116" y="566229"/>
                </a:lnTo>
                <a:close/>
                <a:lnTo>
                  <a:pt x="1042844" y="562739"/>
                </a:lnTo>
                <a:close/>
                <a:lnTo>
                  <a:pt x="1049572" y="559267"/>
                </a:lnTo>
                <a:close/>
                <a:lnTo>
                  <a:pt x="1056300" y="555790"/>
                </a:lnTo>
                <a:close/>
                <a:lnTo>
                  <a:pt x="1063028" y="552298"/>
                </a:lnTo>
                <a:close/>
                <a:lnTo>
                  <a:pt x="1069756" y="548792"/>
                </a:lnTo>
                <a:close/>
                <a:lnTo>
                  <a:pt x="1076484" y="545273"/>
                </a:lnTo>
                <a:close/>
                <a:lnTo>
                  <a:pt x="1083212" y="541750"/>
                </a:lnTo>
                <a:close/>
                <a:lnTo>
                  <a:pt x="1089940" y="538244"/>
                </a:lnTo>
                <a:close/>
                <a:lnTo>
                  <a:pt x="1096668" y="534779"/>
                </a:lnTo>
                <a:close/>
                <a:lnTo>
                  <a:pt x="1103396" y="531372"/>
                </a:lnTo>
                <a:close/>
                <a:lnTo>
                  <a:pt x="1110124" y="528009"/>
                </a:lnTo>
                <a:close/>
                <a:lnTo>
                  <a:pt x="1116852" y="524669"/>
                </a:lnTo>
                <a:close/>
                <a:lnTo>
                  <a:pt x="1123580" y="521326"/>
                </a:lnTo>
                <a:close/>
                <a:lnTo>
                  <a:pt x="1130309" y="517971"/>
                </a:lnTo>
                <a:close/>
                <a:lnTo>
                  <a:pt x="1137037" y="514603"/>
                </a:lnTo>
                <a:close/>
                <a:lnTo>
                  <a:pt x="1143765" y="511222"/>
                </a:lnTo>
                <a:close/>
                <a:lnTo>
                  <a:pt x="1150493" y="507833"/>
                </a:lnTo>
                <a:close/>
                <a:lnTo>
                  <a:pt x="1157221" y="504456"/>
                </a:lnTo>
                <a:close/>
                <a:lnTo>
                  <a:pt x="1163949" y="501116"/>
                </a:lnTo>
                <a:close/>
                <a:lnTo>
                  <a:pt x="1170677" y="497832"/>
                </a:lnTo>
                <a:close/>
                <a:lnTo>
                  <a:pt x="1177405" y="494597"/>
                </a:lnTo>
                <a:close/>
                <a:lnTo>
                  <a:pt x="1184133" y="491388"/>
                </a:lnTo>
                <a:close/>
                <a:lnTo>
                  <a:pt x="1190861" y="488183"/>
                </a:lnTo>
                <a:close/>
                <a:lnTo>
                  <a:pt x="1197588" y="484967"/>
                </a:lnTo>
                <a:close/>
                <a:lnTo>
                  <a:pt x="1204316" y="481736"/>
                </a:lnTo>
                <a:close/>
                <a:lnTo>
                  <a:pt x="1211045" y="478490"/>
                </a:lnTo>
                <a:close/>
                <a:lnTo>
                  <a:pt x="1217775" y="475231"/>
                </a:lnTo>
                <a:close/>
                <a:lnTo>
                  <a:pt x="1224504" y="471982"/>
                </a:lnTo>
                <a:close/>
                <a:lnTo>
                  <a:pt x="1231231" y="468770"/>
                </a:lnTo>
                <a:close/>
                <a:lnTo>
                  <a:pt x="1237953" y="465622"/>
                </a:lnTo>
                <a:close/>
                <a:lnTo>
                  <a:pt x="1244674" y="462530"/>
                </a:lnTo>
                <a:close/>
                <a:lnTo>
                  <a:pt x="1251401" y="459454"/>
                </a:lnTo>
                <a:close/>
                <a:lnTo>
                  <a:pt x="1258144" y="456352"/>
                </a:lnTo>
                <a:close/>
                <a:lnTo>
                  <a:pt x="1264901" y="453210"/>
                </a:lnTo>
                <a:close/>
                <a:lnTo>
                  <a:pt x="1271644" y="450081"/>
                </a:lnTo>
                <a:close/>
                <a:lnTo>
                  <a:pt x="1278344" y="447035"/>
                </a:lnTo>
                <a:close/>
                <a:lnTo>
                  <a:pt x="1284979" y="444119"/>
                </a:lnTo>
                <a:close/>
                <a:lnTo>
                  <a:pt x="1291615" y="441204"/>
                </a:lnTo>
                <a:close/>
                <a:lnTo>
                  <a:pt x="1298368" y="438061"/>
                </a:lnTo>
                <a:close/>
                <a:lnTo>
                  <a:pt x="1305352" y="434467"/>
                </a:lnTo>
                <a:close/>
                <a:lnTo>
                  <a:pt x="1312478" y="430622"/>
                </a:lnTo>
                <a:close/>
                <a:lnTo>
                  <a:pt x="1319338" y="427390"/>
                </a:lnTo>
                <a:close/>
                <a:lnTo>
                  <a:pt x="1325497" y="425690"/>
                </a:lnTo>
                <a:close/>
                <a:lnTo>
                  <a:pt x="1330797" y="425845"/>
                </a:lnTo>
                <a:close/>
                <a:lnTo>
                  <a:pt x="1336445" y="425233"/>
                </a:lnTo>
                <a:close/>
                <a:lnTo>
                  <a:pt x="1344063" y="420332"/>
                </a:lnTo>
                <a:close/>
                <a:lnTo>
                  <a:pt x="1355167" y="407847"/>
                </a:lnTo>
                <a:close/>
                <a:lnTo>
                  <a:pt x="1369182" y="388986"/>
                </a:lnTo>
                <a:close/>
                <a:lnTo>
                  <a:pt x="1383619" y="369076"/>
                </a:lnTo>
                <a:close/>
                <a:lnTo>
                  <a:pt x="1395919" y="353591"/>
                </a:lnTo>
                <a:close/>
                <a:lnTo>
                  <a:pt x="1404542" y="345844"/>
                </a:lnTo>
                <a:close/>
                <a:lnTo>
                  <a:pt x="1410659" y="343365"/>
                </a:lnTo>
                <a:close/>
                <a:lnTo>
                  <a:pt x="1415895" y="342730"/>
                </a:lnTo>
                <a:close/>
                <a:lnTo>
                  <a:pt x="1421734" y="340808"/>
                </a:lnTo>
                <a:close/>
                <a:lnTo>
                  <a:pt x="1428411" y="337123"/>
                </a:lnTo>
                <a:close/>
                <a:lnTo>
                  <a:pt x="1435497" y="332610"/>
                </a:lnTo>
                <a:close/>
                <a:lnTo>
                  <a:pt x="1442561" y="328207"/>
                </a:lnTo>
                <a:close/>
                <a:lnTo>
                  <a:pt x="1449378" y="324389"/>
                </a:lnTo>
                <a:close/>
                <a:lnTo>
                  <a:pt x="1456040" y="320917"/>
                </a:lnTo>
                <a:close/>
                <a:lnTo>
                  <a:pt x="1462663" y="317496"/>
                </a:lnTo>
                <a:close/>
                <a:lnTo>
                  <a:pt x="1469341" y="313884"/>
                </a:lnTo>
                <a:close/>
                <a:lnTo>
                  <a:pt x="1476074" y="310101"/>
                </a:lnTo>
                <a:close/>
                <a:lnTo>
                  <a:pt x="1482830" y="306246"/>
                </a:lnTo>
                <a:close/>
                <a:lnTo>
                  <a:pt x="1489579" y="302411"/>
                </a:lnTo>
                <a:close/>
                <a:lnTo>
                  <a:pt x="1496310" y="298630"/>
                </a:lnTo>
                <a:close/>
                <a:lnTo>
                  <a:pt x="1503032" y="294882"/>
                </a:lnTo>
                <a:close/>
                <a:lnTo>
                  <a:pt x="1509753" y="291141"/>
                </a:lnTo>
                <a:close/>
                <a:lnTo>
                  <a:pt x="1516479" y="287389"/>
                </a:lnTo>
                <a:close/>
                <a:lnTo>
                  <a:pt x="1523207" y="283623"/>
                </a:lnTo>
                <a:close/>
                <a:lnTo>
                  <a:pt x="1529938" y="279840"/>
                </a:lnTo>
                <a:close/>
                <a:lnTo>
                  <a:pt x="1536667" y="276042"/>
                </a:lnTo>
                <a:close/>
                <a:lnTo>
                  <a:pt x="1543395" y="272249"/>
                </a:lnTo>
                <a:close/>
                <a:lnTo>
                  <a:pt x="1550122" y="268491"/>
                </a:lnTo>
                <a:close/>
                <a:lnTo>
                  <a:pt x="1556850" y="264799"/>
                </a:lnTo>
                <a:close/>
                <a:lnTo>
                  <a:pt x="1563578" y="261171"/>
                </a:lnTo>
                <a:close/>
                <a:lnTo>
                  <a:pt x="1570306" y="257559"/>
                </a:lnTo>
                <a:close/>
                <a:lnTo>
                  <a:pt x="1577034" y="253913"/>
                </a:lnTo>
                <a:close/>
                <a:lnTo>
                  <a:pt x="1583762" y="250194"/>
                </a:lnTo>
                <a:close/>
                <a:lnTo>
                  <a:pt x="1590490" y="246419"/>
                </a:lnTo>
                <a:close/>
                <a:lnTo>
                  <a:pt x="1597218" y="242624"/>
                </a:lnTo>
                <a:close/>
                <a:lnTo>
                  <a:pt x="1603946" y="238841"/>
                </a:lnTo>
                <a:close/>
                <a:lnTo>
                  <a:pt x="1610674" y="235078"/>
                </a:lnTo>
                <a:close/>
                <a:lnTo>
                  <a:pt x="1617402" y="231317"/>
                </a:lnTo>
                <a:close/>
                <a:lnTo>
                  <a:pt x="1624130" y="227540"/>
                </a:lnTo>
                <a:close/>
                <a:lnTo>
                  <a:pt x="1630858" y="223745"/>
                </a:lnTo>
                <a:close/>
                <a:lnTo>
                  <a:pt x="1637586" y="219961"/>
                </a:lnTo>
                <a:close/>
                <a:lnTo>
                  <a:pt x="1644314" y="216223"/>
                </a:lnTo>
                <a:close/>
                <a:lnTo>
                  <a:pt x="1651042" y="212559"/>
                </a:lnTo>
                <a:close/>
                <a:lnTo>
                  <a:pt x="1657771" y="208944"/>
                </a:lnTo>
                <a:close/>
                <a:lnTo>
                  <a:pt x="1664499" y="205325"/>
                </a:lnTo>
                <a:close/>
                <a:lnTo>
                  <a:pt x="1671227" y="201652"/>
                </a:lnTo>
                <a:close/>
                <a:lnTo>
                  <a:pt x="1677955" y="197906"/>
                </a:lnTo>
                <a:close/>
                <a:lnTo>
                  <a:pt x="1684683" y="194118"/>
                </a:lnTo>
                <a:close/>
                <a:lnTo>
                  <a:pt x="1691411" y="190324"/>
                </a:lnTo>
                <a:close/>
                <a:lnTo>
                  <a:pt x="1698139" y="186551"/>
                </a:lnTo>
                <a:close/>
                <a:lnTo>
                  <a:pt x="1704867" y="182790"/>
                </a:lnTo>
                <a:close/>
                <a:lnTo>
                  <a:pt x="1711595" y="179025"/>
                </a:lnTo>
                <a:close/>
                <a:lnTo>
                  <a:pt x="1718323" y="175240"/>
                </a:lnTo>
                <a:close/>
                <a:lnTo>
                  <a:pt x="1725051" y="171445"/>
                </a:lnTo>
                <a:close/>
                <a:lnTo>
                  <a:pt x="1731779" y="167675"/>
                </a:lnTo>
                <a:close/>
                <a:lnTo>
                  <a:pt x="1738507" y="163965"/>
                </a:lnTo>
                <a:close/>
                <a:lnTo>
                  <a:pt x="1745235" y="160328"/>
                </a:lnTo>
                <a:close/>
                <a:lnTo>
                  <a:pt x="1751963" y="156717"/>
                </a:lnTo>
                <a:close/>
                <a:lnTo>
                  <a:pt x="1758691" y="153083"/>
                </a:lnTo>
                <a:close/>
                <a:lnTo>
                  <a:pt x="1765419" y="149377"/>
                </a:lnTo>
                <a:close/>
                <a:lnTo>
                  <a:pt x="1772147" y="145610"/>
                </a:lnTo>
                <a:close/>
                <a:lnTo>
                  <a:pt x="1778875" y="141816"/>
                </a:lnTo>
                <a:close/>
                <a:lnTo>
                  <a:pt x="1785603" y="138029"/>
                </a:lnTo>
                <a:close/>
                <a:lnTo>
                  <a:pt x="1792331" y="134263"/>
                </a:lnTo>
                <a:close/>
                <a:lnTo>
                  <a:pt x="1799059" y="130503"/>
                </a:lnTo>
                <a:close/>
                <a:lnTo>
                  <a:pt x="1805787" y="126730"/>
                </a:lnTo>
                <a:close/>
                <a:lnTo>
                  <a:pt x="1812515" y="122937"/>
                </a:lnTo>
                <a:close/>
                <a:lnTo>
                  <a:pt x="1819243" y="119148"/>
                </a:lnTo>
                <a:close/>
                <a:lnTo>
                  <a:pt x="1825971" y="115399"/>
                </a:lnTo>
                <a:close/>
                <a:lnTo>
                  <a:pt x="1832699" y="111721"/>
                </a:lnTo>
                <a:close/>
                <a:lnTo>
                  <a:pt x="1839427" y="108101"/>
                </a:lnTo>
                <a:close/>
                <a:lnTo>
                  <a:pt x="1846155" y="104487"/>
                </a:lnTo>
                <a:close/>
                <a:lnTo>
                  <a:pt x="1852883" y="100827"/>
                </a:lnTo>
                <a:close/>
                <a:lnTo>
                  <a:pt x="1859611" y="97092"/>
                </a:lnTo>
                <a:close/>
                <a:lnTo>
                  <a:pt x="1866339" y="93310"/>
                </a:lnTo>
                <a:close/>
                <a:lnTo>
                  <a:pt x="1873067" y="89515"/>
                </a:lnTo>
                <a:close/>
                <a:lnTo>
                  <a:pt x="1879795" y="85737"/>
                </a:lnTo>
                <a:close/>
                <a:lnTo>
                  <a:pt x="1886523" y="81976"/>
                </a:lnTo>
                <a:close/>
                <a:lnTo>
                  <a:pt x="1893251" y="78213"/>
                </a:lnTo>
                <a:close/>
                <a:lnTo>
                  <a:pt x="1899979" y="74431"/>
                </a:lnTo>
                <a:close/>
                <a:lnTo>
                  <a:pt x="1906707" y="70636"/>
                </a:lnTo>
                <a:close/>
                <a:lnTo>
                  <a:pt x="1913436" y="66859"/>
                </a:lnTo>
                <a:close/>
                <a:lnTo>
                  <a:pt x="1920164" y="63135"/>
                </a:lnTo>
                <a:close/>
                <a:lnTo>
                  <a:pt x="1926892" y="59487"/>
                </a:lnTo>
                <a:close/>
                <a:lnTo>
                  <a:pt x="1933620" y="55875"/>
                </a:lnTo>
                <a:close/>
                <a:lnTo>
                  <a:pt x="1940348" y="52249"/>
                </a:lnTo>
                <a:close/>
                <a:lnTo>
                  <a:pt x="1947076" y="48559"/>
                </a:lnTo>
                <a:close/>
                <a:lnTo>
                  <a:pt x="1953804" y="44801"/>
                </a:lnTo>
                <a:close/>
                <a:lnTo>
                  <a:pt x="1960532" y="41009"/>
                </a:lnTo>
                <a:close/>
                <a:lnTo>
                  <a:pt x="1967260" y="37216"/>
                </a:lnTo>
                <a:close/>
                <a:lnTo>
                  <a:pt x="1973988" y="33443"/>
                </a:lnTo>
                <a:close/>
                <a:lnTo>
                  <a:pt x="1980716" y="29681"/>
                </a:lnTo>
                <a:close/>
                <a:lnTo>
                  <a:pt x="1987444" y="25917"/>
                </a:lnTo>
                <a:close/>
                <a:lnTo>
                  <a:pt x="1994172" y="22142"/>
                </a:lnTo>
                <a:close/>
                <a:lnTo>
                  <a:pt x="2000900" y="18364"/>
                </a:lnTo>
                <a:close/>
                <a:lnTo>
                  <a:pt x="2007628" y="14599"/>
                </a:lnTo>
                <a:close/>
                <a:lnTo>
                  <a:pt x="2014356" y="10863"/>
                </a:lnTo>
                <a:close/>
                <a:lnTo>
                  <a:pt x="2021084" y="7174"/>
                </a:lnTo>
                <a:close/>
                <a:lnTo>
                  <a:pt x="2027812" y="3547"/>
                </a:lnTo>
                <a:close/>
                <a:lnTo>
                  <a:pt x="2034540" y="0"/>
                </a:lnTo>
                <a:close/>
              </a:path>
            </a:pathLst>
          </a:custGeom>
          <a:ln w="317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 flipV="1">
            <a:off x="5943600.0" y="997153.2"/>
            <a:ext cx="0.0" cy="1574596.8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5892800" y="946353"/>
            <a:ext cx="101600" cy="101600"/>
          </a:xfrm>
          <a:prstGeom prst="ellipse">
            <a:avLst/>
          </a:prstGeom>
          <a:solidFill>
            <a:srgbClr val="0A0A0A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892800" y="1377950"/>
            <a:ext cx="101600" cy="10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5577840" y="1041959"/>
            <a:ext cx="342900" cy="166878"/>
          </a:xfrm>
          <a:custGeom>
            <a:avLst/>
            <a:gdLst/>
            <a:ahLst/>
            <a:cxnLst/>
            <a:rect l="l" t="t" r="r" b="b"/>
            <a:pathLst>
              <a:path w="342900" h="166878">
                <a:moveTo>
                  <a:pt x="0" y="166878"/>
                </a:moveTo>
                <a:lnTo>
                  <a:pt x="3464" y="164957"/>
                </a:lnTo>
                <a:close/>
                <a:lnTo>
                  <a:pt x="6927" y="163057"/>
                </a:lnTo>
                <a:close/>
                <a:lnTo>
                  <a:pt x="10391" y="161176"/>
                </a:lnTo>
                <a:close/>
                <a:lnTo>
                  <a:pt x="13855" y="159312"/>
                </a:lnTo>
                <a:close/>
                <a:lnTo>
                  <a:pt x="17318" y="157464"/>
                </a:lnTo>
                <a:close/>
                <a:lnTo>
                  <a:pt x="20782" y="155629"/>
                </a:lnTo>
                <a:close/>
                <a:lnTo>
                  <a:pt x="24245" y="153805"/>
                </a:lnTo>
                <a:close/>
                <a:lnTo>
                  <a:pt x="27709" y="151991"/>
                </a:lnTo>
                <a:close/>
                <a:lnTo>
                  <a:pt x="31173" y="150186"/>
                </a:lnTo>
                <a:close/>
                <a:lnTo>
                  <a:pt x="34636" y="148386"/>
                </a:lnTo>
                <a:close/>
                <a:lnTo>
                  <a:pt x="38100" y="146590"/>
                </a:lnTo>
                <a:close/>
                <a:lnTo>
                  <a:pt x="41564" y="144797"/>
                </a:lnTo>
                <a:close/>
                <a:lnTo>
                  <a:pt x="45027" y="143005"/>
                </a:lnTo>
                <a:close/>
                <a:lnTo>
                  <a:pt x="48491" y="141211"/>
                </a:lnTo>
                <a:close/>
                <a:lnTo>
                  <a:pt x="51955" y="139416"/>
                </a:lnTo>
                <a:close/>
                <a:lnTo>
                  <a:pt x="55418" y="137618"/>
                </a:lnTo>
                <a:close/>
                <a:lnTo>
                  <a:pt x="58882" y="135817"/>
                </a:lnTo>
                <a:close/>
                <a:lnTo>
                  <a:pt x="62345" y="134014"/>
                </a:lnTo>
                <a:close/>
                <a:lnTo>
                  <a:pt x="65809" y="132207"/>
                </a:lnTo>
                <a:close/>
                <a:lnTo>
                  <a:pt x="69273" y="130397"/>
                </a:lnTo>
                <a:close/>
                <a:lnTo>
                  <a:pt x="72736" y="128583"/>
                </a:lnTo>
                <a:close/>
                <a:lnTo>
                  <a:pt x="76200" y="126769"/>
                </a:lnTo>
                <a:close/>
                <a:lnTo>
                  <a:pt x="79664" y="124959"/>
                </a:lnTo>
                <a:close/>
                <a:lnTo>
                  <a:pt x="83127" y="123155"/>
                </a:lnTo>
                <a:close/>
                <a:lnTo>
                  <a:pt x="86591" y="121361"/>
                </a:lnTo>
                <a:close/>
                <a:lnTo>
                  <a:pt x="90055" y="119580"/>
                </a:lnTo>
                <a:close/>
                <a:lnTo>
                  <a:pt x="93518" y="117815"/>
                </a:lnTo>
                <a:close/>
                <a:lnTo>
                  <a:pt x="96982" y="116065"/>
                </a:lnTo>
                <a:close/>
                <a:lnTo>
                  <a:pt x="100445" y="114329"/>
                </a:lnTo>
                <a:close/>
                <a:lnTo>
                  <a:pt x="103909" y="112601"/>
                </a:lnTo>
                <a:close/>
                <a:lnTo>
                  <a:pt x="107373" y="110879"/>
                </a:lnTo>
                <a:close/>
                <a:lnTo>
                  <a:pt x="110836" y="109161"/>
                </a:lnTo>
                <a:close/>
                <a:lnTo>
                  <a:pt x="114300" y="107442"/>
                </a:lnTo>
                <a:close/>
                <a:lnTo>
                  <a:pt x="117764" y="105720"/>
                </a:lnTo>
                <a:close/>
                <a:lnTo>
                  <a:pt x="121227" y="103994"/>
                </a:lnTo>
                <a:close/>
                <a:lnTo>
                  <a:pt x="124691" y="102265"/>
                </a:lnTo>
                <a:close/>
                <a:lnTo>
                  <a:pt x="128155" y="100533"/>
                </a:lnTo>
                <a:close/>
                <a:lnTo>
                  <a:pt x="131618" y="98797"/>
                </a:lnTo>
                <a:close/>
                <a:lnTo>
                  <a:pt x="135082" y="97057"/>
                </a:lnTo>
                <a:close/>
                <a:lnTo>
                  <a:pt x="138545" y="95314"/>
                </a:lnTo>
                <a:close/>
                <a:lnTo>
                  <a:pt x="142009" y="93569"/>
                </a:lnTo>
                <a:close/>
                <a:lnTo>
                  <a:pt x="145473" y="91825"/>
                </a:lnTo>
                <a:close/>
                <a:lnTo>
                  <a:pt x="148936" y="90085"/>
                </a:lnTo>
                <a:close/>
                <a:lnTo>
                  <a:pt x="152400" y="88352"/>
                </a:lnTo>
                <a:close/>
                <a:lnTo>
                  <a:pt x="155864" y="86630"/>
                </a:lnTo>
                <a:close/>
                <a:lnTo>
                  <a:pt x="159327" y="84922"/>
                </a:lnTo>
                <a:close/>
                <a:lnTo>
                  <a:pt x="162791" y="83229"/>
                </a:lnTo>
                <a:close/>
                <a:lnTo>
                  <a:pt x="166255" y="81552"/>
                </a:lnTo>
                <a:close/>
                <a:lnTo>
                  <a:pt x="169718" y="79887"/>
                </a:lnTo>
                <a:close/>
                <a:lnTo>
                  <a:pt x="173182" y="78230"/>
                </a:lnTo>
                <a:close/>
                <a:lnTo>
                  <a:pt x="176645" y="76578"/>
                </a:lnTo>
                <a:close/>
                <a:lnTo>
                  <a:pt x="180109" y="74929"/>
                </a:lnTo>
                <a:close/>
                <a:lnTo>
                  <a:pt x="183573" y="73279"/>
                </a:lnTo>
                <a:close/>
                <a:lnTo>
                  <a:pt x="187036" y="71625"/>
                </a:lnTo>
                <a:close/>
                <a:lnTo>
                  <a:pt x="190500" y="69968"/>
                </a:lnTo>
                <a:close/>
                <a:lnTo>
                  <a:pt x="193964" y="68308"/>
                </a:lnTo>
                <a:close/>
                <a:lnTo>
                  <a:pt x="197427" y="66644"/>
                </a:lnTo>
                <a:close/>
                <a:lnTo>
                  <a:pt x="200891" y="64977"/>
                </a:lnTo>
                <a:close/>
                <a:lnTo>
                  <a:pt x="204355" y="63306"/>
                </a:lnTo>
                <a:close/>
                <a:lnTo>
                  <a:pt x="207818" y="61631"/>
                </a:lnTo>
                <a:close/>
                <a:lnTo>
                  <a:pt x="211282" y="59955"/>
                </a:lnTo>
                <a:close/>
                <a:lnTo>
                  <a:pt x="214745" y="58281"/>
                </a:lnTo>
                <a:close/>
                <a:lnTo>
                  <a:pt x="218209" y="56611"/>
                </a:lnTo>
                <a:close/>
                <a:lnTo>
                  <a:pt x="221673" y="54950"/>
                </a:lnTo>
                <a:close/>
                <a:lnTo>
                  <a:pt x="225136" y="53299"/>
                </a:lnTo>
                <a:close/>
                <a:lnTo>
                  <a:pt x="228600" y="51663"/>
                </a:lnTo>
                <a:close/>
                <a:lnTo>
                  <a:pt x="232064" y="50044"/>
                </a:lnTo>
                <a:close/>
                <a:lnTo>
                  <a:pt x="235527" y="48438"/>
                </a:lnTo>
                <a:close/>
                <a:lnTo>
                  <a:pt x="238991" y="46844"/>
                </a:lnTo>
                <a:close/>
                <a:lnTo>
                  <a:pt x="242455" y="45258"/>
                </a:lnTo>
                <a:close/>
                <a:lnTo>
                  <a:pt x="245918" y="43676"/>
                </a:lnTo>
                <a:close/>
                <a:lnTo>
                  <a:pt x="249382" y="42096"/>
                </a:lnTo>
                <a:close/>
                <a:lnTo>
                  <a:pt x="252845" y="40515"/>
                </a:lnTo>
                <a:close/>
                <a:lnTo>
                  <a:pt x="256309" y="38930"/>
                </a:lnTo>
                <a:close/>
                <a:lnTo>
                  <a:pt x="259773" y="37341"/>
                </a:lnTo>
                <a:close/>
                <a:lnTo>
                  <a:pt x="263236" y="35749"/>
                </a:lnTo>
                <a:close/>
                <a:lnTo>
                  <a:pt x="266700" y="34154"/>
                </a:lnTo>
                <a:close/>
                <a:lnTo>
                  <a:pt x="270164" y="32555"/>
                </a:lnTo>
                <a:close/>
                <a:lnTo>
                  <a:pt x="273627" y="30953"/>
                </a:lnTo>
                <a:close/>
                <a:lnTo>
                  <a:pt x="277091" y="29348"/>
                </a:lnTo>
                <a:close/>
                <a:lnTo>
                  <a:pt x="280555" y="27742"/>
                </a:lnTo>
                <a:close/>
                <a:lnTo>
                  <a:pt x="284018" y="26138"/>
                </a:lnTo>
                <a:close/>
                <a:lnTo>
                  <a:pt x="287482" y="24540"/>
                </a:lnTo>
                <a:close/>
                <a:lnTo>
                  <a:pt x="290945" y="22949"/>
                </a:lnTo>
                <a:close/>
                <a:lnTo>
                  <a:pt x="294409" y="21370"/>
                </a:lnTo>
                <a:close/>
                <a:lnTo>
                  <a:pt x="297873" y="19805"/>
                </a:lnTo>
                <a:close/>
                <a:lnTo>
                  <a:pt x="301336" y="18255"/>
                </a:lnTo>
                <a:close/>
                <a:lnTo>
                  <a:pt x="304800" y="16719"/>
                </a:lnTo>
                <a:close/>
                <a:lnTo>
                  <a:pt x="308264" y="15194"/>
                </a:lnTo>
                <a:close/>
                <a:lnTo>
                  <a:pt x="311727" y="13678"/>
                </a:lnTo>
                <a:close/>
                <a:lnTo>
                  <a:pt x="315191" y="12167"/>
                </a:lnTo>
                <a:close/>
                <a:lnTo>
                  <a:pt x="318655" y="10661"/>
                </a:lnTo>
                <a:close/>
                <a:lnTo>
                  <a:pt x="322118" y="9155"/>
                </a:lnTo>
                <a:close/>
                <a:lnTo>
                  <a:pt x="325582" y="7647"/>
                </a:lnTo>
                <a:close/>
                <a:lnTo>
                  <a:pt x="329045" y="6136"/>
                </a:lnTo>
                <a:close/>
                <a:lnTo>
                  <a:pt x="332509" y="4618"/>
                </a:lnTo>
                <a:close/>
                <a:lnTo>
                  <a:pt x="335973" y="3091"/>
                </a:lnTo>
                <a:close/>
                <a:lnTo>
                  <a:pt x="339436" y="1552"/>
                </a:lnTo>
                <a:close/>
                <a:lnTo>
                  <a:pt x="342900" y="0"/>
                </a:lnTo>
                <a:close/>
              </a:path>
            </a:pathLst>
          </a:custGeom>
          <a:ln w="1905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5989320" y="664312"/>
            <a:ext cx="548640" cy="304495"/>
          </a:xfrm>
          <a:custGeom>
            <a:avLst/>
            <a:gdLst/>
            <a:ahLst/>
            <a:cxnLst/>
            <a:rect l="l" t="t" r="r" b="b"/>
            <a:pathLst>
              <a:path w="548640" h="304495">
                <a:moveTo>
                  <a:pt x="548640" y="0"/>
                </a:moveTo>
                <a:lnTo>
                  <a:pt x="543098" y="3217"/>
                </a:lnTo>
                <a:close/>
                <a:lnTo>
                  <a:pt x="537556" y="6348"/>
                </a:lnTo>
                <a:close/>
                <a:lnTo>
                  <a:pt x="532015" y="9411"/>
                </a:lnTo>
                <a:close/>
                <a:lnTo>
                  <a:pt x="526473" y="12427"/>
                </a:lnTo>
                <a:close/>
                <a:lnTo>
                  <a:pt x="520931" y="15413"/>
                </a:lnTo>
                <a:close/>
                <a:lnTo>
                  <a:pt x="515389" y="18389"/>
                </a:lnTo>
                <a:close/>
                <a:lnTo>
                  <a:pt x="509847" y="21374"/>
                </a:lnTo>
                <a:close/>
                <a:lnTo>
                  <a:pt x="504305" y="24386"/>
                </a:lnTo>
                <a:close/>
                <a:lnTo>
                  <a:pt x="498764" y="27443"/>
                </a:lnTo>
                <a:close/>
                <a:lnTo>
                  <a:pt x="493222" y="30538"/>
                </a:lnTo>
                <a:close/>
                <a:lnTo>
                  <a:pt x="487680" y="33655"/>
                </a:lnTo>
                <a:close/>
                <a:lnTo>
                  <a:pt x="482138" y="36778"/>
                </a:lnTo>
                <a:close/>
                <a:lnTo>
                  <a:pt x="476596" y="39891"/>
                </a:lnTo>
                <a:close/>
                <a:lnTo>
                  <a:pt x="471055" y="42991"/>
                </a:lnTo>
                <a:close/>
                <a:lnTo>
                  <a:pt x="465513" y="46089"/>
                </a:lnTo>
                <a:close/>
                <a:lnTo>
                  <a:pt x="459971" y="49192"/>
                </a:lnTo>
                <a:close/>
                <a:lnTo>
                  <a:pt x="454429" y="52310"/>
                </a:lnTo>
                <a:close/>
                <a:lnTo>
                  <a:pt x="448887" y="55437"/>
                </a:lnTo>
                <a:close/>
                <a:lnTo>
                  <a:pt x="443345" y="58554"/>
                </a:lnTo>
                <a:close/>
                <a:lnTo>
                  <a:pt x="437804" y="61643"/>
                </a:lnTo>
                <a:close/>
                <a:lnTo>
                  <a:pt x="432262" y="64684"/>
                </a:lnTo>
                <a:close/>
                <a:lnTo>
                  <a:pt x="426720" y="67678"/>
                </a:lnTo>
                <a:close/>
                <a:lnTo>
                  <a:pt x="421178" y="70651"/>
                </a:lnTo>
                <a:close/>
                <a:lnTo>
                  <a:pt x="415636" y="73634"/>
                </a:lnTo>
                <a:close/>
                <a:lnTo>
                  <a:pt x="410095" y="76655"/>
                </a:lnTo>
                <a:close/>
                <a:lnTo>
                  <a:pt x="404553" y="79728"/>
                </a:lnTo>
                <a:close/>
                <a:lnTo>
                  <a:pt x="399011" y="82838"/>
                </a:lnTo>
                <a:close/>
                <a:lnTo>
                  <a:pt x="393469" y="85963"/>
                </a:lnTo>
                <a:close/>
                <a:lnTo>
                  <a:pt x="387927" y="89086"/>
                </a:lnTo>
                <a:close/>
                <a:lnTo>
                  <a:pt x="382385" y="92193"/>
                </a:lnTo>
                <a:close/>
                <a:lnTo>
                  <a:pt x="376844" y="95291"/>
                </a:lnTo>
                <a:close/>
                <a:lnTo>
                  <a:pt x="371302" y="98389"/>
                </a:lnTo>
                <a:close/>
                <a:lnTo>
                  <a:pt x="365760" y="101498"/>
                </a:lnTo>
                <a:close/>
                <a:lnTo>
                  <a:pt x="360218" y="104622"/>
                </a:lnTo>
                <a:close/>
                <a:lnTo>
                  <a:pt x="354676" y="107747"/>
                </a:lnTo>
                <a:close/>
                <a:lnTo>
                  <a:pt x="349135" y="110853"/>
                </a:lnTo>
                <a:close/>
                <a:lnTo>
                  <a:pt x="343593" y="113920"/>
                </a:lnTo>
                <a:close/>
                <a:lnTo>
                  <a:pt x="338051" y="116935"/>
                </a:lnTo>
                <a:close/>
                <a:lnTo>
                  <a:pt x="332509" y="119915"/>
                </a:lnTo>
                <a:close/>
                <a:lnTo>
                  <a:pt x="326967" y="122889"/>
                </a:lnTo>
                <a:close/>
                <a:lnTo>
                  <a:pt x="321425" y="125887"/>
                </a:lnTo>
                <a:close/>
                <a:lnTo>
                  <a:pt x="315884" y="128935"/>
                </a:lnTo>
                <a:close/>
                <a:lnTo>
                  <a:pt x="310342" y="132029"/>
                </a:lnTo>
                <a:close/>
                <a:lnTo>
                  <a:pt x="304800" y="135149"/>
                </a:lnTo>
                <a:close/>
                <a:lnTo>
                  <a:pt x="299258" y="138275"/>
                </a:lnTo>
                <a:close/>
                <a:lnTo>
                  <a:pt x="293716" y="141390"/>
                </a:lnTo>
                <a:close/>
                <a:lnTo>
                  <a:pt x="288175" y="144492"/>
                </a:lnTo>
                <a:close/>
                <a:lnTo>
                  <a:pt x="282633" y="147588"/>
                </a:lnTo>
                <a:close/>
                <a:lnTo>
                  <a:pt x="277091" y="150691"/>
                </a:lnTo>
                <a:close/>
                <a:lnTo>
                  <a:pt x="271549" y="153808"/>
                </a:lnTo>
                <a:close/>
                <a:lnTo>
                  <a:pt x="266007" y="156935"/>
                </a:lnTo>
                <a:close/>
                <a:lnTo>
                  <a:pt x="260465" y="160052"/>
                </a:lnTo>
                <a:close/>
                <a:lnTo>
                  <a:pt x="254924" y="163141"/>
                </a:lnTo>
                <a:close/>
                <a:lnTo>
                  <a:pt x="249382" y="166183"/>
                </a:lnTo>
                <a:close/>
                <a:lnTo>
                  <a:pt x="243840" y="169176"/>
                </a:lnTo>
                <a:close/>
                <a:lnTo>
                  <a:pt x="238298" y="172150"/>
                </a:lnTo>
                <a:close/>
                <a:lnTo>
                  <a:pt x="232756" y="175133"/>
                </a:lnTo>
                <a:close/>
                <a:lnTo>
                  <a:pt x="227215" y="178154"/>
                </a:lnTo>
                <a:close/>
                <a:lnTo>
                  <a:pt x="221673" y="181227"/>
                </a:lnTo>
                <a:close/>
                <a:lnTo>
                  <a:pt x="216131" y="184336"/>
                </a:lnTo>
                <a:close/>
                <a:lnTo>
                  <a:pt x="210589" y="187462"/>
                </a:lnTo>
                <a:close/>
                <a:lnTo>
                  <a:pt x="205047" y="190584"/>
                </a:lnTo>
                <a:close/>
                <a:lnTo>
                  <a:pt x="199505" y="193691"/>
                </a:lnTo>
                <a:close/>
                <a:lnTo>
                  <a:pt x="193964" y="196789"/>
                </a:lnTo>
                <a:close/>
                <a:lnTo>
                  <a:pt x="188422" y="199888"/>
                </a:lnTo>
                <a:close/>
                <a:lnTo>
                  <a:pt x="182880" y="202996"/>
                </a:lnTo>
                <a:close/>
                <a:lnTo>
                  <a:pt x="177338" y="206120"/>
                </a:lnTo>
                <a:close/>
                <a:lnTo>
                  <a:pt x="171796" y="209245"/>
                </a:lnTo>
                <a:close/>
                <a:lnTo>
                  <a:pt x="166255" y="212351"/>
                </a:lnTo>
                <a:close/>
                <a:lnTo>
                  <a:pt x="160713" y="215418"/>
                </a:lnTo>
                <a:close/>
                <a:lnTo>
                  <a:pt x="155171" y="218433"/>
                </a:lnTo>
                <a:close/>
                <a:lnTo>
                  <a:pt x="149629" y="221414"/>
                </a:lnTo>
                <a:close/>
                <a:lnTo>
                  <a:pt x="144087" y="224389"/>
                </a:lnTo>
                <a:close/>
                <a:lnTo>
                  <a:pt x="138545" y="227386"/>
                </a:lnTo>
                <a:close/>
                <a:lnTo>
                  <a:pt x="133004" y="230432"/>
                </a:lnTo>
                <a:close/>
                <a:lnTo>
                  <a:pt x="127462" y="233524"/>
                </a:lnTo>
                <a:close/>
                <a:lnTo>
                  <a:pt x="121920" y="236643"/>
                </a:lnTo>
                <a:close/>
                <a:lnTo>
                  <a:pt x="116378" y="239772"/>
                </a:lnTo>
                <a:close/>
                <a:lnTo>
                  <a:pt x="110836" y="242893"/>
                </a:lnTo>
                <a:close/>
                <a:lnTo>
                  <a:pt x="105295" y="246003"/>
                </a:lnTo>
                <a:close/>
                <a:lnTo>
                  <a:pt x="99753" y="249103"/>
                </a:lnTo>
                <a:close/>
                <a:lnTo>
                  <a:pt x="94211" y="252199"/>
                </a:lnTo>
                <a:close/>
                <a:lnTo>
                  <a:pt x="88669" y="255293"/>
                </a:lnTo>
                <a:close/>
                <a:lnTo>
                  <a:pt x="83127" y="258389"/>
                </a:lnTo>
                <a:close/>
                <a:lnTo>
                  <a:pt x="77585" y="261490"/>
                </a:lnTo>
                <a:close/>
                <a:lnTo>
                  <a:pt x="72044" y="264599"/>
                </a:lnTo>
                <a:close/>
                <a:lnTo>
                  <a:pt x="66502" y="267718"/>
                </a:lnTo>
                <a:close/>
                <a:lnTo>
                  <a:pt x="60960" y="270844"/>
                </a:lnTo>
                <a:close/>
                <a:lnTo>
                  <a:pt x="55418" y="273960"/>
                </a:lnTo>
                <a:close/>
                <a:lnTo>
                  <a:pt x="49876" y="277054"/>
                </a:lnTo>
                <a:close/>
                <a:lnTo>
                  <a:pt x="44335" y="280108"/>
                </a:lnTo>
                <a:close/>
                <a:lnTo>
                  <a:pt x="38793" y="283119"/>
                </a:lnTo>
                <a:close/>
                <a:lnTo>
                  <a:pt x="33251" y="286104"/>
                </a:lnTo>
                <a:close/>
                <a:lnTo>
                  <a:pt x="27709" y="289081"/>
                </a:lnTo>
                <a:close/>
                <a:lnTo>
                  <a:pt x="22167" y="292068"/>
                </a:lnTo>
                <a:close/>
                <a:lnTo>
                  <a:pt x="16625" y="295084"/>
                </a:lnTo>
                <a:close/>
                <a:lnTo>
                  <a:pt x="11084" y="298148"/>
                </a:lnTo>
                <a:close/>
                <a:lnTo>
                  <a:pt x="5542" y="301279"/>
                </a:lnTo>
                <a:close/>
                <a:lnTo>
                  <a:pt x="0" y="304495"/>
                </a:lnTo>
                <a:close/>
              </a:path>
            </a:pathLst>
          </a:custGeom>
          <a:ln w="1905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89600" y="239141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Inter"/>
              </a:defRPr>
            </a:pPr>
            <a:r>
              <a:t>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