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862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71450.0"/>
            <a:ext cx="0.0" cy="36576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633222"/>
            <a:ext cx="3657600" cy="1938528"/>
          </a:xfrm>
          <a:custGeom>
            <a:avLst/>
            <a:gdLst/>
            <a:ahLst/>
            <a:cxnLst/>
            <a:rect l="l" t="t" r="r" b="b"/>
            <a:pathLst>
              <a:path w="3657600" h="1938528">
                <a:moveTo>
                  <a:pt x="0" y="1938528"/>
                </a:moveTo>
                <a:lnTo>
                  <a:pt x="5826" y="1929118"/>
                </a:lnTo>
                <a:close/>
                <a:lnTo>
                  <a:pt x="11602" y="1919787"/>
                </a:lnTo>
                <a:close/>
                <a:lnTo>
                  <a:pt x="17328" y="1910535"/>
                </a:lnTo>
                <a:close/>
                <a:lnTo>
                  <a:pt x="23004" y="1901360"/>
                </a:lnTo>
                <a:close/>
                <a:lnTo>
                  <a:pt x="28631" y="1892263"/>
                </a:lnTo>
                <a:close/>
                <a:lnTo>
                  <a:pt x="34208" y="1883243"/>
                </a:lnTo>
                <a:close/>
                <a:lnTo>
                  <a:pt x="39738" y="1874300"/>
                </a:lnTo>
                <a:close/>
                <a:lnTo>
                  <a:pt x="45219" y="1865433"/>
                </a:lnTo>
                <a:close/>
                <a:lnTo>
                  <a:pt x="50653" y="1856642"/>
                </a:lnTo>
                <a:close/>
                <a:lnTo>
                  <a:pt x="56040" y="1847927"/>
                </a:lnTo>
                <a:close/>
                <a:lnTo>
                  <a:pt x="61380" y="1839286"/>
                </a:lnTo>
                <a:close/>
                <a:lnTo>
                  <a:pt x="66674" y="1830720"/>
                </a:lnTo>
                <a:close/>
                <a:lnTo>
                  <a:pt x="71922" y="1822228"/>
                </a:lnTo>
                <a:close/>
                <a:lnTo>
                  <a:pt x="77124" y="1813809"/>
                </a:lnTo>
                <a:close/>
                <a:lnTo>
                  <a:pt x="82282" y="1805464"/>
                </a:lnTo>
                <a:close/>
                <a:lnTo>
                  <a:pt x="87394" y="1797192"/>
                </a:lnTo>
                <a:close/>
                <a:lnTo>
                  <a:pt x="92463" y="1788992"/>
                </a:lnTo>
                <a:close/>
                <a:lnTo>
                  <a:pt x="97488" y="1780865"/>
                </a:lnTo>
                <a:close/>
                <a:lnTo>
                  <a:pt x="102470" y="1772808"/>
                </a:lnTo>
                <a:close/>
                <a:lnTo>
                  <a:pt x="107408" y="1764823"/>
                </a:lnTo>
                <a:close/>
                <a:lnTo>
                  <a:pt x="112305" y="1756909"/>
                </a:lnTo>
                <a:close/>
                <a:lnTo>
                  <a:pt x="117159" y="1749065"/>
                </a:lnTo>
                <a:close/>
                <a:lnTo>
                  <a:pt x="121972" y="1741291"/>
                </a:lnTo>
                <a:close/>
                <a:lnTo>
                  <a:pt x="126743" y="1733586"/>
                </a:lnTo>
                <a:close/>
                <a:lnTo>
                  <a:pt x="131474" y="1725950"/>
                </a:lnTo>
                <a:close/>
                <a:lnTo>
                  <a:pt x="136164" y="1718383"/>
                </a:lnTo>
                <a:close/>
                <a:lnTo>
                  <a:pt x="140815" y="1710884"/>
                </a:lnTo>
                <a:close/>
                <a:lnTo>
                  <a:pt x="145426" y="1703452"/>
                </a:lnTo>
                <a:close/>
                <a:lnTo>
                  <a:pt x="149997" y="1696088"/>
                </a:lnTo>
                <a:close/>
                <a:lnTo>
                  <a:pt x="154531" y="1688791"/>
                </a:lnTo>
                <a:close/>
                <a:lnTo>
                  <a:pt x="159026" y="1681560"/>
                </a:lnTo>
                <a:close/>
                <a:lnTo>
                  <a:pt x="163483" y="1674395"/>
                </a:lnTo>
                <a:close/>
                <a:lnTo>
                  <a:pt x="167903" y="1667296"/>
                </a:lnTo>
                <a:close/>
                <a:lnTo>
                  <a:pt x="172286" y="1660262"/>
                </a:lnTo>
                <a:close/>
                <a:lnTo>
                  <a:pt x="176633" y="1653292"/>
                </a:lnTo>
                <a:close/>
                <a:lnTo>
                  <a:pt x="180943" y="1646387"/>
                </a:lnTo>
                <a:close/>
                <a:lnTo>
                  <a:pt x="185218" y="1639546"/>
                </a:lnTo>
                <a:close/>
                <a:lnTo>
                  <a:pt x="189457" y="1632768"/>
                </a:lnTo>
                <a:close/>
                <a:lnTo>
                  <a:pt x="193662" y="1626053"/>
                </a:lnTo>
                <a:close/>
                <a:lnTo>
                  <a:pt x="197833" y="1619401"/>
                </a:lnTo>
                <a:close/>
                <a:lnTo>
                  <a:pt x="201969" y="1612811"/>
                </a:lnTo>
                <a:close/>
                <a:lnTo>
                  <a:pt x="206072" y="1606283"/>
                </a:lnTo>
                <a:close/>
                <a:lnTo>
                  <a:pt x="210142" y="1599816"/>
                </a:lnTo>
                <a:close/>
                <a:lnTo>
                  <a:pt x="214179" y="1593410"/>
                </a:lnTo>
                <a:close/>
                <a:lnTo>
                  <a:pt x="218184" y="1587064"/>
                </a:lnTo>
                <a:close/>
                <a:lnTo>
                  <a:pt x="222157" y="1580778"/>
                </a:lnTo>
                <a:close/>
                <a:lnTo>
                  <a:pt x="226098" y="1574552"/>
                </a:lnTo>
                <a:close/>
                <a:lnTo>
                  <a:pt x="230009" y="1568385"/>
                </a:lnTo>
                <a:close/>
                <a:lnTo>
                  <a:pt x="233889" y="1562277"/>
                </a:lnTo>
                <a:close/>
                <a:lnTo>
                  <a:pt x="237739" y="1556227"/>
                </a:lnTo>
                <a:close/>
                <a:lnTo>
                  <a:pt x="241559" y="1550235"/>
                </a:lnTo>
                <a:close/>
                <a:lnTo>
                  <a:pt x="245350" y="1544300"/>
                </a:lnTo>
                <a:close/>
                <a:lnTo>
                  <a:pt x="249113" y="1538423"/>
                </a:lnTo>
                <a:close/>
                <a:lnTo>
                  <a:pt x="252846" y="1532602"/>
                </a:lnTo>
                <a:close/>
                <a:lnTo>
                  <a:pt x="256552" y="1526837"/>
                </a:lnTo>
                <a:close/>
                <a:lnTo>
                  <a:pt x="260230" y="1521128"/>
                </a:lnTo>
                <a:close/>
                <a:lnTo>
                  <a:pt x="263881" y="1515474"/>
                </a:lnTo>
                <a:close/>
                <a:lnTo>
                  <a:pt x="267506" y="1509876"/>
                </a:lnTo>
                <a:close/>
                <a:lnTo>
                  <a:pt x="271104" y="1504331"/>
                </a:lnTo>
                <a:close/>
                <a:lnTo>
                  <a:pt x="274676" y="1498841"/>
                </a:lnTo>
                <a:close/>
                <a:lnTo>
                  <a:pt x="278223" y="1493404"/>
                </a:lnTo>
                <a:close/>
                <a:lnTo>
                  <a:pt x="281745" y="1488020"/>
                </a:lnTo>
                <a:close/>
                <a:lnTo>
                  <a:pt x="285242" y="1482690"/>
                </a:lnTo>
                <a:close/>
                <a:lnTo>
                  <a:pt x="288715" y="1477411"/>
                </a:lnTo>
                <a:close/>
                <a:lnTo>
                  <a:pt x="292164" y="1472185"/>
                </a:lnTo>
                <a:close/>
                <a:lnTo>
                  <a:pt x="295590" y="1467009"/>
                </a:lnTo>
                <a:close/>
                <a:lnTo>
                  <a:pt x="298993" y="1461885"/>
                </a:lnTo>
                <a:close/>
                <a:lnTo>
                  <a:pt x="302373" y="1456812"/>
                </a:lnTo>
                <a:close/>
                <a:lnTo>
                  <a:pt x="305732" y="1451788"/>
                </a:lnTo>
                <a:close/>
                <a:lnTo>
                  <a:pt x="309069" y="1446815"/>
                </a:lnTo>
                <a:close/>
                <a:lnTo>
                  <a:pt x="312384" y="1441891"/>
                </a:lnTo>
                <a:close/>
                <a:lnTo>
                  <a:pt x="315679" y="1437015"/>
                </a:lnTo>
                <a:close/>
                <a:lnTo>
                  <a:pt x="318954" y="1432188"/>
                </a:lnTo>
                <a:close/>
                <a:lnTo>
                  <a:pt x="322209" y="1427410"/>
                </a:lnTo>
                <a:close/>
                <a:lnTo>
                  <a:pt x="325444" y="1422678"/>
                </a:lnTo>
                <a:close/>
                <a:lnTo>
                  <a:pt x="328660" y="1417994"/>
                </a:lnTo>
                <a:close/>
                <a:lnTo>
                  <a:pt x="331858" y="1413357"/>
                </a:lnTo>
                <a:close/>
                <a:lnTo>
                  <a:pt x="335037" y="1408766"/>
                </a:lnTo>
                <a:close/>
                <a:lnTo>
                  <a:pt x="338199" y="1404221"/>
                </a:lnTo>
                <a:close/>
                <a:lnTo>
                  <a:pt x="341343" y="1399722"/>
                </a:lnTo>
                <a:close/>
                <a:lnTo>
                  <a:pt x="344470" y="1395267"/>
                </a:lnTo>
                <a:close/>
                <a:lnTo>
                  <a:pt x="347581" y="1390857"/>
                </a:lnTo>
                <a:close/>
                <a:lnTo>
                  <a:pt x="350675" y="1386492"/>
                </a:lnTo>
                <a:close/>
                <a:lnTo>
                  <a:pt x="353754" y="1382170"/>
                </a:lnTo>
                <a:close/>
                <a:lnTo>
                  <a:pt x="356818" y="1377891"/>
                </a:lnTo>
                <a:close/>
                <a:lnTo>
                  <a:pt x="359867" y="1373655"/>
                </a:lnTo>
                <a:close/>
                <a:lnTo>
                  <a:pt x="362902" y="1369462"/>
                </a:lnTo>
                <a:close/>
                <a:lnTo>
                  <a:pt x="365922" y="1365311"/>
                </a:lnTo>
                <a:close/>
                <a:lnTo>
                  <a:pt x="368929" y="1361202"/>
                </a:lnTo>
                <a:close/>
                <a:lnTo>
                  <a:pt x="371923" y="1357133"/>
                </a:lnTo>
                <a:close/>
                <a:lnTo>
                  <a:pt x="374905" y="1353106"/>
                </a:lnTo>
                <a:close/>
                <a:lnTo>
                  <a:pt x="377874" y="1349119"/>
                </a:lnTo>
                <a:close/>
                <a:lnTo>
                  <a:pt x="380831" y="1345172"/>
                </a:lnTo>
                <a:close/>
                <a:lnTo>
                  <a:pt x="383777" y="1341264"/>
                </a:lnTo>
                <a:close/>
                <a:lnTo>
                  <a:pt x="386712" y="1337395"/>
                </a:lnTo>
                <a:close/>
                <a:lnTo>
                  <a:pt x="389636" y="1333565"/>
                </a:lnTo>
                <a:close/>
                <a:lnTo>
                  <a:pt x="392550" y="1329773"/>
                </a:lnTo>
                <a:close/>
                <a:lnTo>
                  <a:pt x="395454" y="1326019"/>
                </a:lnTo>
                <a:close/>
                <a:lnTo>
                  <a:pt x="398350" y="1322303"/>
                </a:lnTo>
                <a:close/>
                <a:lnTo>
                  <a:pt x="401236" y="1318623"/>
                </a:lnTo>
                <a:close/>
                <a:lnTo>
                  <a:pt x="404114" y="1314980"/>
                </a:lnTo>
                <a:close/>
                <a:lnTo>
                  <a:pt x="406984" y="1311372"/>
                </a:lnTo>
                <a:close/>
                <a:lnTo>
                  <a:pt x="409846" y="1307801"/>
                </a:lnTo>
                <a:close/>
                <a:lnTo>
                  <a:pt x="412701" y="1304265"/>
                </a:lnTo>
                <a:close/>
                <a:lnTo>
                  <a:pt x="415550" y="1300763"/>
                </a:lnTo>
                <a:close/>
                <a:lnTo>
                  <a:pt x="418392" y="1297296"/>
                </a:lnTo>
                <a:close/>
                <a:lnTo>
                  <a:pt x="421228" y="1293863"/>
                </a:lnTo>
                <a:close/>
                <a:lnTo>
                  <a:pt x="424059" y="1290463"/>
                </a:lnTo>
                <a:close/>
                <a:lnTo>
                  <a:pt x="426885" y="1287096"/>
                </a:lnTo>
                <a:close/>
                <a:lnTo>
                  <a:pt x="429706" y="1283762"/>
                </a:lnTo>
                <a:close/>
                <a:lnTo>
                  <a:pt x="432523" y="1280461"/>
                </a:lnTo>
                <a:close/>
                <a:lnTo>
                  <a:pt x="435337" y="1277191"/>
                </a:lnTo>
                <a:close/>
                <a:lnTo>
                  <a:pt x="438147" y="1273952"/>
                </a:lnTo>
                <a:close/>
                <a:lnTo>
                  <a:pt x="440954" y="1270744"/>
                </a:lnTo>
                <a:close/>
                <a:lnTo>
                  <a:pt x="443759" y="1267567"/>
                </a:lnTo>
                <a:close/>
                <a:lnTo>
                  <a:pt x="446561" y="1264420"/>
                </a:lnTo>
                <a:close/>
                <a:lnTo>
                  <a:pt x="449362" y="1261303"/>
                </a:lnTo>
                <a:close/>
                <a:lnTo>
                  <a:pt x="452162" y="1258214"/>
                </a:lnTo>
                <a:close/>
                <a:lnTo>
                  <a:pt x="454961" y="1255155"/>
                </a:lnTo>
                <a:close/>
                <a:lnTo>
                  <a:pt x="457760" y="1252124"/>
                </a:lnTo>
                <a:close/>
                <a:lnTo>
                  <a:pt x="460559" y="1249121"/>
                </a:lnTo>
                <a:close/>
                <a:lnTo>
                  <a:pt x="463358" y="1246145"/>
                </a:lnTo>
                <a:close/>
                <a:lnTo>
                  <a:pt x="466158" y="1243197"/>
                </a:lnTo>
                <a:close/>
                <a:lnTo>
                  <a:pt x="468960" y="1240275"/>
                </a:lnTo>
                <a:close/>
                <a:lnTo>
                  <a:pt x="471763" y="1237380"/>
                </a:lnTo>
                <a:close/>
                <a:lnTo>
                  <a:pt x="474569" y="1234510"/>
                </a:lnTo>
                <a:close/>
                <a:lnTo>
                  <a:pt x="477377" y="1231666"/>
                </a:lnTo>
                <a:close/>
                <a:lnTo>
                  <a:pt x="480188" y="1228846"/>
                </a:lnTo>
                <a:close/>
                <a:lnTo>
                  <a:pt x="483003" y="1226051"/>
                </a:lnTo>
                <a:close/>
                <a:lnTo>
                  <a:pt x="485822" y="1223281"/>
                </a:lnTo>
                <a:close/>
                <a:lnTo>
                  <a:pt x="488645" y="1220533"/>
                </a:lnTo>
                <a:close/>
                <a:lnTo>
                  <a:pt x="491472" y="1217810"/>
                </a:lnTo>
                <a:close/>
                <a:lnTo>
                  <a:pt x="494305" y="1215109"/>
                </a:lnTo>
                <a:close/>
                <a:lnTo>
                  <a:pt x="497144" y="1212430"/>
                </a:lnTo>
                <a:close/>
                <a:lnTo>
                  <a:pt x="499989" y="1209773"/>
                </a:lnTo>
                <a:close/>
                <a:lnTo>
                  <a:pt x="502840" y="1207138"/>
                </a:lnTo>
                <a:close/>
                <a:lnTo>
                  <a:pt x="505698" y="1204524"/>
                </a:lnTo>
                <a:close/>
                <a:lnTo>
                  <a:pt x="508563" y="1201931"/>
                </a:lnTo>
                <a:close/>
                <a:lnTo>
                  <a:pt x="511436" y="1199358"/>
                </a:lnTo>
                <a:close/>
                <a:lnTo>
                  <a:pt x="514317" y="1196804"/>
                </a:lnTo>
                <a:close/>
                <a:lnTo>
                  <a:pt x="517207" y="1194270"/>
                </a:lnTo>
                <a:close/>
                <a:lnTo>
                  <a:pt x="520106" y="1191756"/>
                </a:lnTo>
                <a:close/>
                <a:lnTo>
                  <a:pt x="523014" y="1189259"/>
                </a:lnTo>
                <a:close/>
                <a:lnTo>
                  <a:pt x="525933" y="1186781"/>
                </a:lnTo>
                <a:close/>
                <a:lnTo>
                  <a:pt x="528861" y="1184320"/>
                </a:lnTo>
                <a:close/>
                <a:lnTo>
                  <a:pt x="531800" y="1181877"/>
                </a:lnTo>
                <a:close/>
                <a:lnTo>
                  <a:pt x="534751" y="1179450"/>
                </a:lnTo>
                <a:close/>
                <a:lnTo>
                  <a:pt x="537713" y="1177040"/>
                </a:lnTo>
                <a:close/>
                <a:lnTo>
                  <a:pt x="540686" y="1174646"/>
                </a:lnTo>
                <a:close/>
                <a:lnTo>
                  <a:pt x="543673" y="1172268"/>
                </a:lnTo>
                <a:close/>
                <a:lnTo>
                  <a:pt x="546672" y="1169904"/>
                </a:lnTo>
                <a:close/>
                <a:lnTo>
                  <a:pt x="549684" y="1167555"/>
                </a:lnTo>
                <a:close/>
                <a:lnTo>
                  <a:pt x="552711" y="1165221"/>
                </a:lnTo>
                <a:close/>
                <a:lnTo>
                  <a:pt x="555751" y="1162900"/>
                </a:lnTo>
                <a:close/>
                <a:lnTo>
                  <a:pt x="558806" y="1160593"/>
                </a:lnTo>
                <a:close/>
                <a:lnTo>
                  <a:pt x="561875" y="1158299"/>
                </a:lnTo>
                <a:close/>
                <a:lnTo>
                  <a:pt x="564961" y="1156017"/>
                </a:lnTo>
                <a:close/>
                <a:lnTo>
                  <a:pt x="568062" y="1153748"/>
                </a:lnTo>
                <a:close/>
                <a:lnTo>
                  <a:pt x="571179" y="1151490"/>
                </a:lnTo>
                <a:close/>
                <a:lnTo>
                  <a:pt x="574313" y="1149243"/>
                </a:lnTo>
                <a:close/>
                <a:lnTo>
                  <a:pt x="577464" y="1147007"/>
                </a:lnTo>
                <a:close/>
                <a:lnTo>
                  <a:pt x="580633" y="1144782"/>
                </a:lnTo>
                <a:close/>
                <a:lnTo>
                  <a:pt x="583819" y="1142567"/>
                </a:lnTo>
                <a:close/>
                <a:lnTo>
                  <a:pt x="587024" y="1140361"/>
                </a:lnTo>
                <a:close/>
                <a:lnTo>
                  <a:pt x="590248" y="1138164"/>
                </a:lnTo>
                <a:close/>
                <a:lnTo>
                  <a:pt x="593491" y="1135976"/>
                </a:lnTo>
                <a:close/>
                <a:lnTo>
                  <a:pt x="596753" y="1133797"/>
                </a:lnTo>
                <a:close/>
                <a:lnTo>
                  <a:pt x="600036" y="1131625"/>
                </a:lnTo>
                <a:close/>
                <a:lnTo>
                  <a:pt x="603339" y="1129460"/>
                </a:lnTo>
                <a:close/>
                <a:lnTo>
                  <a:pt x="606663" y="1127303"/>
                </a:lnTo>
                <a:close/>
                <a:lnTo>
                  <a:pt x="610009" y="1125152"/>
                </a:lnTo>
                <a:close/>
                <a:lnTo>
                  <a:pt x="613376" y="1123007"/>
                </a:lnTo>
                <a:close/>
                <a:lnTo>
                  <a:pt x="616766" y="1120868"/>
                </a:lnTo>
                <a:close/>
                <a:lnTo>
                  <a:pt x="620178" y="1118735"/>
                </a:lnTo>
                <a:close/>
                <a:lnTo>
                  <a:pt x="623613" y="1116606"/>
                </a:lnTo>
                <a:close/>
                <a:lnTo>
                  <a:pt x="627072" y="1114481"/>
                </a:lnTo>
                <a:close/>
                <a:lnTo>
                  <a:pt x="630554" y="1112361"/>
                </a:lnTo>
                <a:close/>
                <a:lnTo>
                  <a:pt x="634061" y="1110244"/>
                </a:lnTo>
                <a:close/>
                <a:lnTo>
                  <a:pt x="637593" y="1108131"/>
                </a:lnTo>
                <a:close/>
                <a:lnTo>
                  <a:pt x="641150" y="1106020"/>
                </a:lnTo>
                <a:close/>
                <a:lnTo>
                  <a:pt x="644732" y="1103911"/>
                </a:lnTo>
                <a:close/>
                <a:lnTo>
                  <a:pt x="648341" y="1101804"/>
                </a:lnTo>
                <a:close/>
                <a:lnTo>
                  <a:pt x="651976" y="1099699"/>
                </a:lnTo>
                <a:close/>
                <a:lnTo>
                  <a:pt x="655638" y="1097594"/>
                </a:lnTo>
                <a:close/>
                <a:lnTo>
                  <a:pt x="659327" y="1095491"/>
                </a:lnTo>
                <a:close/>
                <a:lnTo>
                  <a:pt x="663044" y="1093387"/>
                </a:lnTo>
                <a:close/>
                <a:lnTo>
                  <a:pt x="666789" y="1091283"/>
                </a:lnTo>
                <a:close/>
                <a:lnTo>
                  <a:pt x="670562" y="1089179"/>
                </a:lnTo>
                <a:close/>
                <a:lnTo>
                  <a:pt x="674365" y="1087073"/>
                </a:lnTo>
                <a:close/>
                <a:lnTo>
                  <a:pt x="678197" y="1084966"/>
                </a:lnTo>
                <a:close/>
                <a:lnTo>
                  <a:pt x="682059" y="1082856"/>
                </a:lnTo>
                <a:close/>
                <a:lnTo>
                  <a:pt x="685952" y="1080745"/>
                </a:lnTo>
                <a:close/>
                <a:lnTo>
                  <a:pt x="689875" y="1078630"/>
                </a:lnTo>
                <a:close/>
                <a:lnTo>
                  <a:pt x="693829" y="1076512"/>
                </a:lnTo>
                <a:close/>
                <a:lnTo>
                  <a:pt x="697814" y="1074391"/>
                </a:lnTo>
                <a:close/>
                <a:lnTo>
                  <a:pt x="701832" y="1072265"/>
                </a:lnTo>
                <a:close/>
                <a:lnTo>
                  <a:pt x="705882" y="1070135"/>
                </a:lnTo>
                <a:close/>
                <a:lnTo>
                  <a:pt x="709965" y="1068000"/>
                </a:lnTo>
                <a:close/>
                <a:lnTo>
                  <a:pt x="714082" y="1065860"/>
                </a:lnTo>
                <a:close/>
                <a:lnTo>
                  <a:pt x="718232" y="1063713"/>
                </a:lnTo>
                <a:close/>
                <a:lnTo>
                  <a:pt x="722416" y="1061561"/>
                </a:lnTo>
                <a:close/>
                <a:lnTo>
                  <a:pt x="726634" y="1059401"/>
                </a:lnTo>
                <a:close/>
                <a:lnTo>
                  <a:pt x="730888" y="1057235"/>
                </a:lnTo>
                <a:close/>
                <a:lnTo>
                  <a:pt x="735177" y="1055061"/>
                </a:lnTo>
                <a:close/>
                <a:lnTo>
                  <a:pt x="739502" y="1052879"/>
                </a:lnTo>
                <a:close/>
                <a:lnTo>
                  <a:pt x="743863" y="1050689"/>
                </a:lnTo>
                <a:close/>
                <a:lnTo>
                  <a:pt x="748260" y="1048490"/>
                </a:lnTo>
                <a:close/>
                <a:lnTo>
                  <a:pt x="752695" y="1046281"/>
                </a:lnTo>
                <a:close/>
                <a:lnTo>
                  <a:pt x="757168" y="1044063"/>
                </a:lnTo>
                <a:close/>
                <a:lnTo>
                  <a:pt x="761678" y="1041835"/>
                </a:lnTo>
                <a:close/>
                <a:lnTo>
                  <a:pt x="766227" y="1039596"/>
                </a:lnTo>
                <a:close/>
                <a:lnTo>
                  <a:pt x="770814" y="1037347"/>
                </a:lnTo>
                <a:close/>
                <a:lnTo>
                  <a:pt x="775441" y="1035086"/>
                </a:lnTo>
                <a:close/>
                <a:lnTo>
                  <a:pt x="780107" y="1032813"/>
                </a:lnTo>
                <a:close/>
                <a:lnTo>
                  <a:pt x="784814" y="1030528"/>
                </a:lnTo>
                <a:close/>
                <a:lnTo>
                  <a:pt x="789561" y="1028230"/>
                </a:lnTo>
                <a:close/>
                <a:lnTo>
                  <a:pt x="794349" y="1025919"/>
                </a:lnTo>
                <a:close/>
                <a:lnTo>
                  <a:pt x="799178" y="1023594"/>
                </a:lnTo>
                <a:close/>
                <a:lnTo>
                  <a:pt x="804049" y="1021256"/>
                </a:lnTo>
                <a:close/>
                <a:lnTo>
                  <a:pt x="808962" y="1018903"/>
                </a:lnTo>
                <a:close/>
                <a:lnTo>
                  <a:pt x="813918" y="1016536"/>
                </a:lnTo>
                <a:close/>
                <a:lnTo>
                  <a:pt x="818917" y="1014153"/>
                </a:lnTo>
                <a:close/>
                <a:lnTo>
                  <a:pt x="823959" y="1011754"/>
                </a:lnTo>
                <a:close/>
                <a:lnTo>
                  <a:pt x="829045" y="1009340"/>
                </a:lnTo>
                <a:close/>
                <a:lnTo>
                  <a:pt x="834176" y="1006909"/>
                </a:lnTo>
                <a:close/>
                <a:lnTo>
                  <a:pt x="839351" y="1004461"/>
                </a:lnTo>
                <a:close/>
                <a:lnTo>
                  <a:pt x="844572" y="1001995"/>
                </a:lnTo>
                <a:close/>
                <a:lnTo>
                  <a:pt x="849838" y="999512"/>
                </a:lnTo>
                <a:close/>
                <a:lnTo>
                  <a:pt x="855150" y="997011"/>
                </a:lnTo>
                <a:close/>
                <a:lnTo>
                  <a:pt x="860509" y="994491"/>
                </a:lnTo>
                <a:close/>
                <a:lnTo>
                  <a:pt x="865915" y="991951"/>
                </a:lnTo>
                <a:close/>
                <a:lnTo>
                  <a:pt x="871368" y="989393"/>
                </a:lnTo>
                <a:close/>
                <a:lnTo>
                  <a:pt x="876868" y="986814"/>
                </a:lnTo>
                <a:close/>
                <a:lnTo>
                  <a:pt x="882417" y="984215"/>
                </a:lnTo>
                <a:close/>
                <a:lnTo>
                  <a:pt x="888014" y="981595"/>
                </a:lnTo>
                <a:close/>
                <a:lnTo>
                  <a:pt x="893661" y="978954"/>
                </a:lnTo>
                <a:close/>
                <a:lnTo>
                  <a:pt x="899356" y="976291"/>
                </a:lnTo>
                <a:close/>
                <a:lnTo>
                  <a:pt x="905102" y="973607"/>
                </a:lnTo>
                <a:close/>
                <a:lnTo>
                  <a:pt x="910898" y="970899"/>
                </a:lnTo>
                <a:close/>
                <a:lnTo>
                  <a:pt x="916745" y="968169"/>
                </a:lnTo>
                <a:close/>
                <a:lnTo>
                  <a:pt x="922642" y="965416"/>
                </a:lnTo>
                <a:close/>
                <a:lnTo>
                  <a:pt x="928590" y="962640"/>
                </a:lnTo>
                <a:close/>
                <a:lnTo>
                  <a:pt x="934587" y="959841"/>
                </a:lnTo>
                <a:close/>
                <a:lnTo>
                  <a:pt x="940634" y="957021"/>
                </a:lnTo>
                <a:close/>
                <a:lnTo>
                  <a:pt x="946729" y="954179"/>
                </a:lnTo>
                <a:close/>
                <a:lnTo>
                  <a:pt x="952872" y="951315"/>
                </a:lnTo>
                <a:close/>
                <a:lnTo>
                  <a:pt x="959063" y="948430"/>
                </a:lnTo>
                <a:close/>
                <a:lnTo>
                  <a:pt x="965300" y="945524"/>
                </a:lnTo>
                <a:close/>
                <a:lnTo>
                  <a:pt x="971585" y="942598"/>
                </a:lnTo>
                <a:close/>
                <a:lnTo>
                  <a:pt x="977915" y="939651"/>
                </a:lnTo>
                <a:close/>
                <a:lnTo>
                  <a:pt x="984291" y="936685"/>
                </a:lnTo>
                <a:close/>
                <a:lnTo>
                  <a:pt x="990711" y="933699"/>
                </a:lnTo>
                <a:close/>
                <a:lnTo>
                  <a:pt x="997176" y="930694"/>
                </a:lnTo>
                <a:close/>
                <a:lnTo>
                  <a:pt x="1003685" y="927670"/>
                </a:lnTo>
                <a:close/>
                <a:lnTo>
                  <a:pt x="1010237" y="924627"/>
                </a:lnTo>
                <a:close/>
                <a:lnTo>
                  <a:pt x="1016832" y="921567"/>
                </a:lnTo>
                <a:close/>
                <a:lnTo>
                  <a:pt x="1023469" y="918488"/>
                </a:lnTo>
                <a:close/>
                <a:lnTo>
                  <a:pt x="1030148" y="915391"/>
                </a:lnTo>
                <a:close/>
                <a:lnTo>
                  <a:pt x="1036868" y="912277"/>
                </a:lnTo>
                <a:close/>
                <a:lnTo>
                  <a:pt x="1043629" y="909147"/>
                </a:lnTo>
                <a:close/>
                <a:lnTo>
                  <a:pt x="1050430" y="905999"/>
                </a:lnTo>
                <a:close/>
                <a:lnTo>
                  <a:pt x="1057270" y="902835"/>
                </a:lnTo>
                <a:close/>
                <a:lnTo>
                  <a:pt x="1064150" y="899655"/>
                </a:lnTo>
                <a:close/>
                <a:lnTo>
                  <a:pt x="1071068" y="896460"/>
                </a:lnTo>
                <a:close/>
                <a:lnTo>
                  <a:pt x="1078024" y="893249"/>
                </a:lnTo>
                <a:close/>
                <a:lnTo>
                  <a:pt x="1085017" y="890022"/>
                </a:lnTo>
                <a:close/>
                <a:lnTo>
                  <a:pt x="1092048" y="886782"/>
                </a:lnTo>
                <a:close/>
                <a:lnTo>
                  <a:pt x="1099115" y="883526"/>
                </a:lnTo>
                <a:close/>
                <a:lnTo>
                  <a:pt x="1106217" y="880257"/>
                </a:lnTo>
                <a:close/>
                <a:lnTo>
                  <a:pt x="1113355" y="876973"/>
                </a:lnTo>
                <a:close/>
                <a:lnTo>
                  <a:pt x="1120528" y="873677"/>
                </a:lnTo>
                <a:close/>
                <a:lnTo>
                  <a:pt x="1127735" y="870367"/>
                </a:lnTo>
                <a:close/>
                <a:lnTo>
                  <a:pt x="1134976" y="867044"/>
                </a:lnTo>
                <a:close/>
                <a:lnTo>
                  <a:pt x="1142250" y="863709"/>
                </a:lnTo>
                <a:close/>
                <a:lnTo>
                  <a:pt x="1149557" y="860361"/>
                </a:lnTo>
                <a:close/>
                <a:lnTo>
                  <a:pt x="1156895" y="857002"/>
                </a:lnTo>
                <a:close/>
                <a:lnTo>
                  <a:pt x="1164266" y="853631"/>
                </a:lnTo>
                <a:close/>
                <a:lnTo>
                  <a:pt x="1171667" y="850248"/>
                </a:lnTo>
                <a:close/>
                <a:lnTo>
                  <a:pt x="1179099" y="846855"/>
                </a:lnTo>
                <a:close/>
                <a:lnTo>
                  <a:pt x="1186562" y="843451"/>
                </a:lnTo>
                <a:close/>
                <a:lnTo>
                  <a:pt x="1194053" y="840037"/>
                </a:lnTo>
                <a:close/>
                <a:lnTo>
                  <a:pt x="1201574" y="836613"/>
                </a:lnTo>
                <a:close/>
                <a:lnTo>
                  <a:pt x="1209123" y="833179"/>
                </a:lnTo>
                <a:close/>
                <a:lnTo>
                  <a:pt x="1216699" y="829736"/>
                </a:lnTo>
                <a:close/>
                <a:lnTo>
                  <a:pt x="1224304" y="826284"/>
                </a:lnTo>
                <a:close/>
                <a:lnTo>
                  <a:pt x="1231935" y="822823"/>
                </a:lnTo>
                <a:close/>
                <a:lnTo>
                  <a:pt x="1239592" y="819354"/>
                </a:lnTo>
                <a:close/>
                <a:lnTo>
                  <a:pt x="1247275" y="815877"/>
                </a:lnTo>
                <a:close/>
                <a:lnTo>
                  <a:pt x="1254983" y="812392"/>
                </a:lnTo>
                <a:close/>
                <a:lnTo>
                  <a:pt x="1262716" y="808899"/>
                </a:lnTo>
                <a:close/>
                <a:lnTo>
                  <a:pt x="1270474" y="805400"/>
                </a:lnTo>
                <a:close/>
                <a:lnTo>
                  <a:pt x="1278254" y="801893"/>
                </a:lnTo>
                <a:close/>
                <a:lnTo>
                  <a:pt x="1286058" y="798380"/>
                </a:lnTo>
                <a:close/>
                <a:lnTo>
                  <a:pt x="1293885" y="794861"/>
                </a:lnTo>
                <a:close/>
                <a:lnTo>
                  <a:pt x="1301733" y="791337"/>
                </a:lnTo>
                <a:close/>
                <a:lnTo>
                  <a:pt x="1309603" y="787806"/>
                </a:lnTo>
                <a:close/>
                <a:lnTo>
                  <a:pt x="1317494" y="784271"/>
                </a:lnTo>
                <a:close/>
                <a:lnTo>
                  <a:pt x="1325406" y="780730"/>
                </a:lnTo>
                <a:close/>
                <a:lnTo>
                  <a:pt x="1333337" y="777185"/>
                </a:lnTo>
                <a:close/>
                <a:lnTo>
                  <a:pt x="1341288" y="773636"/>
                </a:lnTo>
                <a:close/>
                <a:lnTo>
                  <a:pt x="1349257" y="770083"/>
                </a:lnTo>
                <a:close/>
                <a:lnTo>
                  <a:pt x="1357245" y="766526"/>
                </a:lnTo>
                <a:close/>
                <a:lnTo>
                  <a:pt x="1365251" y="762966"/>
                </a:lnTo>
                <a:close/>
                <a:lnTo>
                  <a:pt x="1373274" y="759403"/>
                </a:lnTo>
                <a:close/>
                <a:lnTo>
                  <a:pt x="1381313" y="755838"/>
                </a:lnTo>
                <a:close/>
                <a:lnTo>
                  <a:pt x="1389369" y="752270"/>
                </a:lnTo>
                <a:close/>
                <a:lnTo>
                  <a:pt x="1397441" y="748700"/>
                </a:lnTo>
                <a:close/>
                <a:lnTo>
                  <a:pt x="1405527" y="745128"/>
                </a:lnTo>
                <a:close/>
                <a:lnTo>
                  <a:pt x="1413629" y="741555"/>
                </a:lnTo>
                <a:close/>
                <a:lnTo>
                  <a:pt x="1421744" y="737981"/>
                </a:lnTo>
                <a:close/>
                <a:lnTo>
                  <a:pt x="1429873" y="734406"/>
                </a:lnTo>
                <a:close/>
                <a:lnTo>
                  <a:pt x="1438015" y="730831"/>
                </a:lnTo>
                <a:close/>
                <a:lnTo>
                  <a:pt x="1446169" y="727256"/>
                </a:lnTo>
                <a:close/>
                <a:lnTo>
                  <a:pt x="1454335" y="723681"/>
                </a:lnTo>
                <a:close/>
                <a:lnTo>
                  <a:pt x="1462513" y="720107"/>
                </a:lnTo>
                <a:close/>
                <a:lnTo>
                  <a:pt x="1470701" y="716533"/>
                </a:lnTo>
                <a:close/>
                <a:lnTo>
                  <a:pt x="1478900" y="712961"/>
                </a:lnTo>
                <a:close/>
                <a:lnTo>
                  <a:pt x="1487109" y="709390"/>
                </a:lnTo>
                <a:close/>
                <a:lnTo>
                  <a:pt x="1495326" y="705821"/>
                </a:lnTo>
                <a:close/>
                <a:lnTo>
                  <a:pt x="1503553" y="702254"/>
                </a:lnTo>
                <a:close/>
                <a:lnTo>
                  <a:pt x="1511788" y="698689"/>
                </a:lnTo>
                <a:close/>
                <a:lnTo>
                  <a:pt x="1520030" y="695127"/>
                </a:lnTo>
                <a:close/>
                <a:lnTo>
                  <a:pt x="1528280" y="691569"/>
                </a:lnTo>
                <a:close/>
                <a:lnTo>
                  <a:pt x="1536536" y="688014"/>
                </a:lnTo>
                <a:close/>
                <a:lnTo>
                  <a:pt x="1544799" y="684462"/>
                </a:lnTo>
                <a:close/>
                <a:lnTo>
                  <a:pt x="1553067" y="680915"/>
                </a:lnTo>
                <a:close/>
                <a:lnTo>
                  <a:pt x="1561340" y="677372"/>
                </a:lnTo>
                <a:close/>
                <a:lnTo>
                  <a:pt x="1569617" y="673834"/>
                </a:lnTo>
                <a:close/>
                <a:lnTo>
                  <a:pt x="1577898" y="670300"/>
                </a:lnTo>
                <a:close/>
                <a:lnTo>
                  <a:pt x="1586183" y="666772"/>
                </a:lnTo>
                <a:close/>
                <a:lnTo>
                  <a:pt x="1594471" y="663250"/>
                </a:lnTo>
                <a:close/>
                <a:lnTo>
                  <a:pt x="1602761" y="659734"/>
                </a:lnTo>
                <a:close/>
                <a:lnTo>
                  <a:pt x="1611053" y="656224"/>
                </a:lnTo>
                <a:close/>
                <a:lnTo>
                  <a:pt x="1619346" y="652720"/>
                </a:lnTo>
                <a:close/>
                <a:lnTo>
                  <a:pt x="1627640" y="649224"/>
                </a:lnTo>
                <a:close/>
                <a:lnTo>
                  <a:pt x="1635934" y="645735"/>
                </a:lnTo>
                <a:close/>
                <a:lnTo>
                  <a:pt x="1644228" y="642253"/>
                </a:lnTo>
                <a:close/>
                <a:lnTo>
                  <a:pt x="1652521" y="638779"/>
                </a:lnTo>
                <a:close/>
                <a:lnTo>
                  <a:pt x="1660813" y="635314"/>
                </a:lnTo>
                <a:close/>
                <a:lnTo>
                  <a:pt x="1669103" y="631857"/>
                </a:lnTo>
                <a:close/>
                <a:lnTo>
                  <a:pt x="1677390" y="628409"/>
                </a:lnTo>
                <a:close/>
                <a:lnTo>
                  <a:pt x="1685675" y="624970"/>
                </a:lnTo>
                <a:close/>
                <a:lnTo>
                  <a:pt x="1693956" y="621540"/>
                </a:lnTo>
                <a:close/>
                <a:lnTo>
                  <a:pt x="1702233" y="618120"/>
                </a:lnTo>
                <a:close/>
                <a:lnTo>
                  <a:pt x="1710505" y="614711"/>
                </a:lnTo>
                <a:close/>
                <a:lnTo>
                  <a:pt x="1718772" y="611311"/>
                </a:lnTo>
                <a:close/>
                <a:lnTo>
                  <a:pt x="1727034" y="607923"/>
                </a:lnTo>
                <a:close/>
                <a:lnTo>
                  <a:pt x="1735289" y="604546"/>
                </a:lnTo>
                <a:close/>
                <a:lnTo>
                  <a:pt x="1743538" y="601180"/>
                </a:lnTo>
                <a:close/>
                <a:lnTo>
                  <a:pt x="1751780" y="597826"/>
                </a:lnTo>
                <a:close/>
                <a:lnTo>
                  <a:pt x="1760014" y="594483"/>
                </a:lnTo>
                <a:close/>
                <a:lnTo>
                  <a:pt x="1768239" y="591154"/>
                </a:lnTo>
                <a:close/>
                <a:lnTo>
                  <a:pt x="1776456" y="587836"/>
                </a:lnTo>
                <a:close/>
                <a:lnTo>
                  <a:pt x="1784664" y="584532"/>
                </a:lnTo>
                <a:close/>
                <a:lnTo>
                  <a:pt x="1792861" y="581241"/>
                </a:lnTo>
                <a:close/>
                <a:lnTo>
                  <a:pt x="1801048" y="577964"/>
                </a:lnTo>
                <a:close/>
                <a:lnTo>
                  <a:pt x="1809225" y="574701"/>
                </a:lnTo>
                <a:close/>
                <a:lnTo>
                  <a:pt x="1817390" y="571452"/>
                </a:lnTo>
                <a:close/>
                <a:lnTo>
                  <a:pt x="1825542" y="568218"/>
                </a:lnTo>
                <a:close/>
                <a:lnTo>
                  <a:pt x="1833683" y="564998"/>
                </a:lnTo>
                <a:close/>
                <a:lnTo>
                  <a:pt x="1841810" y="561794"/>
                </a:lnTo>
                <a:close/>
                <a:lnTo>
                  <a:pt x="1849925" y="558604"/>
                </a:lnTo>
                <a:close/>
                <a:lnTo>
                  <a:pt x="1858028" y="555429"/>
                </a:lnTo>
                <a:close/>
                <a:lnTo>
                  <a:pt x="1866118" y="552269"/>
                </a:lnTo>
                <a:close/>
                <a:lnTo>
                  <a:pt x="1874196" y="549123"/>
                </a:lnTo>
                <a:close/>
                <a:lnTo>
                  <a:pt x="1882262" y="545992"/>
                </a:lnTo>
                <a:close/>
                <a:lnTo>
                  <a:pt x="1890316" y="542875"/>
                </a:lnTo>
                <a:close/>
                <a:lnTo>
                  <a:pt x="1898358" y="539773"/>
                </a:lnTo>
                <a:close/>
                <a:lnTo>
                  <a:pt x="1906388" y="536685"/>
                </a:lnTo>
                <a:close/>
                <a:lnTo>
                  <a:pt x="1914406" y="533610"/>
                </a:lnTo>
                <a:close/>
                <a:lnTo>
                  <a:pt x="1922413" y="530550"/>
                </a:lnTo>
                <a:close/>
                <a:lnTo>
                  <a:pt x="1930408" y="527504"/>
                </a:lnTo>
                <a:close/>
                <a:lnTo>
                  <a:pt x="1938392" y="524471"/>
                </a:lnTo>
                <a:close/>
                <a:lnTo>
                  <a:pt x="1946364" y="521453"/>
                </a:lnTo>
                <a:close/>
                <a:lnTo>
                  <a:pt x="1954325" y="518447"/>
                </a:lnTo>
                <a:close/>
                <a:lnTo>
                  <a:pt x="1962275" y="515456"/>
                </a:lnTo>
                <a:close/>
                <a:lnTo>
                  <a:pt x="1970215" y="512477"/>
                </a:lnTo>
                <a:close/>
                <a:lnTo>
                  <a:pt x="1978143" y="509512"/>
                </a:lnTo>
                <a:close/>
                <a:lnTo>
                  <a:pt x="1986061" y="506560"/>
                </a:lnTo>
                <a:close/>
                <a:lnTo>
                  <a:pt x="1993968" y="503621"/>
                </a:lnTo>
                <a:close/>
                <a:lnTo>
                  <a:pt x="2001864" y="500696"/>
                </a:lnTo>
                <a:close/>
                <a:lnTo>
                  <a:pt x="2009750" y="497783"/>
                </a:lnTo>
                <a:close/>
                <a:lnTo>
                  <a:pt x="2017626" y="494883"/>
                </a:lnTo>
                <a:close/>
                <a:lnTo>
                  <a:pt x="2025491" y="491995"/>
                </a:lnTo>
                <a:close/>
                <a:lnTo>
                  <a:pt x="2033346" y="489121"/>
                </a:lnTo>
                <a:close/>
                <a:lnTo>
                  <a:pt x="2041191" y="486258"/>
                </a:lnTo>
                <a:close/>
                <a:lnTo>
                  <a:pt x="2049027" y="483408"/>
                </a:lnTo>
                <a:close/>
                <a:lnTo>
                  <a:pt x="2056852" y="480571"/>
                </a:lnTo>
                <a:close/>
                <a:lnTo>
                  <a:pt x="2064668" y="477746"/>
                </a:lnTo>
                <a:close/>
                <a:lnTo>
                  <a:pt x="2072474" y="474932"/>
                </a:lnTo>
                <a:close/>
                <a:lnTo>
                  <a:pt x="2080271" y="472131"/>
                </a:lnTo>
                <a:close/>
                <a:lnTo>
                  <a:pt x="2088058" y="469342"/>
                </a:lnTo>
                <a:close/>
                <a:lnTo>
                  <a:pt x="2095836" y="466564"/>
                </a:lnTo>
                <a:close/>
                <a:lnTo>
                  <a:pt x="2103605" y="463799"/>
                </a:lnTo>
                <a:close/>
                <a:lnTo>
                  <a:pt x="2111365" y="461044"/>
                </a:lnTo>
                <a:close/>
                <a:lnTo>
                  <a:pt x="2119116" y="458302"/>
                </a:lnTo>
                <a:close/>
                <a:lnTo>
                  <a:pt x="2126858" y="455570"/>
                </a:lnTo>
                <a:close/>
                <a:lnTo>
                  <a:pt x="2134591" y="452850"/>
                </a:lnTo>
                <a:close/>
                <a:lnTo>
                  <a:pt x="2142316" y="450142"/>
                </a:lnTo>
                <a:close/>
                <a:lnTo>
                  <a:pt x="2150032" y="447444"/>
                </a:lnTo>
                <a:close/>
                <a:lnTo>
                  <a:pt x="2157740" y="444758"/>
                </a:lnTo>
                <a:close/>
                <a:lnTo>
                  <a:pt x="2165439" y="442082"/>
                </a:lnTo>
                <a:close/>
                <a:lnTo>
                  <a:pt x="2173130" y="439417"/>
                </a:lnTo>
                <a:close/>
                <a:lnTo>
                  <a:pt x="2180813" y="436763"/>
                </a:lnTo>
                <a:close/>
                <a:lnTo>
                  <a:pt x="2188488" y="434120"/>
                </a:lnTo>
                <a:close/>
                <a:lnTo>
                  <a:pt x="2196156" y="431487"/>
                </a:lnTo>
                <a:close/>
                <a:lnTo>
                  <a:pt x="2203815" y="428864"/>
                </a:lnTo>
                <a:close/>
                <a:lnTo>
                  <a:pt x="2211467" y="426252"/>
                </a:lnTo>
                <a:close/>
                <a:lnTo>
                  <a:pt x="2219111" y="423650"/>
                </a:lnTo>
                <a:close/>
                <a:lnTo>
                  <a:pt x="2226747" y="421058"/>
                </a:lnTo>
                <a:close/>
                <a:lnTo>
                  <a:pt x="2234377" y="418476"/>
                </a:lnTo>
                <a:close/>
                <a:lnTo>
                  <a:pt x="2241999" y="415904"/>
                </a:lnTo>
                <a:close/>
                <a:lnTo>
                  <a:pt x="2249614" y="413342"/>
                </a:lnTo>
                <a:close/>
                <a:lnTo>
                  <a:pt x="2257222" y="410790"/>
                </a:lnTo>
                <a:close/>
                <a:lnTo>
                  <a:pt x="2264822" y="408247"/>
                </a:lnTo>
                <a:close/>
                <a:lnTo>
                  <a:pt x="2272417" y="405714"/>
                </a:lnTo>
                <a:close/>
                <a:lnTo>
                  <a:pt x="2280004" y="403190"/>
                </a:lnTo>
                <a:close/>
                <a:lnTo>
                  <a:pt x="2287585" y="400676"/>
                </a:lnTo>
                <a:close/>
                <a:lnTo>
                  <a:pt x="2295159" y="398171"/>
                </a:lnTo>
                <a:close/>
                <a:lnTo>
                  <a:pt x="2302727" y="395675"/>
                </a:lnTo>
                <a:close/>
                <a:lnTo>
                  <a:pt x="2310288" y="393188"/>
                </a:lnTo>
                <a:close/>
                <a:lnTo>
                  <a:pt x="2317844" y="390710"/>
                </a:lnTo>
                <a:close/>
                <a:lnTo>
                  <a:pt x="2325393" y="388241"/>
                </a:lnTo>
                <a:close/>
                <a:lnTo>
                  <a:pt x="2332936" y="385780"/>
                </a:lnTo>
                <a:close/>
                <a:lnTo>
                  <a:pt x="2340474" y="383329"/>
                </a:lnTo>
                <a:close/>
                <a:lnTo>
                  <a:pt x="2348005" y="380885"/>
                </a:lnTo>
                <a:close/>
                <a:lnTo>
                  <a:pt x="2355531" y="378451"/>
                </a:lnTo>
                <a:close/>
                <a:lnTo>
                  <a:pt x="2363052" y="376024"/>
                </a:lnTo>
                <a:close/>
                <a:lnTo>
                  <a:pt x="2370567" y="373606"/>
                </a:lnTo>
                <a:close/>
                <a:lnTo>
                  <a:pt x="2378077" y="371196"/>
                </a:lnTo>
                <a:close/>
                <a:lnTo>
                  <a:pt x="2385581" y="368794"/>
                </a:lnTo>
                <a:close/>
                <a:lnTo>
                  <a:pt x="2393080" y="366400"/>
                </a:lnTo>
                <a:close/>
                <a:lnTo>
                  <a:pt x="2400575" y="364014"/>
                </a:lnTo>
                <a:close/>
                <a:lnTo>
                  <a:pt x="2408064" y="361635"/>
                </a:lnTo>
                <a:close/>
                <a:lnTo>
                  <a:pt x="2415548" y="359265"/>
                </a:lnTo>
                <a:close/>
                <a:lnTo>
                  <a:pt x="2423028" y="356901"/>
                </a:lnTo>
                <a:close/>
                <a:lnTo>
                  <a:pt x="2430504" y="354546"/>
                </a:lnTo>
                <a:close/>
                <a:lnTo>
                  <a:pt x="2437974" y="352197"/>
                </a:lnTo>
                <a:close/>
                <a:lnTo>
                  <a:pt x="2445441" y="349856"/>
                </a:lnTo>
                <a:close/>
                <a:lnTo>
                  <a:pt x="2452903" y="347522"/>
                </a:lnTo>
                <a:close/>
                <a:lnTo>
                  <a:pt x="2460361" y="345195"/>
                </a:lnTo>
                <a:close/>
                <a:lnTo>
                  <a:pt x="2467815" y="342875"/>
                </a:lnTo>
                <a:close/>
                <a:lnTo>
                  <a:pt x="2475265" y="340562"/>
                </a:lnTo>
                <a:close/>
                <a:lnTo>
                  <a:pt x="2482711" y="338256"/>
                </a:lnTo>
                <a:close/>
                <a:lnTo>
                  <a:pt x="2490153" y="335956"/>
                </a:lnTo>
                <a:close/>
                <a:lnTo>
                  <a:pt x="2497592" y="333663"/>
                </a:lnTo>
                <a:close/>
                <a:lnTo>
                  <a:pt x="2505027" y="331377"/>
                </a:lnTo>
                <a:close/>
                <a:lnTo>
                  <a:pt x="2512459" y="329097"/>
                </a:lnTo>
                <a:close/>
                <a:lnTo>
                  <a:pt x="2519887" y="326823"/>
                </a:lnTo>
                <a:close/>
                <a:lnTo>
                  <a:pt x="2527312" y="324555"/>
                </a:lnTo>
                <a:close/>
                <a:lnTo>
                  <a:pt x="2534734" y="322293"/>
                </a:lnTo>
                <a:close/>
                <a:lnTo>
                  <a:pt x="2542154" y="320037"/>
                </a:lnTo>
                <a:close/>
                <a:lnTo>
                  <a:pt x="2549570" y="317788"/>
                </a:lnTo>
                <a:close/>
                <a:lnTo>
                  <a:pt x="2556983" y="315543"/>
                </a:lnTo>
                <a:close/>
                <a:lnTo>
                  <a:pt x="2564394" y="313305"/>
                </a:lnTo>
                <a:close/>
                <a:lnTo>
                  <a:pt x="2571802" y="311072"/>
                </a:lnTo>
                <a:close/>
                <a:lnTo>
                  <a:pt x="2579208" y="308845"/>
                </a:lnTo>
                <a:close/>
                <a:lnTo>
                  <a:pt x="2586611" y="306623"/>
                </a:lnTo>
                <a:close/>
                <a:lnTo>
                  <a:pt x="2594012" y="304406"/>
                </a:lnTo>
                <a:close/>
                <a:lnTo>
                  <a:pt x="2601411" y="302195"/>
                </a:lnTo>
                <a:close/>
                <a:lnTo>
                  <a:pt x="2608808" y="299988"/>
                </a:lnTo>
                <a:close/>
                <a:lnTo>
                  <a:pt x="2616203" y="297787"/>
                </a:lnTo>
                <a:close/>
                <a:lnTo>
                  <a:pt x="2623596" y="295590"/>
                </a:lnTo>
                <a:close/>
                <a:lnTo>
                  <a:pt x="2630988" y="293399"/>
                </a:lnTo>
                <a:close/>
                <a:lnTo>
                  <a:pt x="2638377" y="291212"/>
                </a:lnTo>
                <a:close/>
                <a:lnTo>
                  <a:pt x="2645766" y="289029"/>
                </a:lnTo>
                <a:close/>
                <a:lnTo>
                  <a:pt x="2653153" y="286851"/>
                </a:lnTo>
                <a:close/>
                <a:lnTo>
                  <a:pt x="2660538" y="284678"/>
                </a:lnTo>
                <a:close/>
                <a:lnTo>
                  <a:pt x="2667923" y="282508"/>
                </a:lnTo>
                <a:close/>
                <a:lnTo>
                  <a:pt x="2675306" y="280343"/>
                </a:lnTo>
                <a:close/>
                <a:lnTo>
                  <a:pt x="2682688" y="278182"/>
                </a:lnTo>
                <a:close/>
                <a:lnTo>
                  <a:pt x="2690070" y="276025"/>
                </a:lnTo>
                <a:close/>
                <a:lnTo>
                  <a:pt x="2697450" y="273872"/>
                </a:lnTo>
                <a:close/>
                <a:lnTo>
                  <a:pt x="2704830" y="271723"/>
                </a:lnTo>
                <a:close/>
                <a:lnTo>
                  <a:pt x="2712210" y="269577"/>
                </a:lnTo>
                <a:close/>
                <a:lnTo>
                  <a:pt x="2719589" y="267435"/>
                </a:lnTo>
                <a:close/>
                <a:lnTo>
                  <a:pt x="2726968" y="265297"/>
                </a:lnTo>
                <a:close/>
                <a:lnTo>
                  <a:pt x="2734346" y="263162"/>
                </a:lnTo>
                <a:close/>
                <a:lnTo>
                  <a:pt x="2741724" y="261030"/>
                </a:lnTo>
                <a:close/>
                <a:lnTo>
                  <a:pt x="2749103" y="258901"/>
                </a:lnTo>
                <a:close/>
                <a:lnTo>
                  <a:pt x="2756481" y="256776"/>
                </a:lnTo>
                <a:close/>
                <a:lnTo>
                  <a:pt x="2763860" y="254653"/>
                </a:lnTo>
                <a:close/>
                <a:lnTo>
                  <a:pt x="2771239" y="252534"/>
                </a:lnTo>
                <a:close/>
                <a:lnTo>
                  <a:pt x="2778618" y="250417"/>
                </a:lnTo>
                <a:close/>
                <a:lnTo>
                  <a:pt x="2785998" y="248303"/>
                </a:lnTo>
                <a:close/>
                <a:lnTo>
                  <a:pt x="2793378" y="246192"/>
                </a:lnTo>
                <a:close/>
                <a:lnTo>
                  <a:pt x="2800759" y="244083"/>
                </a:lnTo>
                <a:close/>
                <a:lnTo>
                  <a:pt x="2808141" y="241976"/>
                </a:lnTo>
                <a:close/>
                <a:lnTo>
                  <a:pt x="2815524" y="239872"/>
                </a:lnTo>
                <a:close/>
                <a:lnTo>
                  <a:pt x="2822908" y="237770"/>
                </a:lnTo>
                <a:close/>
                <a:lnTo>
                  <a:pt x="2830293" y="235670"/>
                </a:lnTo>
                <a:close/>
                <a:lnTo>
                  <a:pt x="2837679" y="233572"/>
                </a:lnTo>
                <a:close/>
                <a:lnTo>
                  <a:pt x="2845067" y="231477"/>
                </a:lnTo>
                <a:close/>
                <a:lnTo>
                  <a:pt x="2852456" y="229382"/>
                </a:lnTo>
                <a:close/>
                <a:lnTo>
                  <a:pt x="2859847" y="227290"/>
                </a:lnTo>
                <a:close/>
                <a:lnTo>
                  <a:pt x="2867239" y="225199"/>
                </a:lnTo>
                <a:close/>
                <a:lnTo>
                  <a:pt x="2874634" y="223110"/>
                </a:lnTo>
                <a:close/>
                <a:lnTo>
                  <a:pt x="2882030" y="221022"/>
                </a:lnTo>
                <a:close/>
                <a:lnTo>
                  <a:pt x="2889428" y="218936"/>
                </a:lnTo>
                <a:close/>
                <a:lnTo>
                  <a:pt x="2896828" y="216851"/>
                </a:lnTo>
                <a:close/>
                <a:lnTo>
                  <a:pt x="2904231" y="214766"/>
                </a:lnTo>
                <a:close/>
                <a:lnTo>
                  <a:pt x="2911635" y="212683"/>
                </a:lnTo>
                <a:close/>
                <a:lnTo>
                  <a:pt x="2919042" y="210601"/>
                </a:lnTo>
                <a:close/>
                <a:lnTo>
                  <a:pt x="2926452" y="208520"/>
                </a:lnTo>
                <a:close/>
                <a:lnTo>
                  <a:pt x="2933865" y="206439"/>
                </a:lnTo>
                <a:close/>
                <a:lnTo>
                  <a:pt x="2941280" y="204359"/>
                </a:lnTo>
                <a:close/>
                <a:lnTo>
                  <a:pt x="2948698" y="202280"/>
                </a:lnTo>
                <a:close/>
                <a:lnTo>
                  <a:pt x="2956118" y="200201"/>
                </a:lnTo>
                <a:close/>
                <a:lnTo>
                  <a:pt x="2963542" y="198122"/>
                </a:lnTo>
                <a:close/>
                <a:lnTo>
                  <a:pt x="2970970" y="196044"/>
                </a:lnTo>
                <a:close/>
                <a:lnTo>
                  <a:pt x="2978400" y="193966"/>
                </a:lnTo>
                <a:close/>
                <a:lnTo>
                  <a:pt x="2985834" y="191887"/>
                </a:lnTo>
                <a:close/>
                <a:lnTo>
                  <a:pt x="2993271" y="189809"/>
                </a:lnTo>
                <a:close/>
                <a:lnTo>
                  <a:pt x="3000712" y="187731"/>
                </a:lnTo>
                <a:close/>
                <a:lnTo>
                  <a:pt x="3008156" y="185652"/>
                </a:lnTo>
                <a:close/>
                <a:lnTo>
                  <a:pt x="3015605" y="183573"/>
                </a:lnTo>
                <a:close/>
                <a:lnTo>
                  <a:pt x="3023057" y="181493"/>
                </a:lnTo>
                <a:close/>
                <a:lnTo>
                  <a:pt x="3030513" y="179413"/>
                </a:lnTo>
                <a:close/>
                <a:lnTo>
                  <a:pt x="3037974" y="177332"/>
                </a:lnTo>
                <a:close/>
                <a:lnTo>
                  <a:pt x="3045439" y="175251"/>
                </a:lnTo>
                <a:close/>
                <a:lnTo>
                  <a:pt x="3052908" y="173169"/>
                </a:lnTo>
                <a:close/>
                <a:lnTo>
                  <a:pt x="3060381" y="171085"/>
                </a:lnTo>
                <a:close/>
                <a:lnTo>
                  <a:pt x="3067859" y="169001"/>
                </a:lnTo>
                <a:close/>
                <a:lnTo>
                  <a:pt x="3075342" y="166916"/>
                </a:lnTo>
                <a:close/>
                <a:lnTo>
                  <a:pt x="3082829" y="164829"/>
                </a:lnTo>
                <a:close/>
                <a:lnTo>
                  <a:pt x="3090321" y="162741"/>
                </a:lnTo>
                <a:close/>
                <a:lnTo>
                  <a:pt x="3097819" y="160651"/>
                </a:lnTo>
                <a:close/>
                <a:lnTo>
                  <a:pt x="3105321" y="158560"/>
                </a:lnTo>
                <a:close/>
                <a:lnTo>
                  <a:pt x="3112829" y="156467"/>
                </a:lnTo>
                <a:close/>
                <a:lnTo>
                  <a:pt x="3120341" y="154373"/>
                </a:lnTo>
                <a:close/>
                <a:lnTo>
                  <a:pt x="3127860" y="152277"/>
                </a:lnTo>
                <a:close/>
                <a:lnTo>
                  <a:pt x="3135384" y="150179"/>
                </a:lnTo>
                <a:close/>
                <a:lnTo>
                  <a:pt x="3142913" y="148078"/>
                </a:lnTo>
                <a:close/>
                <a:lnTo>
                  <a:pt x="3150448" y="145976"/>
                </a:lnTo>
                <a:close/>
                <a:lnTo>
                  <a:pt x="3157989" y="143871"/>
                </a:lnTo>
                <a:close/>
                <a:lnTo>
                  <a:pt x="3165536" y="141764"/>
                </a:lnTo>
                <a:close/>
                <a:lnTo>
                  <a:pt x="3173089" y="139655"/>
                </a:lnTo>
                <a:close/>
                <a:lnTo>
                  <a:pt x="3180648" y="137543"/>
                </a:lnTo>
                <a:close/>
                <a:lnTo>
                  <a:pt x="3188213" y="135429"/>
                </a:lnTo>
                <a:close/>
                <a:lnTo>
                  <a:pt x="3195785" y="133311"/>
                </a:lnTo>
                <a:close/>
                <a:lnTo>
                  <a:pt x="3203363" y="131191"/>
                </a:lnTo>
                <a:close/>
                <a:lnTo>
                  <a:pt x="3210948" y="129068"/>
                </a:lnTo>
                <a:close/>
                <a:lnTo>
                  <a:pt x="3218539" y="126942"/>
                </a:lnTo>
                <a:close/>
                <a:lnTo>
                  <a:pt x="3226137" y="124813"/>
                </a:lnTo>
                <a:close/>
                <a:lnTo>
                  <a:pt x="3233742" y="122680"/>
                </a:lnTo>
                <a:close/>
                <a:lnTo>
                  <a:pt x="3241354" y="120545"/>
                </a:lnTo>
                <a:close/>
                <a:lnTo>
                  <a:pt x="3248974" y="118406"/>
                </a:lnTo>
                <a:close/>
                <a:lnTo>
                  <a:pt x="3256600" y="116263"/>
                </a:lnTo>
                <a:close/>
                <a:lnTo>
                  <a:pt x="3264234" y="114117"/>
                </a:lnTo>
                <a:close/>
                <a:lnTo>
                  <a:pt x="3271875" y="111967"/>
                </a:lnTo>
                <a:close/>
                <a:lnTo>
                  <a:pt x="3279523" y="109813"/>
                </a:lnTo>
                <a:close/>
                <a:lnTo>
                  <a:pt x="3287180" y="107655"/>
                </a:lnTo>
                <a:close/>
                <a:lnTo>
                  <a:pt x="3294844" y="105493"/>
                </a:lnTo>
                <a:close/>
                <a:lnTo>
                  <a:pt x="3302516" y="103327"/>
                </a:lnTo>
                <a:close/>
                <a:lnTo>
                  <a:pt x="3310196" y="101157"/>
                </a:lnTo>
                <a:close/>
                <a:lnTo>
                  <a:pt x="3317883" y="98983"/>
                </a:lnTo>
                <a:close/>
                <a:lnTo>
                  <a:pt x="3325580" y="96804"/>
                </a:lnTo>
                <a:close/>
                <a:lnTo>
                  <a:pt x="3333284" y="94621"/>
                </a:lnTo>
                <a:close/>
                <a:lnTo>
                  <a:pt x="3340997" y="92433"/>
                </a:lnTo>
                <a:close/>
                <a:lnTo>
                  <a:pt x="3348718" y="90240"/>
                </a:lnTo>
                <a:close/>
                <a:lnTo>
                  <a:pt x="3356448" y="88043"/>
                </a:lnTo>
                <a:close/>
                <a:lnTo>
                  <a:pt x="3364186" y="85840"/>
                </a:lnTo>
                <a:close/>
                <a:lnTo>
                  <a:pt x="3371934" y="83633"/>
                </a:lnTo>
                <a:close/>
                <a:lnTo>
                  <a:pt x="3379690" y="81420"/>
                </a:lnTo>
                <a:close/>
                <a:lnTo>
                  <a:pt x="3387455" y="79203"/>
                </a:lnTo>
                <a:close/>
                <a:lnTo>
                  <a:pt x="3395229" y="76980"/>
                </a:lnTo>
                <a:close/>
                <a:lnTo>
                  <a:pt x="3403013" y="74751"/>
                </a:lnTo>
                <a:close/>
                <a:lnTo>
                  <a:pt x="3410806" y="72518"/>
                </a:lnTo>
                <a:close/>
                <a:lnTo>
                  <a:pt x="3418608" y="70278"/>
                </a:lnTo>
                <a:close/>
                <a:lnTo>
                  <a:pt x="3426420" y="68033"/>
                </a:lnTo>
                <a:close/>
                <a:lnTo>
                  <a:pt x="3434242" y="65782"/>
                </a:lnTo>
                <a:close/>
                <a:lnTo>
                  <a:pt x="3442073" y="63525"/>
                </a:lnTo>
                <a:close/>
                <a:lnTo>
                  <a:pt x="3449915" y="61262"/>
                </a:lnTo>
                <a:close/>
                <a:lnTo>
                  <a:pt x="3457766" y="58993"/>
                </a:lnTo>
                <a:close/>
                <a:lnTo>
                  <a:pt x="3465627" y="56718"/>
                </a:lnTo>
                <a:close/>
                <a:lnTo>
                  <a:pt x="3473499" y="54437"/>
                </a:lnTo>
                <a:close/>
                <a:lnTo>
                  <a:pt x="3481380" y="52149"/>
                </a:lnTo>
                <a:close/>
                <a:lnTo>
                  <a:pt x="3489273" y="49855"/>
                </a:lnTo>
                <a:close/>
                <a:lnTo>
                  <a:pt x="3497175" y="47554"/>
                </a:lnTo>
                <a:close/>
                <a:lnTo>
                  <a:pt x="3505089" y="45246"/>
                </a:lnTo>
                <a:close/>
                <a:lnTo>
                  <a:pt x="3513013" y="42932"/>
                </a:lnTo>
                <a:close/>
                <a:lnTo>
                  <a:pt x="3520948" y="40610"/>
                </a:lnTo>
                <a:close/>
                <a:lnTo>
                  <a:pt x="3528893" y="38282"/>
                </a:lnTo>
                <a:close/>
                <a:lnTo>
                  <a:pt x="3536850" y="35947"/>
                </a:lnTo>
                <a:close/>
                <a:lnTo>
                  <a:pt x="3544818" y="33604"/>
                </a:lnTo>
                <a:close/>
                <a:lnTo>
                  <a:pt x="3552797" y="31255"/>
                </a:lnTo>
                <a:close/>
                <a:lnTo>
                  <a:pt x="3560788" y="28897"/>
                </a:lnTo>
                <a:close/>
                <a:lnTo>
                  <a:pt x="3568790" y="26533"/>
                </a:lnTo>
                <a:close/>
                <a:lnTo>
                  <a:pt x="3576804" y="24161"/>
                </a:lnTo>
                <a:close/>
                <a:lnTo>
                  <a:pt x="3584829" y="21781"/>
                </a:lnTo>
                <a:close/>
                <a:lnTo>
                  <a:pt x="3592866" y="19393"/>
                </a:lnTo>
                <a:close/>
                <a:lnTo>
                  <a:pt x="3600915" y="16998"/>
                </a:lnTo>
                <a:close/>
                <a:lnTo>
                  <a:pt x="3608976" y="14594"/>
                </a:lnTo>
                <a:close/>
                <a:lnTo>
                  <a:pt x="3617049" y="12182"/>
                </a:lnTo>
                <a:close/>
                <a:lnTo>
                  <a:pt x="3625135" y="9763"/>
                </a:lnTo>
                <a:close/>
                <a:lnTo>
                  <a:pt x="3633232" y="7335"/>
                </a:lnTo>
                <a:close/>
                <a:lnTo>
                  <a:pt x="3641342" y="4898"/>
                </a:lnTo>
                <a:close/>
                <a:lnTo>
                  <a:pt x="3649465" y="2453"/>
                </a:lnTo>
                <a:close/>
                <a:lnTo>
                  <a:pt x="36576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1200150.0"/>
            <a:ext cx="0.0" cy="13716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311900" y="11112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11900" y="17970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5852160.0" y="1383030.0"/>
            <a:ext cx="320040.0" cy="9144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629400.0" y="1245870.0"/>
            <a:ext cx="320040.0" cy="4572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75400" y="-317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6800" y="25285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