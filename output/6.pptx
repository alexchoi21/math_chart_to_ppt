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114800.0" y="2571750.0"/>
            <a:ext cx="3429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971550.0"/>
            <a:ext cx="0.0" cy="20574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572000" y="1406347"/>
            <a:ext cx="2971800" cy="1165403"/>
          </a:xfrm>
          <a:custGeom>
            <a:avLst/>
            <a:gdLst/>
            <a:ahLst/>
            <a:cxnLst/>
            <a:rect l="l" t="t" r="r" b="b"/>
            <a:pathLst>
              <a:path w="2971800" h="1165403">
                <a:moveTo>
                  <a:pt x="0" y="1165403"/>
                </a:moveTo>
                <a:lnTo>
                  <a:pt x="4871" y="1140881"/>
                </a:lnTo>
                <a:close/>
                <a:lnTo>
                  <a:pt x="9770" y="1118889"/>
                </a:lnTo>
                <a:close/>
                <a:lnTo>
                  <a:pt x="14694" y="1099246"/>
                </a:lnTo>
                <a:close/>
                <a:lnTo>
                  <a:pt x="19639" y="1081771"/>
                </a:lnTo>
                <a:close/>
                <a:lnTo>
                  <a:pt x="24604" y="1066281"/>
                </a:lnTo>
                <a:close/>
                <a:lnTo>
                  <a:pt x="29585" y="1052596"/>
                </a:lnTo>
                <a:close/>
                <a:lnTo>
                  <a:pt x="34578" y="1040534"/>
                </a:lnTo>
                <a:close/>
                <a:lnTo>
                  <a:pt x="39581" y="1029914"/>
                </a:lnTo>
                <a:close/>
                <a:lnTo>
                  <a:pt x="44591" y="1020554"/>
                </a:lnTo>
                <a:close/>
                <a:lnTo>
                  <a:pt x="49605" y="1012273"/>
                </a:lnTo>
                <a:close/>
                <a:lnTo>
                  <a:pt x="54618" y="1004889"/>
                </a:lnTo>
                <a:close/>
                <a:lnTo>
                  <a:pt x="59630" y="998221"/>
                </a:lnTo>
                <a:close/>
                <a:lnTo>
                  <a:pt x="64636" y="992088"/>
                </a:lnTo>
                <a:close/>
                <a:lnTo>
                  <a:pt x="69633" y="986308"/>
                </a:lnTo>
                <a:close/>
                <a:lnTo>
                  <a:pt x="74619" y="980699"/>
                </a:lnTo>
                <a:close/>
                <a:lnTo>
                  <a:pt x="79590" y="975100"/>
                </a:lnTo>
                <a:close/>
                <a:lnTo>
                  <a:pt x="84549" y="969484"/>
                </a:lnTo>
                <a:close/>
                <a:lnTo>
                  <a:pt x="89497" y="963877"/>
                </a:lnTo>
                <a:close/>
                <a:lnTo>
                  <a:pt x="94438" y="958304"/>
                </a:lnTo>
                <a:close/>
                <a:lnTo>
                  <a:pt x="99374" y="952791"/>
                </a:lnTo>
                <a:close/>
                <a:lnTo>
                  <a:pt x="104307" y="947366"/>
                </a:lnTo>
                <a:close/>
                <a:lnTo>
                  <a:pt x="109241" y="942053"/>
                </a:lnTo>
                <a:close/>
                <a:lnTo>
                  <a:pt x="114179" y="936879"/>
                </a:lnTo>
                <a:close/>
                <a:lnTo>
                  <a:pt x="119121" y="931859"/>
                </a:lnTo>
                <a:close/>
                <a:lnTo>
                  <a:pt x="124066" y="926983"/>
                </a:lnTo>
                <a:close/>
                <a:lnTo>
                  <a:pt x="129013" y="922241"/>
                </a:lnTo>
                <a:close/>
                <a:lnTo>
                  <a:pt x="133961" y="917620"/>
                </a:lnTo>
                <a:close/>
                <a:lnTo>
                  <a:pt x="138908" y="913110"/>
                </a:lnTo>
                <a:close/>
                <a:lnTo>
                  <a:pt x="143853" y="908699"/>
                </a:lnTo>
                <a:close/>
                <a:lnTo>
                  <a:pt x="148794" y="904376"/>
                </a:lnTo>
                <a:close/>
                <a:lnTo>
                  <a:pt x="153730" y="900129"/>
                </a:lnTo>
                <a:close/>
                <a:lnTo>
                  <a:pt x="158662" y="895952"/>
                </a:lnTo>
                <a:close/>
                <a:lnTo>
                  <a:pt x="163594" y="891837"/>
                </a:lnTo>
                <a:close/>
                <a:lnTo>
                  <a:pt x="168528" y="887779"/>
                </a:lnTo>
                <a:close/>
                <a:lnTo>
                  <a:pt x="173468" y="883772"/>
                </a:lnTo>
                <a:close/>
                <a:lnTo>
                  <a:pt x="178416" y="879809"/>
                </a:lnTo>
                <a:close/>
                <a:lnTo>
                  <a:pt x="183376" y="875885"/>
                </a:lnTo>
                <a:close/>
                <a:lnTo>
                  <a:pt x="188351" y="871994"/>
                </a:lnTo>
                <a:close/>
                <a:lnTo>
                  <a:pt x="193341" y="868132"/>
                </a:lnTo>
                <a:close/>
                <a:lnTo>
                  <a:pt x="198344" y="864301"/>
                </a:lnTo>
                <a:close/>
                <a:lnTo>
                  <a:pt x="203356" y="860506"/>
                </a:lnTo>
                <a:close/>
                <a:lnTo>
                  <a:pt x="208371" y="856750"/>
                </a:lnTo>
                <a:close/>
                <a:lnTo>
                  <a:pt x="213385" y="853037"/>
                </a:lnTo>
                <a:close/>
                <a:lnTo>
                  <a:pt x="218394" y="849371"/>
                </a:lnTo>
                <a:close/>
                <a:lnTo>
                  <a:pt x="223394" y="845756"/>
                </a:lnTo>
                <a:close/>
                <a:lnTo>
                  <a:pt x="228379" y="842196"/>
                </a:lnTo>
                <a:close/>
                <a:lnTo>
                  <a:pt x="233350" y="838690"/>
                </a:lnTo>
                <a:close/>
                <a:lnTo>
                  <a:pt x="238307" y="835236"/>
                </a:lnTo>
                <a:close/>
                <a:lnTo>
                  <a:pt x="243253" y="831831"/>
                </a:lnTo>
                <a:close/>
                <a:lnTo>
                  <a:pt x="248191" y="828472"/>
                </a:lnTo>
                <a:close/>
                <a:lnTo>
                  <a:pt x="253122" y="825154"/>
                </a:lnTo>
                <a:close/>
                <a:lnTo>
                  <a:pt x="258049" y="821876"/>
                </a:lnTo>
                <a:close/>
                <a:lnTo>
                  <a:pt x="262973" y="818633"/>
                </a:lnTo>
                <a:close/>
                <a:lnTo>
                  <a:pt x="267897" y="815423"/>
                </a:lnTo>
                <a:close/>
                <a:lnTo>
                  <a:pt x="272824" y="812242"/>
                </a:lnTo>
                <a:close/>
                <a:lnTo>
                  <a:pt x="277754" y="809086"/>
                </a:lnTo>
                <a:close/>
                <a:lnTo>
                  <a:pt x="282690" y="805952"/>
                </a:lnTo>
                <a:close/>
                <a:lnTo>
                  <a:pt x="287635" y="802836"/>
                </a:lnTo>
                <a:close/>
                <a:lnTo>
                  <a:pt x="292591" y="799734"/>
                </a:lnTo>
                <a:close/>
                <a:lnTo>
                  <a:pt x="297559" y="796644"/>
                </a:lnTo>
                <a:close/>
                <a:lnTo>
                  <a:pt x="302542" y="793561"/>
                </a:lnTo>
                <a:close/>
                <a:lnTo>
                  <a:pt x="307540" y="790485"/>
                </a:lnTo>
                <a:close/>
                <a:lnTo>
                  <a:pt x="312548" y="787421"/>
                </a:lnTo>
                <a:close/>
                <a:lnTo>
                  <a:pt x="317562" y="784373"/>
                </a:lnTo>
                <a:close/>
                <a:lnTo>
                  <a:pt x="322577" y="781348"/>
                </a:lnTo>
                <a:close/>
                <a:lnTo>
                  <a:pt x="327589" y="778349"/>
                </a:lnTo>
                <a:close/>
                <a:lnTo>
                  <a:pt x="332594" y="775382"/>
                </a:lnTo>
                <a:close/>
                <a:lnTo>
                  <a:pt x="337587" y="772452"/>
                </a:lnTo>
                <a:close/>
                <a:lnTo>
                  <a:pt x="342564" y="769564"/>
                </a:lnTo>
                <a:close/>
                <a:lnTo>
                  <a:pt x="347525" y="766715"/>
                </a:lnTo>
                <a:close/>
                <a:lnTo>
                  <a:pt x="352475" y="763903"/>
                </a:lnTo>
                <a:close/>
                <a:lnTo>
                  <a:pt x="357416" y="761123"/>
                </a:lnTo>
                <a:close/>
                <a:lnTo>
                  <a:pt x="362351" y="758372"/>
                </a:lnTo>
                <a:close/>
                <a:lnTo>
                  <a:pt x="367283" y="755644"/>
                </a:lnTo>
                <a:close/>
                <a:lnTo>
                  <a:pt x="372215" y="752937"/>
                </a:lnTo>
                <a:close/>
                <a:lnTo>
                  <a:pt x="377151" y="750247"/>
                </a:lnTo>
                <a:close/>
                <a:lnTo>
                  <a:pt x="382091" y="747569"/>
                </a:lnTo>
                <a:close/>
                <a:lnTo>
                  <a:pt x="387036" y="744903"/>
                </a:lnTo>
                <a:close/>
                <a:lnTo>
                  <a:pt x="391983" y="742245"/>
                </a:lnTo>
                <a:close/>
                <a:lnTo>
                  <a:pt x="396931" y="739596"/>
                </a:lnTo>
                <a:close/>
                <a:lnTo>
                  <a:pt x="401879" y="736952"/>
                </a:lnTo>
                <a:close/>
                <a:lnTo>
                  <a:pt x="406824" y="734312"/>
                </a:lnTo>
                <a:close/>
                <a:lnTo>
                  <a:pt x="411766" y="731674"/>
                </a:lnTo>
                <a:close/>
                <a:lnTo>
                  <a:pt x="416702" y="729037"/>
                </a:lnTo>
                <a:close/>
                <a:lnTo>
                  <a:pt x="421635" y="726403"/>
                </a:lnTo>
                <a:close/>
                <a:lnTo>
                  <a:pt x="426566" y="723776"/>
                </a:lnTo>
                <a:close/>
                <a:lnTo>
                  <a:pt x="431500" y="721161"/>
                </a:lnTo>
                <a:close/>
                <a:lnTo>
                  <a:pt x="436439" y="718563"/>
                </a:lnTo>
                <a:close/>
                <a:lnTo>
                  <a:pt x="441386" y="715986"/>
                </a:lnTo>
                <a:close/>
                <a:lnTo>
                  <a:pt x="446346" y="713435"/>
                </a:lnTo>
                <a:close/>
                <a:lnTo>
                  <a:pt x="451319" y="710915"/>
                </a:lnTo>
                <a:close/>
                <a:lnTo>
                  <a:pt x="456310" y="708428"/>
                </a:lnTo>
                <a:close/>
                <a:lnTo>
                  <a:pt x="461314" y="705973"/>
                </a:lnTo>
                <a:close/>
                <a:lnTo>
                  <a:pt x="466326" y="703544"/>
                </a:lnTo>
                <a:close/>
                <a:lnTo>
                  <a:pt x="471341" y="701137"/>
                </a:lnTo>
                <a:close/>
                <a:lnTo>
                  <a:pt x="476356" y="698748"/>
                </a:lnTo>
                <a:close/>
                <a:lnTo>
                  <a:pt x="481365" y="696372"/>
                </a:lnTo>
                <a:close/>
                <a:lnTo>
                  <a:pt x="486363" y="694004"/>
                </a:lnTo>
                <a:close/>
                <a:lnTo>
                  <a:pt x="491347" y="691642"/>
                </a:lnTo>
                <a:close/>
                <a:lnTo>
                  <a:pt x="496314" y="689281"/>
                </a:lnTo>
                <a:close/>
                <a:lnTo>
                  <a:pt x="501267" y="686923"/>
                </a:lnTo>
                <a:close/>
                <a:lnTo>
                  <a:pt x="506211" y="684567"/>
                </a:lnTo>
                <a:close/>
                <a:lnTo>
                  <a:pt x="511147" y="682215"/>
                </a:lnTo>
                <a:close/>
                <a:lnTo>
                  <a:pt x="516079" y="679867"/>
                </a:lnTo>
                <a:close/>
                <a:lnTo>
                  <a:pt x="521011" y="677522"/>
                </a:lnTo>
                <a:close/>
                <a:lnTo>
                  <a:pt x="525945" y="675182"/>
                </a:lnTo>
                <a:close/>
                <a:lnTo>
                  <a:pt x="530883" y="672848"/>
                </a:lnTo>
                <a:close/>
                <a:lnTo>
                  <a:pt x="535827" y="670521"/>
                </a:lnTo>
                <a:close/>
                <a:lnTo>
                  <a:pt x="540773" y="668203"/>
                </a:lnTo>
                <a:close/>
                <a:lnTo>
                  <a:pt x="545721" y="665899"/>
                </a:lnTo>
                <a:close/>
                <a:lnTo>
                  <a:pt x="550669" y="663610"/>
                </a:lnTo>
                <a:close/>
                <a:lnTo>
                  <a:pt x="555615" y="661340"/>
                </a:lnTo>
                <a:close/>
                <a:lnTo>
                  <a:pt x="560559" y="659090"/>
                </a:lnTo>
                <a:close/>
                <a:lnTo>
                  <a:pt x="565497" y="656865"/>
                </a:lnTo>
                <a:close/>
                <a:lnTo>
                  <a:pt x="570431" y="654663"/>
                </a:lnTo>
                <a:close/>
                <a:lnTo>
                  <a:pt x="575363" y="652480"/>
                </a:lnTo>
                <a:close/>
                <a:lnTo>
                  <a:pt x="580295" y="650312"/>
                </a:lnTo>
                <a:close/>
                <a:lnTo>
                  <a:pt x="585233" y="648153"/>
                </a:lnTo>
                <a:close/>
                <a:lnTo>
                  <a:pt x="590177" y="645998"/>
                </a:lnTo>
                <a:close/>
                <a:lnTo>
                  <a:pt x="595132" y="643843"/>
                </a:lnTo>
                <a:close/>
                <a:lnTo>
                  <a:pt x="600100" y="641681"/>
                </a:lnTo>
                <a:close/>
                <a:lnTo>
                  <a:pt x="605084" y="639508"/>
                </a:lnTo>
                <a:close/>
                <a:lnTo>
                  <a:pt x="610083" y="637327"/>
                </a:lnTo>
                <a:close/>
                <a:lnTo>
                  <a:pt x="615091" y="635141"/>
                </a:lnTo>
                <a:close/>
                <a:lnTo>
                  <a:pt x="620105" y="632955"/>
                </a:lnTo>
                <a:close/>
                <a:lnTo>
                  <a:pt x="625120" y="630776"/>
                </a:lnTo>
                <a:close/>
                <a:lnTo>
                  <a:pt x="630132" y="628607"/>
                </a:lnTo>
                <a:close/>
                <a:lnTo>
                  <a:pt x="635136" y="626453"/>
                </a:lnTo>
                <a:close/>
                <a:lnTo>
                  <a:pt x="640128" y="624320"/>
                </a:lnTo>
                <a:close/>
                <a:lnTo>
                  <a:pt x="645104" y="622212"/>
                </a:lnTo>
                <a:close/>
                <a:lnTo>
                  <a:pt x="650066" y="620125"/>
                </a:lnTo>
                <a:close/>
                <a:lnTo>
                  <a:pt x="655017" y="618059"/>
                </a:lnTo>
                <a:close/>
                <a:lnTo>
                  <a:pt x="659958" y="616011"/>
                </a:lnTo>
                <a:close/>
                <a:lnTo>
                  <a:pt x="664892" y="613979"/>
                </a:lnTo>
                <a:close/>
                <a:lnTo>
                  <a:pt x="669820" y="611960"/>
                </a:lnTo>
                <a:close/>
                <a:lnTo>
                  <a:pt x="674745" y="609953"/>
                </a:lnTo>
                <a:close/>
                <a:lnTo>
                  <a:pt x="679669" y="607954"/>
                </a:lnTo>
                <a:close/>
                <a:lnTo>
                  <a:pt x="684594" y="605963"/>
                </a:lnTo>
                <a:close/>
                <a:lnTo>
                  <a:pt x="689522" y="603975"/>
                </a:lnTo>
                <a:close/>
                <a:lnTo>
                  <a:pt x="694456" y="601990"/>
                </a:lnTo>
                <a:close/>
                <a:lnTo>
                  <a:pt x="699397" y="600006"/>
                </a:lnTo>
                <a:close/>
                <a:lnTo>
                  <a:pt x="704348" y="598019"/>
                </a:lnTo>
                <a:close/>
                <a:lnTo>
                  <a:pt x="709311" y="596027"/>
                </a:lnTo>
                <a:close/>
                <a:lnTo>
                  <a:pt x="714288" y="594030"/>
                </a:lnTo>
                <a:close/>
                <a:lnTo>
                  <a:pt x="719280" y="592024"/>
                </a:lnTo>
                <a:close/>
                <a:lnTo>
                  <a:pt x="724285" y="590015"/>
                </a:lnTo>
                <a:close/>
                <a:lnTo>
                  <a:pt x="729296" y="588005"/>
                </a:lnTo>
                <a:close/>
                <a:lnTo>
                  <a:pt x="734312" y="586001"/>
                </a:lnTo>
                <a:close/>
                <a:lnTo>
                  <a:pt x="739326" y="584007"/>
                </a:lnTo>
                <a:close/>
                <a:lnTo>
                  <a:pt x="744334" y="582028"/>
                </a:lnTo>
                <a:close/>
                <a:lnTo>
                  <a:pt x="749332" y="580068"/>
                </a:lnTo>
                <a:close/>
                <a:lnTo>
                  <a:pt x="754316" y="578132"/>
                </a:lnTo>
                <a:close/>
                <a:lnTo>
                  <a:pt x="759283" y="576223"/>
                </a:lnTo>
                <a:close/>
                <a:lnTo>
                  <a:pt x="764237" y="574334"/>
                </a:lnTo>
                <a:close/>
                <a:lnTo>
                  <a:pt x="769182" y="572463"/>
                </a:lnTo>
                <a:close/>
                <a:lnTo>
                  <a:pt x="774118" y="570605"/>
                </a:lnTo>
                <a:close/>
                <a:lnTo>
                  <a:pt x="779051" y="568755"/>
                </a:lnTo>
                <a:close/>
                <a:lnTo>
                  <a:pt x="783983" y="566909"/>
                </a:lnTo>
                <a:close/>
                <a:lnTo>
                  <a:pt x="788917" y="565063"/>
                </a:lnTo>
                <a:close/>
                <a:lnTo>
                  <a:pt x="793855" y="563213"/>
                </a:lnTo>
                <a:close/>
                <a:lnTo>
                  <a:pt x="798799" y="561358"/>
                </a:lnTo>
                <a:close/>
                <a:lnTo>
                  <a:pt x="803745" y="559497"/>
                </a:lnTo>
                <a:close/>
                <a:lnTo>
                  <a:pt x="808693" y="557630"/>
                </a:lnTo>
                <a:close/>
                <a:lnTo>
                  <a:pt x="813641" y="555758"/>
                </a:lnTo>
                <a:close/>
                <a:lnTo>
                  <a:pt x="818587" y="553881"/>
                </a:lnTo>
                <a:close/>
                <a:lnTo>
                  <a:pt x="823531" y="551998"/>
                </a:lnTo>
                <a:close/>
                <a:lnTo>
                  <a:pt x="828469" y="550110"/>
                </a:lnTo>
                <a:close/>
                <a:lnTo>
                  <a:pt x="833403" y="548218"/>
                </a:lnTo>
                <a:close/>
                <a:lnTo>
                  <a:pt x="838335" y="546325"/>
                </a:lnTo>
                <a:close/>
                <a:lnTo>
                  <a:pt x="843268" y="544437"/>
                </a:lnTo>
                <a:close/>
                <a:lnTo>
                  <a:pt x="848204" y="542557"/>
                </a:lnTo>
                <a:close/>
                <a:lnTo>
                  <a:pt x="853148" y="540689"/>
                </a:lnTo>
                <a:close/>
                <a:lnTo>
                  <a:pt x="858102" y="538838"/>
                </a:lnTo>
                <a:close/>
                <a:lnTo>
                  <a:pt x="863069" y="537007"/>
                </a:lnTo>
                <a:close/>
                <a:lnTo>
                  <a:pt x="868052" y="535202"/>
                </a:lnTo>
                <a:close/>
                <a:lnTo>
                  <a:pt x="873050" y="533421"/>
                </a:lnTo>
                <a:close/>
                <a:lnTo>
                  <a:pt x="878058" y="531659"/>
                </a:lnTo>
                <a:close/>
                <a:lnTo>
                  <a:pt x="883071" y="529913"/>
                </a:lnTo>
                <a:close/>
                <a:lnTo>
                  <a:pt x="888087" y="528177"/>
                </a:lnTo>
                <a:close/>
                <a:lnTo>
                  <a:pt x="893099" y="526449"/>
                </a:lnTo>
                <a:close/>
                <a:lnTo>
                  <a:pt x="898104" y="524722"/>
                </a:lnTo>
                <a:close/>
                <a:lnTo>
                  <a:pt x="903096" y="522993"/>
                </a:lnTo>
                <a:close/>
                <a:lnTo>
                  <a:pt x="908074" y="521259"/>
                </a:lnTo>
                <a:close/>
                <a:lnTo>
                  <a:pt x="913037" y="519518"/>
                </a:lnTo>
                <a:close/>
                <a:lnTo>
                  <a:pt x="917989" y="517773"/>
                </a:lnTo>
                <a:close/>
                <a:lnTo>
                  <a:pt x="922930" y="516024"/>
                </a:lnTo>
                <a:close/>
                <a:lnTo>
                  <a:pt x="927864" y="514271"/>
                </a:lnTo>
                <a:close/>
                <a:lnTo>
                  <a:pt x="932793" y="512515"/>
                </a:lnTo>
                <a:close/>
                <a:lnTo>
                  <a:pt x="937718" y="510758"/>
                </a:lnTo>
                <a:close/>
                <a:lnTo>
                  <a:pt x="942642" y="508999"/>
                </a:lnTo>
                <a:close/>
                <a:lnTo>
                  <a:pt x="947567" y="507240"/>
                </a:lnTo>
                <a:close/>
                <a:lnTo>
                  <a:pt x="952495" y="505483"/>
                </a:lnTo>
                <a:close/>
                <a:lnTo>
                  <a:pt x="957428" y="503728"/>
                </a:lnTo>
                <a:close/>
                <a:lnTo>
                  <a:pt x="962369" y="501977"/>
                </a:lnTo>
                <a:close/>
                <a:lnTo>
                  <a:pt x="967319" y="500231"/>
                </a:lnTo>
                <a:close/>
                <a:lnTo>
                  <a:pt x="972281" y="498491"/>
                </a:lnTo>
                <a:close/>
                <a:lnTo>
                  <a:pt x="977257" y="496760"/>
                </a:lnTo>
                <a:close/>
                <a:lnTo>
                  <a:pt x="982248" y="495037"/>
                </a:lnTo>
                <a:close/>
                <a:lnTo>
                  <a:pt x="987251" y="493324"/>
                </a:lnTo>
                <a:close/>
                <a:lnTo>
                  <a:pt x="992263" y="491621"/>
                </a:lnTo>
                <a:close/>
                <a:lnTo>
                  <a:pt x="997278" y="489927"/>
                </a:lnTo>
                <a:close/>
                <a:lnTo>
                  <a:pt x="1002292" y="488244"/>
                </a:lnTo>
                <a:close/>
                <a:lnTo>
                  <a:pt x="1007301" y="486572"/>
                </a:lnTo>
                <a:close/>
                <a:lnTo>
                  <a:pt x="1012300" y="484910"/>
                </a:lnTo>
                <a:close/>
                <a:lnTo>
                  <a:pt x="1017285" y="483259"/>
                </a:lnTo>
                <a:close/>
                <a:lnTo>
                  <a:pt x="1022254" y="481619"/>
                </a:lnTo>
                <a:close/>
                <a:lnTo>
                  <a:pt x="1027209" y="479987"/>
                </a:lnTo>
                <a:close/>
                <a:lnTo>
                  <a:pt x="1032153" y="478360"/>
                </a:lnTo>
                <a:close/>
                <a:lnTo>
                  <a:pt x="1037091" y="476738"/>
                </a:lnTo>
                <a:close/>
                <a:lnTo>
                  <a:pt x="1042024" y="475116"/>
                </a:lnTo>
                <a:close/>
                <a:lnTo>
                  <a:pt x="1046956" y="473494"/>
                </a:lnTo>
                <a:close/>
                <a:lnTo>
                  <a:pt x="1051889" y="471868"/>
                </a:lnTo>
                <a:close/>
                <a:lnTo>
                  <a:pt x="1056827" y="470237"/>
                </a:lnTo>
                <a:close/>
                <a:lnTo>
                  <a:pt x="1061770" y="468602"/>
                </a:lnTo>
                <a:close/>
                <a:lnTo>
                  <a:pt x="1066717" y="466964"/>
                </a:lnTo>
                <a:close/>
                <a:lnTo>
                  <a:pt x="1071665" y="465328"/>
                </a:lnTo>
                <a:close/>
                <a:lnTo>
                  <a:pt x="1076613" y="463695"/>
                </a:lnTo>
                <a:close/>
                <a:lnTo>
                  <a:pt x="1081559" y="462069"/>
                </a:lnTo>
                <a:close/>
                <a:lnTo>
                  <a:pt x="1086503" y="460452"/>
                </a:lnTo>
                <a:close/>
                <a:lnTo>
                  <a:pt x="1091442" y="458847"/>
                </a:lnTo>
                <a:close/>
                <a:lnTo>
                  <a:pt x="1096376" y="457255"/>
                </a:lnTo>
                <a:close/>
                <a:lnTo>
                  <a:pt x="1101307" y="455675"/>
                </a:lnTo>
                <a:close/>
                <a:lnTo>
                  <a:pt x="1106239" y="454104"/>
                </a:lnTo>
                <a:close/>
                <a:lnTo>
                  <a:pt x="1111175" y="452540"/>
                </a:lnTo>
                <a:close/>
                <a:lnTo>
                  <a:pt x="1116118" y="450982"/>
                </a:lnTo>
                <a:close/>
                <a:lnTo>
                  <a:pt x="1121072" y="449426"/>
                </a:lnTo>
                <a:close/>
                <a:lnTo>
                  <a:pt x="1126038" y="447871"/>
                </a:lnTo>
                <a:close/>
                <a:lnTo>
                  <a:pt x="1131021" y="446314"/>
                </a:lnTo>
                <a:close/>
                <a:lnTo>
                  <a:pt x="1136019" y="444754"/>
                </a:lnTo>
                <a:close/>
                <a:lnTo>
                  <a:pt x="1141027" y="443191"/>
                </a:lnTo>
                <a:close/>
                <a:lnTo>
                  <a:pt x="1146042" y="441626"/>
                </a:lnTo>
                <a:close/>
                <a:lnTo>
                  <a:pt x="1151058" y="440057"/>
                </a:lnTo>
                <a:close/>
                <a:lnTo>
                  <a:pt x="1156070" y="438486"/>
                </a:lnTo>
                <a:close/>
                <a:lnTo>
                  <a:pt x="1161074" y="436912"/>
                </a:lnTo>
                <a:close/>
                <a:lnTo>
                  <a:pt x="1166065" y="435335"/>
                </a:lnTo>
                <a:close/>
                <a:lnTo>
                  <a:pt x="1171040" y="433755"/>
                </a:lnTo>
                <a:close/>
                <a:lnTo>
                  <a:pt x="1175999" y="432174"/>
                </a:lnTo>
                <a:close/>
                <a:lnTo>
                  <a:pt x="1180947" y="430596"/>
                </a:lnTo>
                <a:close/>
                <a:lnTo>
                  <a:pt x="1185886" y="429021"/>
                </a:lnTo>
                <a:close/>
                <a:lnTo>
                  <a:pt x="1190820" y="427452"/>
                </a:lnTo>
                <a:close/>
                <a:lnTo>
                  <a:pt x="1195752" y="425891"/>
                </a:lnTo>
                <a:close/>
                <a:lnTo>
                  <a:pt x="1200684" y="424342"/>
                </a:lnTo>
                <a:close/>
                <a:lnTo>
                  <a:pt x="1205620" y="422805"/>
                </a:lnTo>
                <a:close/>
                <a:lnTo>
                  <a:pt x="1210562" y="421281"/>
                </a:lnTo>
                <a:close/>
                <a:lnTo>
                  <a:pt x="1215507" y="419768"/>
                </a:lnTo>
                <a:close/>
                <a:lnTo>
                  <a:pt x="1220454" y="418263"/>
                </a:lnTo>
                <a:close/>
                <a:lnTo>
                  <a:pt x="1225402" y="416763"/>
                </a:lnTo>
                <a:close/>
                <a:lnTo>
                  <a:pt x="1230350" y="415264"/>
                </a:lnTo>
                <a:close/>
                <a:lnTo>
                  <a:pt x="1235295" y="413765"/>
                </a:lnTo>
                <a:close/>
                <a:lnTo>
                  <a:pt x="1240235" y="412262"/>
                </a:lnTo>
                <a:close/>
                <a:lnTo>
                  <a:pt x="1245171" y="410752"/>
                </a:lnTo>
                <a:close/>
                <a:lnTo>
                  <a:pt x="1250104" y="409238"/>
                </a:lnTo>
                <a:close/>
                <a:lnTo>
                  <a:pt x="1255036" y="407722"/>
                </a:lnTo>
                <a:close/>
                <a:lnTo>
                  <a:pt x="1259970" y="406206"/>
                </a:lnTo>
                <a:close/>
                <a:lnTo>
                  <a:pt x="1264911" y="404694"/>
                </a:lnTo>
                <a:close/>
                <a:lnTo>
                  <a:pt x="1269860" y="403188"/>
                </a:lnTo>
                <a:close/>
                <a:lnTo>
                  <a:pt x="1274821" y="401692"/>
                </a:lnTo>
                <a:close/>
                <a:lnTo>
                  <a:pt x="1279798" y="400208"/>
                </a:lnTo>
                <a:close/>
                <a:lnTo>
                  <a:pt x="1284790" y="398737"/>
                </a:lnTo>
                <a:close/>
                <a:lnTo>
                  <a:pt x="1289794" y="397279"/>
                </a:lnTo>
                <a:close/>
                <a:lnTo>
                  <a:pt x="1294806" y="395829"/>
                </a:lnTo>
                <a:close/>
                <a:lnTo>
                  <a:pt x="1299821" y="394387"/>
                </a:lnTo>
                <a:close/>
                <a:lnTo>
                  <a:pt x="1304835" y="392950"/>
                </a:lnTo>
                <a:close/>
                <a:lnTo>
                  <a:pt x="1309843" y="391515"/>
                </a:lnTo>
                <a:close/>
                <a:lnTo>
                  <a:pt x="1314842" y="390080"/>
                </a:lnTo>
                <a:close/>
                <a:lnTo>
                  <a:pt x="1319825" y="388643"/>
                </a:lnTo>
                <a:close/>
                <a:lnTo>
                  <a:pt x="1324794" y="387204"/>
                </a:lnTo>
                <a:close/>
                <a:lnTo>
                  <a:pt x="1329750" y="385761"/>
                </a:lnTo>
                <a:close/>
                <a:lnTo>
                  <a:pt x="1334696" y="384316"/>
                </a:lnTo>
                <a:close/>
                <a:lnTo>
                  <a:pt x="1339632" y="382867"/>
                </a:lnTo>
                <a:close/>
                <a:lnTo>
                  <a:pt x="1344563" y="381416"/>
                </a:lnTo>
                <a:close/>
                <a:lnTo>
                  <a:pt x="1349489" y="379963"/>
                </a:lnTo>
                <a:close/>
                <a:lnTo>
                  <a:pt x="1354413" y="378506"/>
                </a:lnTo>
                <a:close/>
                <a:lnTo>
                  <a:pt x="1359338" y="377048"/>
                </a:lnTo>
                <a:close/>
                <a:lnTo>
                  <a:pt x="1364264" y="375589"/>
                </a:lnTo>
                <a:close/>
                <a:lnTo>
                  <a:pt x="1369195" y="374131"/>
                </a:lnTo>
                <a:close/>
                <a:lnTo>
                  <a:pt x="1374133" y="372678"/>
                </a:lnTo>
                <a:close/>
                <a:lnTo>
                  <a:pt x="1379079" y="371230"/>
                </a:lnTo>
                <a:close/>
                <a:lnTo>
                  <a:pt x="1384036" y="369791"/>
                </a:lnTo>
                <a:close/>
                <a:lnTo>
                  <a:pt x="1389005" y="368362"/>
                </a:lnTo>
                <a:close/>
                <a:lnTo>
                  <a:pt x="1393990" y="366945"/>
                </a:lnTo>
                <a:close/>
                <a:lnTo>
                  <a:pt x="1398989" y="365541"/>
                </a:lnTo>
                <a:close/>
                <a:lnTo>
                  <a:pt x="1403998" y="364146"/>
                </a:lnTo>
                <a:close/>
                <a:lnTo>
                  <a:pt x="1409012" y="362760"/>
                </a:lnTo>
                <a:close/>
                <a:lnTo>
                  <a:pt x="1414027" y="361379"/>
                </a:lnTo>
                <a:close/>
                <a:lnTo>
                  <a:pt x="1419039" y="360002"/>
                </a:lnTo>
                <a:close/>
                <a:lnTo>
                  <a:pt x="1424043" y="358626"/>
                </a:lnTo>
                <a:close/>
                <a:lnTo>
                  <a:pt x="1429034" y="357248"/>
                </a:lnTo>
                <a:close/>
                <a:lnTo>
                  <a:pt x="1434009" y="355867"/>
                </a:lnTo>
                <a:close/>
                <a:lnTo>
                  <a:pt x="1438969" y="354483"/>
                </a:lnTo>
                <a:close/>
                <a:lnTo>
                  <a:pt x="1443918" y="353096"/>
                </a:lnTo>
                <a:close/>
                <a:lnTo>
                  <a:pt x="1448858" y="351708"/>
                </a:lnTo>
                <a:close/>
                <a:lnTo>
                  <a:pt x="1453792" y="350319"/>
                </a:lnTo>
                <a:close/>
                <a:lnTo>
                  <a:pt x="1458724" y="348930"/>
                </a:lnTo>
                <a:close/>
                <a:lnTo>
                  <a:pt x="1463656" y="347541"/>
                </a:lnTo>
                <a:close/>
                <a:lnTo>
                  <a:pt x="1468592" y="346154"/>
                </a:lnTo>
                <a:close/>
                <a:lnTo>
                  <a:pt x="1473534" y="344769"/>
                </a:lnTo>
                <a:close/>
                <a:lnTo>
                  <a:pt x="1478479" y="343384"/>
                </a:lnTo>
                <a:close/>
                <a:lnTo>
                  <a:pt x="1483426" y="341999"/>
                </a:lnTo>
                <a:close/>
                <a:lnTo>
                  <a:pt x="1488374" y="340614"/>
                </a:lnTo>
                <a:close/>
                <a:lnTo>
                  <a:pt x="1493321" y="339228"/>
                </a:lnTo>
                <a:close/>
                <a:lnTo>
                  <a:pt x="1498266" y="337839"/>
                </a:lnTo>
                <a:close/>
                <a:lnTo>
                  <a:pt x="1503208" y="336448"/>
                </a:lnTo>
                <a:close/>
                <a:lnTo>
                  <a:pt x="1508144" y="335053"/>
                </a:lnTo>
                <a:close/>
                <a:lnTo>
                  <a:pt x="1513076" y="333656"/>
                </a:lnTo>
                <a:close/>
                <a:lnTo>
                  <a:pt x="1518008" y="332259"/>
                </a:lnTo>
                <a:close/>
                <a:lnTo>
                  <a:pt x="1522942" y="330864"/>
                </a:lnTo>
                <a:close/>
                <a:lnTo>
                  <a:pt x="1527882" y="329474"/>
                </a:lnTo>
                <a:close/>
                <a:lnTo>
                  <a:pt x="1532831" y="328091"/>
                </a:lnTo>
                <a:close/>
                <a:lnTo>
                  <a:pt x="1537791" y="326717"/>
                </a:lnTo>
                <a:close/>
                <a:lnTo>
                  <a:pt x="1542766" y="325355"/>
                </a:lnTo>
                <a:close/>
                <a:lnTo>
                  <a:pt x="1547757" y="324005"/>
                </a:lnTo>
                <a:close/>
                <a:lnTo>
                  <a:pt x="1552761" y="322667"/>
                </a:lnTo>
                <a:close/>
                <a:lnTo>
                  <a:pt x="1557773" y="321338"/>
                </a:lnTo>
                <a:close/>
                <a:lnTo>
                  <a:pt x="1562788" y="320015"/>
                </a:lnTo>
                <a:close/>
                <a:lnTo>
                  <a:pt x="1567802" y="318698"/>
                </a:lnTo>
                <a:close/>
                <a:lnTo>
                  <a:pt x="1572811" y="317383"/>
                </a:lnTo>
                <a:close/>
                <a:lnTo>
                  <a:pt x="1577810" y="316068"/>
                </a:lnTo>
                <a:close/>
                <a:lnTo>
                  <a:pt x="1582795" y="314751"/>
                </a:lnTo>
                <a:close/>
                <a:lnTo>
                  <a:pt x="1587764" y="313432"/>
                </a:lnTo>
                <a:close/>
                <a:lnTo>
                  <a:pt x="1592721" y="312110"/>
                </a:lnTo>
                <a:close/>
                <a:lnTo>
                  <a:pt x="1597667" y="310786"/>
                </a:lnTo>
                <a:close/>
                <a:lnTo>
                  <a:pt x="1602605" y="309459"/>
                </a:lnTo>
                <a:close/>
                <a:lnTo>
                  <a:pt x="1607536" y="308129"/>
                </a:lnTo>
                <a:close/>
                <a:lnTo>
                  <a:pt x="1612462" y="306796"/>
                </a:lnTo>
                <a:close/>
                <a:lnTo>
                  <a:pt x="1617387" y="305461"/>
                </a:lnTo>
                <a:close/>
                <a:lnTo>
                  <a:pt x="1622311" y="304123"/>
                </a:lnTo>
                <a:close/>
                <a:lnTo>
                  <a:pt x="1627237" y="302784"/>
                </a:lnTo>
                <a:close/>
                <a:lnTo>
                  <a:pt x="1632168" y="301448"/>
                </a:lnTo>
                <a:close/>
                <a:lnTo>
                  <a:pt x="1637104" y="300114"/>
                </a:lnTo>
                <a:close/>
                <a:lnTo>
                  <a:pt x="1642050" y="298787"/>
                </a:lnTo>
                <a:close/>
                <a:lnTo>
                  <a:pt x="1647006" y="297467"/>
                </a:lnTo>
                <a:close/>
                <a:lnTo>
                  <a:pt x="1651975" y="296158"/>
                </a:lnTo>
                <a:close/>
                <a:lnTo>
                  <a:pt x="1656958" y="294860"/>
                </a:lnTo>
                <a:close/>
                <a:lnTo>
                  <a:pt x="1661957" y="293575"/>
                </a:lnTo>
                <a:close/>
                <a:lnTo>
                  <a:pt x="1666965" y="292301"/>
                </a:lnTo>
                <a:close/>
                <a:lnTo>
                  <a:pt x="1671979" y="291034"/>
                </a:lnTo>
                <a:close/>
                <a:lnTo>
                  <a:pt x="1676994" y="289774"/>
                </a:lnTo>
                <a:close/>
                <a:lnTo>
                  <a:pt x="1682006" y="288517"/>
                </a:lnTo>
                <a:close/>
                <a:lnTo>
                  <a:pt x="1687010" y="287261"/>
                </a:lnTo>
                <a:close/>
                <a:lnTo>
                  <a:pt x="1692002" y="286005"/>
                </a:lnTo>
                <a:close/>
                <a:lnTo>
                  <a:pt x="1696979" y="284746"/>
                </a:lnTo>
                <a:close/>
                <a:lnTo>
                  <a:pt x="1701940" y="283483"/>
                </a:lnTo>
                <a:close/>
                <a:lnTo>
                  <a:pt x="1706889" y="282219"/>
                </a:lnTo>
                <a:close/>
                <a:lnTo>
                  <a:pt x="1711830" y="280952"/>
                </a:lnTo>
                <a:close/>
                <a:lnTo>
                  <a:pt x="1716764" y="279684"/>
                </a:lnTo>
                <a:close/>
                <a:lnTo>
                  <a:pt x="1721696" y="278414"/>
                </a:lnTo>
                <a:close/>
                <a:lnTo>
                  <a:pt x="1726629" y="277145"/>
                </a:lnTo>
                <a:close/>
                <a:lnTo>
                  <a:pt x="1731565" y="275876"/>
                </a:lnTo>
                <a:close/>
                <a:lnTo>
                  <a:pt x="1736505" y="274607"/>
                </a:lnTo>
                <a:close/>
                <a:lnTo>
                  <a:pt x="1741450" y="273340"/>
                </a:lnTo>
                <a:close/>
                <a:lnTo>
                  <a:pt x="1746398" y="272073"/>
                </a:lnTo>
                <a:close/>
                <a:lnTo>
                  <a:pt x="1751346" y="270806"/>
                </a:lnTo>
                <a:close/>
                <a:lnTo>
                  <a:pt x="1756293" y="269541"/>
                </a:lnTo>
                <a:close/>
                <a:lnTo>
                  <a:pt x="1761238" y="268276"/>
                </a:lnTo>
                <a:close/>
                <a:lnTo>
                  <a:pt x="1766180" y="267012"/>
                </a:lnTo>
                <a:close/>
                <a:lnTo>
                  <a:pt x="1771116" y="265748"/>
                </a:lnTo>
                <a:close/>
                <a:lnTo>
                  <a:pt x="1776048" y="264485"/>
                </a:lnTo>
                <a:close/>
                <a:lnTo>
                  <a:pt x="1780980" y="263222"/>
                </a:lnTo>
                <a:close/>
                <a:lnTo>
                  <a:pt x="1785914" y="261958"/>
                </a:lnTo>
                <a:close/>
                <a:lnTo>
                  <a:pt x="1790853" y="260692"/>
                </a:lnTo>
                <a:close/>
                <a:lnTo>
                  <a:pt x="1795801" y="259425"/>
                </a:lnTo>
                <a:close/>
                <a:lnTo>
                  <a:pt x="1800760" y="258155"/>
                </a:lnTo>
                <a:close/>
                <a:lnTo>
                  <a:pt x="1805735" y="256882"/>
                </a:lnTo>
                <a:close/>
                <a:lnTo>
                  <a:pt x="1810726" y="255606"/>
                </a:lnTo>
                <a:close/>
                <a:lnTo>
                  <a:pt x="1815730" y="254329"/>
                </a:lnTo>
                <a:close/>
                <a:lnTo>
                  <a:pt x="1820742" y="253053"/>
                </a:lnTo>
                <a:close/>
                <a:lnTo>
                  <a:pt x="1825758" y="251780"/>
                </a:lnTo>
                <a:close/>
                <a:lnTo>
                  <a:pt x="1830773" y="250513"/>
                </a:lnTo>
                <a:close/>
                <a:lnTo>
                  <a:pt x="1835781" y="249253"/>
                </a:lnTo>
                <a:close/>
                <a:lnTo>
                  <a:pt x="1840779" y="248004"/>
                </a:lnTo>
                <a:close/>
                <a:lnTo>
                  <a:pt x="1845762" y="246768"/>
                </a:lnTo>
                <a:close/>
                <a:lnTo>
                  <a:pt x="1850728" y="245544"/>
                </a:lnTo>
                <a:close/>
                <a:lnTo>
                  <a:pt x="1855682" y="244330"/>
                </a:lnTo>
                <a:close/>
                <a:lnTo>
                  <a:pt x="1860625" y="243125"/>
                </a:lnTo>
                <a:close/>
                <a:lnTo>
                  <a:pt x="1865561" y="241925"/>
                </a:lnTo>
                <a:close/>
                <a:lnTo>
                  <a:pt x="1870493" y="240729"/>
                </a:lnTo>
                <a:close/>
                <a:lnTo>
                  <a:pt x="1875424" y="239534"/>
                </a:lnTo>
                <a:close/>
                <a:lnTo>
                  <a:pt x="1880358" y="238338"/>
                </a:lnTo>
                <a:close/>
                <a:lnTo>
                  <a:pt x="1885297" y="237139"/>
                </a:lnTo>
                <a:close/>
                <a:lnTo>
                  <a:pt x="1890241" y="235937"/>
                </a:lnTo>
                <a:close/>
                <a:lnTo>
                  <a:pt x="1895187" y="234732"/>
                </a:lnTo>
                <a:close/>
                <a:lnTo>
                  <a:pt x="1900135" y="233525"/>
                </a:lnTo>
                <a:close/>
                <a:lnTo>
                  <a:pt x="1905083" y="232317"/>
                </a:lnTo>
                <a:close/>
                <a:lnTo>
                  <a:pt x="1910030" y="231108"/>
                </a:lnTo>
                <a:close/>
                <a:lnTo>
                  <a:pt x="1914973" y="229899"/>
                </a:lnTo>
                <a:close/>
                <a:lnTo>
                  <a:pt x="1919911" y="228690"/>
                </a:lnTo>
                <a:close/>
                <a:lnTo>
                  <a:pt x="1924844" y="227482"/>
                </a:lnTo>
                <a:close/>
                <a:lnTo>
                  <a:pt x="1929776" y="226275"/>
                </a:lnTo>
                <a:close/>
                <a:lnTo>
                  <a:pt x="1934709" y="225068"/>
                </a:lnTo>
                <a:close/>
                <a:lnTo>
                  <a:pt x="1939647" y="223862"/>
                </a:lnTo>
                <a:close/>
                <a:lnTo>
                  <a:pt x="1944591" y="222657"/>
                </a:lnTo>
                <a:close/>
                <a:lnTo>
                  <a:pt x="1949546" y="221453"/>
                </a:lnTo>
                <a:close/>
                <a:lnTo>
                  <a:pt x="1954515" y="220249"/>
                </a:lnTo>
                <a:close/>
                <a:lnTo>
                  <a:pt x="1959500" y="219045"/>
                </a:lnTo>
                <a:close/>
                <a:lnTo>
                  <a:pt x="1964499" y="217842"/>
                </a:lnTo>
                <a:close/>
                <a:lnTo>
                  <a:pt x="1969508" y="216639"/>
                </a:lnTo>
                <a:close/>
                <a:lnTo>
                  <a:pt x="1974522" y="215435"/>
                </a:lnTo>
                <a:close/>
                <a:lnTo>
                  <a:pt x="1979537" y="214229"/>
                </a:lnTo>
                <a:close/>
                <a:lnTo>
                  <a:pt x="1984549" y="213022"/>
                </a:lnTo>
                <a:close/>
                <a:lnTo>
                  <a:pt x="1989552" y="211813"/>
                </a:lnTo>
                <a:close/>
                <a:lnTo>
                  <a:pt x="1994543" y="210600"/>
                </a:lnTo>
                <a:close/>
                <a:lnTo>
                  <a:pt x="1999519" y="209386"/>
                </a:lnTo>
                <a:close/>
                <a:lnTo>
                  <a:pt x="2004481" y="208170"/>
                </a:lnTo>
                <a:close/>
                <a:lnTo>
                  <a:pt x="2009431" y="206955"/>
                </a:lnTo>
                <a:close/>
                <a:lnTo>
                  <a:pt x="2014372" y="205744"/>
                </a:lnTo>
                <a:close/>
                <a:lnTo>
                  <a:pt x="2019305" y="204538"/>
                </a:lnTo>
                <a:close/>
                <a:lnTo>
                  <a:pt x="2024233" y="203339"/>
                </a:lnTo>
                <a:close/>
                <a:lnTo>
                  <a:pt x="2029158" y="202149"/>
                </a:lnTo>
                <a:close/>
                <a:lnTo>
                  <a:pt x="2034082" y="200970"/>
                </a:lnTo>
                <a:close/>
                <a:lnTo>
                  <a:pt x="2039007" y="199803"/>
                </a:lnTo>
                <a:close/>
                <a:lnTo>
                  <a:pt x="2043936" y="198646"/>
                </a:lnTo>
                <a:close/>
                <a:lnTo>
                  <a:pt x="2048870" y="197498"/>
                </a:lnTo>
                <a:close/>
                <a:lnTo>
                  <a:pt x="2053811" y="196357"/>
                </a:lnTo>
                <a:close/>
                <a:lnTo>
                  <a:pt x="2058763" y="195223"/>
                </a:lnTo>
                <a:close/>
                <a:lnTo>
                  <a:pt x="2063726" y="194093"/>
                </a:lnTo>
                <a:close/>
                <a:lnTo>
                  <a:pt x="2068704" y="192967"/>
                </a:lnTo>
                <a:close/>
                <a:lnTo>
                  <a:pt x="2073696" y="191843"/>
                </a:lnTo>
                <a:close/>
                <a:lnTo>
                  <a:pt x="2078701" y="190718"/>
                </a:lnTo>
                <a:close/>
                <a:lnTo>
                  <a:pt x="2083713" y="189589"/>
                </a:lnTo>
                <a:close/>
                <a:lnTo>
                  <a:pt x="2088729" y="188454"/>
                </a:lnTo>
                <a:close/>
                <a:lnTo>
                  <a:pt x="2093742" y="187308"/>
                </a:lnTo>
                <a:close/>
                <a:lnTo>
                  <a:pt x="2098750" y="186150"/>
                </a:lnTo>
                <a:close/>
                <a:lnTo>
                  <a:pt x="2103748" y="184975"/>
                </a:lnTo>
                <a:close/>
                <a:lnTo>
                  <a:pt x="2108731" y="183781"/>
                </a:lnTo>
                <a:close/>
                <a:lnTo>
                  <a:pt x="2113698" y="182569"/>
                </a:lnTo>
                <a:close/>
                <a:lnTo>
                  <a:pt x="2118652" y="181347"/>
                </a:lnTo>
                <a:close/>
                <a:lnTo>
                  <a:pt x="2123596" y="180120"/>
                </a:lnTo>
                <a:close/>
                <a:lnTo>
                  <a:pt x="2128532" y="178898"/>
                </a:lnTo>
                <a:close/>
                <a:lnTo>
                  <a:pt x="2133465" y="177687"/>
                </a:lnTo>
                <a:close/>
                <a:lnTo>
                  <a:pt x="2138397" y="176493"/>
                </a:lnTo>
                <a:close/>
                <a:lnTo>
                  <a:pt x="2143331" y="175326"/>
                </a:lnTo>
                <a:close/>
                <a:lnTo>
                  <a:pt x="2148269" y="174190"/>
                </a:lnTo>
                <a:close/>
                <a:lnTo>
                  <a:pt x="2153213" y="173083"/>
                </a:lnTo>
                <a:close/>
                <a:lnTo>
                  <a:pt x="2158159" y="171996"/>
                </a:lnTo>
                <a:close/>
                <a:lnTo>
                  <a:pt x="2163107" y="170924"/>
                </a:lnTo>
                <a:close/>
                <a:lnTo>
                  <a:pt x="2168055" y="169858"/>
                </a:lnTo>
                <a:close/>
                <a:lnTo>
                  <a:pt x="2173001" y="168792"/>
                </a:lnTo>
                <a:close/>
                <a:lnTo>
                  <a:pt x="2177945" y="167718"/>
                </a:lnTo>
                <a:close/>
                <a:lnTo>
                  <a:pt x="2182883" y="166628"/>
                </a:lnTo>
                <a:close/>
                <a:lnTo>
                  <a:pt x="2187817" y="165520"/>
                </a:lnTo>
                <a:close/>
                <a:lnTo>
                  <a:pt x="2192749" y="164394"/>
                </a:lnTo>
                <a:close/>
                <a:lnTo>
                  <a:pt x="2197682" y="163253"/>
                </a:lnTo>
                <a:close/>
                <a:lnTo>
                  <a:pt x="2202618" y="162102"/>
                </a:lnTo>
                <a:close/>
                <a:lnTo>
                  <a:pt x="2207563" y="160941"/>
                </a:lnTo>
                <a:close/>
                <a:lnTo>
                  <a:pt x="2212517" y="159775"/>
                </a:lnTo>
                <a:close/>
                <a:lnTo>
                  <a:pt x="2217484" y="158606"/>
                </a:lnTo>
                <a:close/>
                <a:lnTo>
                  <a:pt x="2222468" y="157437"/>
                </a:lnTo>
                <a:close/>
                <a:lnTo>
                  <a:pt x="2227466" y="156270"/>
                </a:lnTo>
                <a:close/>
                <a:lnTo>
                  <a:pt x="2232474" y="155107"/>
                </a:lnTo>
                <a:close/>
                <a:lnTo>
                  <a:pt x="2237488" y="153952"/>
                </a:lnTo>
                <a:close/>
                <a:lnTo>
                  <a:pt x="2242504" y="152804"/>
                </a:lnTo>
                <a:close/>
                <a:lnTo>
                  <a:pt x="2247515" y="151668"/>
                </a:lnTo>
                <a:close/>
                <a:lnTo>
                  <a:pt x="2252520" y="150544"/>
                </a:lnTo>
                <a:close/>
                <a:lnTo>
                  <a:pt x="2257512" y="149435"/>
                </a:lnTo>
                <a:close/>
                <a:lnTo>
                  <a:pt x="2262489" y="148342"/>
                </a:lnTo>
                <a:close/>
                <a:lnTo>
                  <a:pt x="2267452" y="147260"/>
                </a:lnTo>
                <a:close/>
                <a:lnTo>
                  <a:pt x="2272403" y="146185"/>
                </a:lnTo>
                <a:close/>
                <a:lnTo>
                  <a:pt x="2277344" y="145111"/>
                </a:lnTo>
                <a:close/>
                <a:lnTo>
                  <a:pt x="2282278" y="144034"/>
                </a:lnTo>
                <a:close/>
                <a:lnTo>
                  <a:pt x="2287206" y="142950"/>
                </a:lnTo>
                <a:close/>
                <a:lnTo>
                  <a:pt x="2292131" y="141852"/>
                </a:lnTo>
                <a:close/>
                <a:lnTo>
                  <a:pt x="2297055" y="140736"/>
                </a:lnTo>
                <a:close/>
                <a:lnTo>
                  <a:pt x="2301980" y="139602"/>
                </a:lnTo>
                <a:close/>
                <a:lnTo>
                  <a:pt x="2306908" y="138455"/>
                </a:lnTo>
                <a:close/>
                <a:lnTo>
                  <a:pt x="2311842" y="137300"/>
                </a:lnTo>
                <a:close/>
                <a:lnTo>
                  <a:pt x="2316783" y="136142"/>
                </a:lnTo>
                <a:close/>
                <a:lnTo>
                  <a:pt x="2321734" y="134987"/>
                </a:lnTo>
                <a:close/>
                <a:lnTo>
                  <a:pt x="2326696" y="133838"/>
                </a:lnTo>
                <a:close/>
                <a:lnTo>
                  <a:pt x="2331672" y="132702"/>
                </a:lnTo>
                <a:close/>
                <a:lnTo>
                  <a:pt x="2336664" y="131583"/>
                </a:lnTo>
                <a:close/>
                <a:lnTo>
                  <a:pt x="2341668" y="130479"/>
                </a:lnTo>
                <a:close/>
                <a:lnTo>
                  <a:pt x="2346680" y="129387"/>
                </a:lnTo>
                <a:close/>
                <a:lnTo>
                  <a:pt x="2351695" y="128306"/>
                </a:lnTo>
                <a:close/>
                <a:lnTo>
                  <a:pt x="2356709" y="127231"/>
                </a:lnTo>
                <a:close/>
                <a:lnTo>
                  <a:pt x="2361717" y="126160"/>
                </a:lnTo>
                <a:close/>
                <a:lnTo>
                  <a:pt x="2366716" y="125090"/>
                </a:lnTo>
                <a:close/>
                <a:lnTo>
                  <a:pt x="2371700" y="124019"/>
                </a:lnTo>
                <a:close/>
                <a:lnTo>
                  <a:pt x="2376668" y="122945"/>
                </a:lnTo>
                <a:close/>
                <a:lnTo>
                  <a:pt x="2381623" y="121867"/>
                </a:lnTo>
                <a:close/>
                <a:lnTo>
                  <a:pt x="2386567" y="120785"/>
                </a:lnTo>
                <a:close/>
                <a:lnTo>
                  <a:pt x="2391505" y="119699"/>
                </a:lnTo>
                <a:close/>
                <a:lnTo>
                  <a:pt x="2396437" y="118610"/>
                </a:lnTo>
                <a:close/>
                <a:lnTo>
                  <a:pt x="2401369" y="117518"/>
                </a:lnTo>
                <a:close/>
                <a:lnTo>
                  <a:pt x="2406303" y="116421"/>
                </a:lnTo>
                <a:close/>
                <a:lnTo>
                  <a:pt x="2411241" y="115321"/>
                </a:lnTo>
                <a:close/>
                <a:lnTo>
                  <a:pt x="2416185" y="114220"/>
                </a:lnTo>
                <a:close/>
                <a:lnTo>
                  <a:pt x="2421131" y="113119"/>
                </a:lnTo>
                <a:close/>
                <a:lnTo>
                  <a:pt x="2426079" y="112024"/>
                </a:lnTo>
                <a:close/>
                <a:lnTo>
                  <a:pt x="2431027" y="110935"/>
                </a:lnTo>
                <a:close/>
                <a:lnTo>
                  <a:pt x="2435973" y="109856"/>
                </a:lnTo>
                <a:close/>
                <a:lnTo>
                  <a:pt x="2440917" y="108791"/>
                </a:lnTo>
                <a:close/>
                <a:lnTo>
                  <a:pt x="2445855" y="107741"/>
                </a:lnTo>
                <a:close/>
                <a:lnTo>
                  <a:pt x="2450789" y="106708"/>
                </a:lnTo>
                <a:close/>
                <a:lnTo>
                  <a:pt x="2455721" y="105688"/>
                </a:lnTo>
                <a:close/>
                <a:lnTo>
                  <a:pt x="2460653" y="104674"/>
                </a:lnTo>
                <a:close/>
                <a:lnTo>
                  <a:pt x="2465589" y="103662"/>
                </a:lnTo>
                <a:close/>
                <a:lnTo>
                  <a:pt x="2470533" y="102646"/>
                </a:lnTo>
                <a:close/>
                <a:lnTo>
                  <a:pt x="2475486" y="101620"/>
                </a:lnTo>
                <a:close/>
                <a:lnTo>
                  <a:pt x="2480453" y="100580"/>
                </a:lnTo>
                <a:close/>
                <a:lnTo>
                  <a:pt x="2485437" y="99521"/>
                </a:lnTo>
                <a:close/>
                <a:lnTo>
                  <a:pt x="2490435" y="98442"/>
                </a:lnTo>
                <a:close/>
                <a:lnTo>
                  <a:pt x="2495444" y="97351"/>
                </a:lnTo>
                <a:close/>
                <a:lnTo>
                  <a:pt x="2500459" y="96253"/>
                </a:lnTo>
                <a:close/>
                <a:lnTo>
                  <a:pt x="2505474" y="95154"/>
                </a:lnTo>
                <a:close/>
                <a:lnTo>
                  <a:pt x="2510486" y="94060"/>
                </a:lnTo>
                <a:close/>
                <a:lnTo>
                  <a:pt x="2515490" y="92977"/>
                </a:lnTo>
                <a:close/>
                <a:lnTo>
                  <a:pt x="2520481" y="91911"/>
                </a:lnTo>
                <a:close/>
                <a:lnTo>
                  <a:pt x="2525454" y="90866"/>
                </a:lnTo>
                <a:close/>
                <a:lnTo>
                  <a:pt x="2530414" y="89838"/>
                </a:lnTo>
                <a:close/>
                <a:lnTo>
                  <a:pt x="2535361" y="88822"/>
                </a:lnTo>
                <a:close/>
                <a:lnTo>
                  <a:pt x="2540300" y="87810"/>
                </a:lnTo>
                <a:close/>
                <a:lnTo>
                  <a:pt x="2545234" y="86798"/>
                </a:lnTo>
                <a:close/>
                <a:lnTo>
                  <a:pt x="2550165" y="85779"/>
                </a:lnTo>
                <a:close/>
                <a:lnTo>
                  <a:pt x="2555098" y="84747"/>
                </a:lnTo>
                <a:close/>
                <a:lnTo>
                  <a:pt x="2560034" y="83697"/>
                </a:lnTo>
                <a:close/>
                <a:lnTo>
                  <a:pt x="2564976" y="82626"/>
                </a:lnTo>
                <a:close/>
                <a:lnTo>
                  <a:pt x="2569921" y="81541"/>
                </a:lnTo>
                <a:close/>
                <a:lnTo>
                  <a:pt x="2574869" y="80447"/>
                </a:lnTo>
                <a:close/>
                <a:lnTo>
                  <a:pt x="2579817" y="79348"/>
                </a:lnTo>
                <a:close/>
                <a:lnTo>
                  <a:pt x="2584764" y="78252"/>
                </a:lnTo>
                <a:close/>
                <a:lnTo>
                  <a:pt x="2589709" y="77162"/>
                </a:lnTo>
                <a:close/>
                <a:lnTo>
                  <a:pt x="2594649" y="76085"/>
                </a:lnTo>
                <a:close/>
                <a:lnTo>
                  <a:pt x="2599585" y="75024"/>
                </a:lnTo>
                <a:close/>
                <a:lnTo>
                  <a:pt x="2604517" y="73980"/>
                </a:lnTo>
                <a:close/>
                <a:lnTo>
                  <a:pt x="2609449" y="72950"/>
                </a:lnTo>
                <a:close/>
                <a:lnTo>
                  <a:pt x="2614384" y="71928"/>
                </a:lnTo>
                <a:close/>
                <a:lnTo>
                  <a:pt x="2619325" y="70914"/>
                </a:lnTo>
                <a:close/>
                <a:lnTo>
                  <a:pt x="2624275" y="69903"/>
                </a:lnTo>
                <a:close/>
                <a:lnTo>
                  <a:pt x="2629236" y="68892"/>
                </a:lnTo>
                <a:close/>
                <a:lnTo>
                  <a:pt x="2634213" y="67879"/>
                </a:lnTo>
                <a:close/>
                <a:lnTo>
                  <a:pt x="2639206" y="66860"/>
                </a:lnTo>
                <a:close/>
                <a:lnTo>
                  <a:pt x="2644211" y="65838"/>
                </a:lnTo>
                <a:close/>
                <a:lnTo>
                  <a:pt x="2649223" y="64812"/>
                </a:lnTo>
                <a:close/>
                <a:lnTo>
                  <a:pt x="2654238" y="63785"/>
                </a:lnTo>
                <a:close/>
                <a:lnTo>
                  <a:pt x="2659252" y="62757"/>
                </a:lnTo>
                <a:close/>
                <a:lnTo>
                  <a:pt x="2664260" y="61728"/>
                </a:lnTo>
                <a:close/>
                <a:lnTo>
                  <a:pt x="2669258" y="60701"/>
                </a:lnTo>
                <a:close/>
                <a:lnTo>
                  <a:pt x="2674241" y="59676"/>
                </a:lnTo>
                <a:close/>
                <a:lnTo>
                  <a:pt x="2679209" y="58653"/>
                </a:lnTo>
                <a:close/>
                <a:lnTo>
                  <a:pt x="2684165" y="57631"/>
                </a:lnTo>
                <a:close/>
                <a:lnTo>
                  <a:pt x="2689110" y="56609"/>
                </a:lnTo>
                <a:close/>
                <a:lnTo>
                  <a:pt x="2694046" y="55586"/>
                </a:lnTo>
                <a:close/>
                <a:lnTo>
                  <a:pt x="2698976" y="54560"/>
                </a:lnTo>
                <a:close/>
                <a:lnTo>
                  <a:pt x="2703903" y="53532"/>
                </a:lnTo>
                <a:close/>
                <a:lnTo>
                  <a:pt x="2708827" y="52500"/>
                </a:lnTo>
                <a:close/>
                <a:lnTo>
                  <a:pt x="2713751" y="51463"/>
                </a:lnTo>
                <a:close/>
                <a:lnTo>
                  <a:pt x="2718678" y="50425"/>
                </a:lnTo>
                <a:close/>
                <a:lnTo>
                  <a:pt x="2723609" y="49387"/>
                </a:lnTo>
                <a:close/>
                <a:lnTo>
                  <a:pt x="2728547" y="48354"/>
                </a:lnTo>
                <a:close/>
                <a:lnTo>
                  <a:pt x="2733493" y="47328"/>
                </a:lnTo>
                <a:close/>
                <a:lnTo>
                  <a:pt x="2738450" y="46311"/>
                </a:lnTo>
                <a:close/>
                <a:lnTo>
                  <a:pt x="2743421" y="45308"/>
                </a:lnTo>
                <a:close/>
                <a:lnTo>
                  <a:pt x="2748406" y="44320"/>
                </a:lnTo>
                <a:close/>
                <a:lnTo>
                  <a:pt x="2753406" y="43347"/>
                </a:lnTo>
                <a:close/>
                <a:lnTo>
                  <a:pt x="2758415" y="42385"/>
                </a:lnTo>
                <a:close/>
                <a:lnTo>
                  <a:pt x="2763429" y="41429"/>
                </a:lnTo>
                <a:close/>
                <a:lnTo>
                  <a:pt x="2768444" y="40475"/>
                </a:lnTo>
                <a:close/>
                <a:lnTo>
                  <a:pt x="2773456" y="39518"/>
                </a:lnTo>
                <a:close/>
                <a:lnTo>
                  <a:pt x="2778459" y="38554"/>
                </a:lnTo>
                <a:close/>
                <a:lnTo>
                  <a:pt x="2783449" y="37578"/>
                </a:lnTo>
                <a:close/>
                <a:lnTo>
                  <a:pt x="2788424" y="36587"/>
                </a:lnTo>
                <a:close/>
                <a:lnTo>
                  <a:pt x="2793384" y="35581"/>
                </a:lnTo>
                <a:close/>
                <a:lnTo>
                  <a:pt x="2798332" y="34563"/>
                </a:lnTo>
                <a:close/>
                <a:lnTo>
                  <a:pt x="2803272" y="33536"/>
                </a:lnTo>
                <a:close/>
                <a:lnTo>
                  <a:pt x="2808206" y="32501"/>
                </a:lnTo>
                <a:close/>
                <a:lnTo>
                  <a:pt x="2813138" y="31461"/>
                </a:lnTo>
                <a:close/>
                <a:lnTo>
                  <a:pt x="2818070" y="30418"/>
                </a:lnTo>
                <a:close/>
                <a:lnTo>
                  <a:pt x="2823006" y="29375"/>
                </a:lnTo>
                <a:close/>
                <a:lnTo>
                  <a:pt x="2827947" y="28333"/>
                </a:lnTo>
                <a:close/>
                <a:lnTo>
                  <a:pt x="2832892" y="27294"/>
                </a:lnTo>
                <a:close/>
                <a:lnTo>
                  <a:pt x="2837839" y="26260"/>
                </a:lnTo>
                <a:close/>
                <a:lnTo>
                  <a:pt x="2842787" y="25231"/>
                </a:lnTo>
                <a:close/>
                <a:lnTo>
                  <a:pt x="2847734" y="24210"/>
                </a:lnTo>
                <a:close/>
                <a:lnTo>
                  <a:pt x="2852679" y="23199"/>
                </a:lnTo>
                <a:close/>
                <a:lnTo>
                  <a:pt x="2857621" y="22197"/>
                </a:lnTo>
                <a:close/>
                <a:lnTo>
                  <a:pt x="2862559" y="21208"/>
                </a:lnTo>
                <a:close/>
                <a:lnTo>
                  <a:pt x="2867493" y="20230"/>
                </a:lnTo>
                <a:close/>
                <a:lnTo>
                  <a:pt x="2872426" y="19260"/>
                </a:lnTo>
                <a:close/>
                <a:lnTo>
                  <a:pt x="2877362" y="18297"/>
                </a:lnTo>
                <a:close/>
                <a:lnTo>
                  <a:pt x="2882303" y="17339"/>
                </a:lnTo>
                <a:close/>
                <a:lnTo>
                  <a:pt x="2887251" y="16384"/>
                </a:lnTo>
                <a:close/>
                <a:lnTo>
                  <a:pt x="2892210" y="15429"/>
                </a:lnTo>
                <a:close/>
                <a:lnTo>
                  <a:pt x="2897181" y="14473"/>
                </a:lnTo>
                <a:close/>
                <a:lnTo>
                  <a:pt x="2902167" y="13514"/>
                </a:lnTo>
                <a:close/>
                <a:lnTo>
                  <a:pt x="2907164" y="12553"/>
                </a:lnTo>
                <a:close/>
                <a:lnTo>
                  <a:pt x="2912170" y="11589"/>
                </a:lnTo>
                <a:close/>
                <a:lnTo>
                  <a:pt x="2917182" y="10623"/>
                </a:lnTo>
                <a:close/>
                <a:lnTo>
                  <a:pt x="2922195" y="9657"/>
                </a:lnTo>
                <a:close/>
                <a:lnTo>
                  <a:pt x="2927209" y="8689"/>
                </a:lnTo>
                <a:close/>
                <a:lnTo>
                  <a:pt x="2932219" y="7720"/>
                </a:lnTo>
                <a:close/>
                <a:lnTo>
                  <a:pt x="2937222" y="6751"/>
                </a:lnTo>
                <a:close/>
                <a:lnTo>
                  <a:pt x="2942215" y="5783"/>
                </a:lnTo>
                <a:close/>
                <a:lnTo>
                  <a:pt x="2947196" y="4815"/>
                </a:lnTo>
                <a:close/>
                <a:lnTo>
                  <a:pt x="2952161" y="3848"/>
                </a:lnTo>
                <a:close/>
                <a:lnTo>
                  <a:pt x="2957106" y="2883"/>
                </a:lnTo>
                <a:close/>
                <a:lnTo>
                  <a:pt x="2962030" y="1920"/>
                </a:lnTo>
                <a:close/>
                <a:lnTo>
                  <a:pt x="2966929" y="959"/>
                </a:lnTo>
                <a:close/>
                <a:lnTo>
                  <a:pt x="297180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400800.0" y="1657350.0"/>
            <a:ext cx="0.0" cy="9144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311900" y="1568450"/>
            <a:ext cx="177800" cy="1778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11900" y="1934210"/>
            <a:ext cx="177800" cy="17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5852160.0" y="1741017.6"/>
            <a:ext cx="228600.0" cy="65836.79999999981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629400.0" y="1549450.7999999998"/>
            <a:ext cx="228600.0" cy="52578.0000000002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18200" y="97409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y=f(x)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680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7980" y="239141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