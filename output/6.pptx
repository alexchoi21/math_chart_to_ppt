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251710.0"/>
            <a:ext cx="9144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663440.0" y="2160270.0"/>
            <a:ext cx="9144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754880.0" y="2068830.0"/>
            <a:ext cx="9144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846320.0" y="2000250.0"/>
            <a:ext cx="9144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937760.0" y="1931670.0"/>
            <a:ext cx="9144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5029200.0" y="1863090.0"/>
            <a:ext cx="9144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120640.0" y="1794510.0"/>
            <a:ext cx="91440.0" cy="685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212080.0" y="174879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303520.0" y="170307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394960.0" y="165735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486400.0" y="161163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577840.0" y="156591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669280.0" y="152019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760720.0" y="147447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852160.0" y="145161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989320.0" y="1383030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035040.0" y="1360170.0"/>
            <a:ext cx="9144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126480.0" y="131445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217920.0" y="126873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309360.0" y="1245870.0"/>
            <a:ext cx="9144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400800.0" y="120015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492240.0" y="1177290.0"/>
            <a:ext cx="9144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583680.0" y="1154430.0"/>
            <a:ext cx="9144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675120.0" y="1131570.0"/>
            <a:ext cx="9144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766560.0" y="1108710.0"/>
            <a:ext cx="9144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5905500" y="13906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16192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8343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2663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