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2971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971550.0"/>
            <a:ext cx="0.0" cy="20574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278788"/>
            <a:ext cx="2286000" cy="1292962"/>
          </a:xfrm>
          <a:custGeom>
            <a:avLst/>
            <a:gdLst/>
            <a:ahLst/>
            <a:cxnLst/>
            <a:rect l="l" t="t" r="r" b="b"/>
            <a:pathLst>
              <a:path w="2286000" h="1292962">
                <a:moveTo>
                  <a:pt x="0" y="1292962"/>
                </a:moveTo>
                <a:lnTo>
                  <a:pt x="2510" y="1275121"/>
                </a:lnTo>
                <a:close/>
                <a:lnTo>
                  <a:pt x="4894" y="1258761"/>
                </a:lnTo>
                <a:close/>
                <a:lnTo>
                  <a:pt x="7164" y="1243797"/>
                </a:lnTo>
                <a:close/>
                <a:lnTo>
                  <a:pt x="9332" y="1230143"/>
                </a:lnTo>
                <a:close/>
                <a:lnTo>
                  <a:pt x="11412" y="1217713"/>
                </a:lnTo>
                <a:close/>
                <a:lnTo>
                  <a:pt x="13415" y="1206423"/>
                </a:lnTo>
                <a:close/>
                <a:lnTo>
                  <a:pt x="15354" y="1196186"/>
                </a:lnTo>
                <a:close/>
                <a:lnTo>
                  <a:pt x="17243" y="1186916"/>
                </a:lnTo>
                <a:close/>
                <a:lnTo>
                  <a:pt x="19092" y="1178529"/>
                </a:lnTo>
                <a:close/>
                <a:lnTo>
                  <a:pt x="20916" y="1170938"/>
                </a:lnTo>
                <a:close/>
                <a:lnTo>
                  <a:pt x="22726" y="1164058"/>
                </a:lnTo>
                <a:close/>
                <a:lnTo>
                  <a:pt x="24535" y="1157803"/>
                </a:lnTo>
                <a:close/>
                <a:lnTo>
                  <a:pt x="26356" y="1152088"/>
                </a:lnTo>
                <a:close/>
                <a:lnTo>
                  <a:pt x="28201" y="1146827"/>
                </a:lnTo>
                <a:close/>
                <a:lnTo>
                  <a:pt x="30083" y="1141934"/>
                </a:lnTo>
                <a:close/>
                <a:lnTo>
                  <a:pt x="32014" y="1137324"/>
                </a:lnTo>
                <a:close/>
                <a:lnTo>
                  <a:pt x="34007" y="1132910"/>
                </a:lnTo>
                <a:close/>
                <a:lnTo>
                  <a:pt x="36075" y="1128609"/>
                </a:lnTo>
                <a:close/>
                <a:lnTo>
                  <a:pt x="38229" y="1124333"/>
                </a:lnTo>
                <a:close/>
                <a:lnTo>
                  <a:pt x="40483" y="1119998"/>
                </a:lnTo>
                <a:close/>
                <a:lnTo>
                  <a:pt x="42849" y="1115517"/>
                </a:lnTo>
                <a:close/>
                <a:lnTo>
                  <a:pt x="45340" y="1110805"/>
                </a:lnTo>
                <a:close/>
                <a:lnTo>
                  <a:pt x="47970" y="1105785"/>
                </a:lnTo>
                <a:close/>
                <a:lnTo>
                  <a:pt x="50772" y="1100430"/>
                </a:lnTo>
                <a:close/>
                <a:lnTo>
                  <a:pt x="53784" y="1094734"/>
                </a:lnTo>
                <a:close/>
                <a:lnTo>
                  <a:pt x="57045" y="1088692"/>
                </a:lnTo>
                <a:close/>
                <a:lnTo>
                  <a:pt x="60591" y="1082296"/>
                </a:lnTo>
                <a:close/>
                <a:lnTo>
                  <a:pt x="64461" y="1075541"/>
                </a:lnTo>
                <a:close/>
                <a:lnTo>
                  <a:pt x="68695" y="1068421"/>
                </a:lnTo>
                <a:close/>
                <a:lnTo>
                  <a:pt x="73329" y="1060929"/>
                </a:lnTo>
                <a:close/>
                <a:lnTo>
                  <a:pt x="78402" y="1053059"/>
                </a:lnTo>
                <a:close/>
                <a:lnTo>
                  <a:pt x="83952" y="1044805"/>
                </a:lnTo>
                <a:close/>
                <a:lnTo>
                  <a:pt x="90018" y="1036161"/>
                </a:lnTo>
                <a:close/>
                <a:lnTo>
                  <a:pt x="96630" y="1027127"/>
                </a:lnTo>
                <a:close/>
                <a:lnTo>
                  <a:pt x="103753" y="1017751"/>
                </a:lnTo>
                <a:close/>
                <a:lnTo>
                  <a:pt x="111324" y="1008105"/>
                </a:lnTo>
                <a:close/>
                <a:lnTo>
                  <a:pt x="119278" y="998262"/>
                </a:lnTo>
                <a:close/>
                <a:lnTo>
                  <a:pt x="127551" y="988292"/>
                </a:lnTo>
                <a:close/>
                <a:lnTo>
                  <a:pt x="136079" y="978269"/>
                </a:lnTo>
                <a:close/>
                <a:lnTo>
                  <a:pt x="144797" y="968264"/>
                </a:lnTo>
                <a:close/>
                <a:lnTo>
                  <a:pt x="153641" y="958348"/>
                </a:lnTo>
                <a:close/>
                <a:lnTo>
                  <a:pt x="162546" y="948595"/>
                </a:lnTo>
                <a:close/>
                <a:lnTo>
                  <a:pt x="171449" y="939076"/>
                </a:lnTo>
                <a:close/>
                <a:lnTo>
                  <a:pt x="180284" y="929863"/>
                </a:lnTo>
                <a:close/>
                <a:lnTo>
                  <a:pt x="188993" y="921021"/>
                </a:lnTo>
                <a:close/>
                <a:lnTo>
                  <a:pt x="197564" y="912555"/>
                </a:lnTo>
                <a:close/>
                <a:lnTo>
                  <a:pt x="206013" y="904431"/>
                </a:lnTo>
                <a:close/>
                <a:lnTo>
                  <a:pt x="214358" y="896617"/>
                </a:lnTo>
                <a:close/>
                <a:lnTo>
                  <a:pt x="222617" y="889079"/>
                </a:lnTo>
                <a:close/>
                <a:lnTo>
                  <a:pt x="230806" y="881784"/>
                </a:lnTo>
                <a:close/>
                <a:lnTo>
                  <a:pt x="238943" y="874698"/>
                </a:lnTo>
                <a:close/>
                <a:lnTo>
                  <a:pt x="247044" y="867789"/>
                </a:lnTo>
                <a:close/>
                <a:lnTo>
                  <a:pt x="255128" y="861023"/>
                </a:lnTo>
                <a:close/>
                <a:lnTo>
                  <a:pt x="263212" y="854367"/>
                </a:lnTo>
                <a:close/>
                <a:lnTo>
                  <a:pt x="271312" y="847787"/>
                </a:lnTo>
                <a:close/>
                <a:lnTo>
                  <a:pt x="279446" y="841253"/>
                </a:lnTo>
                <a:close/>
                <a:lnTo>
                  <a:pt x="287616" y="834752"/>
                </a:lnTo>
                <a:close/>
                <a:lnTo>
                  <a:pt x="295819" y="828290"/>
                </a:lnTo>
                <a:close/>
                <a:lnTo>
                  <a:pt x="304051" y="821871"/>
                </a:lnTo>
                <a:close/>
                <a:lnTo>
                  <a:pt x="312306" y="815499"/>
                </a:lnTo>
                <a:close/>
                <a:lnTo>
                  <a:pt x="320580" y="809179"/>
                </a:lnTo>
                <a:close/>
                <a:lnTo>
                  <a:pt x="328869" y="802915"/>
                </a:lnTo>
                <a:close/>
                <a:lnTo>
                  <a:pt x="337167" y="796711"/>
                </a:lnTo>
                <a:close/>
                <a:lnTo>
                  <a:pt x="345470" y="790573"/>
                </a:lnTo>
                <a:close/>
                <a:lnTo>
                  <a:pt x="353774" y="784504"/>
                </a:lnTo>
                <a:close/>
                <a:lnTo>
                  <a:pt x="362074" y="778508"/>
                </a:lnTo>
                <a:close/>
                <a:lnTo>
                  <a:pt x="370365" y="772591"/>
                </a:lnTo>
                <a:close/>
                <a:lnTo>
                  <a:pt x="378646" y="766753"/>
                </a:lnTo>
                <a:close/>
                <a:lnTo>
                  <a:pt x="386918" y="760991"/>
                </a:lnTo>
                <a:close/>
                <a:lnTo>
                  <a:pt x="395182" y="755302"/>
                </a:lnTo>
                <a:close/>
                <a:lnTo>
                  <a:pt x="403441" y="749684"/>
                </a:lnTo>
                <a:close/>
                <a:lnTo>
                  <a:pt x="411693" y="744133"/>
                </a:lnTo>
                <a:close/>
                <a:lnTo>
                  <a:pt x="419942" y="738648"/>
                </a:lnTo>
                <a:close/>
                <a:lnTo>
                  <a:pt x="428189" y="733226"/>
                </a:lnTo>
                <a:close/>
                <a:lnTo>
                  <a:pt x="436434" y="727863"/>
                </a:lnTo>
                <a:close/>
                <a:lnTo>
                  <a:pt x="444678" y="722558"/>
                </a:lnTo>
                <a:close/>
                <a:lnTo>
                  <a:pt x="452924" y="717306"/>
                </a:lnTo>
                <a:close/>
                <a:lnTo>
                  <a:pt x="461172" y="712107"/>
                </a:lnTo>
                <a:close/>
                <a:lnTo>
                  <a:pt x="469422" y="706957"/>
                </a:lnTo>
                <a:close/>
                <a:lnTo>
                  <a:pt x="477675" y="701855"/>
                </a:lnTo>
                <a:close/>
                <a:lnTo>
                  <a:pt x="485930" y="696798"/>
                </a:lnTo>
                <a:close/>
                <a:lnTo>
                  <a:pt x="494187" y="691787"/>
                </a:lnTo>
                <a:close/>
                <a:lnTo>
                  <a:pt x="502445" y="686818"/>
                </a:lnTo>
                <a:close/>
                <a:lnTo>
                  <a:pt x="510704" y="681890"/>
                </a:lnTo>
                <a:close/>
                <a:lnTo>
                  <a:pt x="518964" y="677002"/>
                </a:lnTo>
                <a:close/>
                <a:lnTo>
                  <a:pt x="527225" y="672151"/>
                </a:lnTo>
                <a:close/>
                <a:lnTo>
                  <a:pt x="535485" y="667337"/>
                </a:lnTo>
                <a:close/>
                <a:lnTo>
                  <a:pt x="543745" y="662557"/>
                </a:lnTo>
                <a:close/>
                <a:lnTo>
                  <a:pt x="552005" y="657810"/>
                </a:lnTo>
                <a:close/>
                <a:lnTo>
                  <a:pt x="560264" y="653094"/>
                </a:lnTo>
                <a:close/>
                <a:lnTo>
                  <a:pt x="568522" y="648410"/>
                </a:lnTo>
                <a:close/>
                <a:lnTo>
                  <a:pt x="576780" y="643755"/>
                </a:lnTo>
                <a:close/>
                <a:lnTo>
                  <a:pt x="585037" y="639129"/>
                </a:lnTo>
                <a:close/>
                <a:lnTo>
                  <a:pt x="593294" y="634533"/>
                </a:lnTo>
                <a:close/>
                <a:lnTo>
                  <a:pt x="601551" y="629964"/>
                </a:lnTo>
                <a:close/>
                <a:lnTo>
                  <a:pt x="609807" y="625422"/>
                </a:lnTo>
                <a:close/>
                <a:lnTo>
                  <a:pt x="618063" y="620907"/>
                </a:lnTo>
                <a:close/>
                <a:lnTo>
                  <a:pt x="626319" y="616418"/>
                </a:lnTo>
                <a:close/>
                <a:lnTo>
                  <a:pt x="634576" y="611953"/>
                </a:lnTo>
                <a:close/>
                <a:lnTo>
                  <a:pt x="642832" y="607513"/>
                </a:lnTo>
                <a:close/>
                <a:lnTo>
                  <a:pt x="651089" y="603097"/>
                </a:lnTo>
                <a:close/>
                <a:lnTo>
                  <a:pt x="659346" y="598706"/>
                </a:lnTo>
                <a:close/>
                <a:lnTo>
                  <a:pt x="667603" y="594340"/>
                </a:lnTo>
                <a:close/>
                <a:lnTo>
                  <a:pt x="675860" y="589999"/>
                </a:lnTo>
                <a:close/>
                <a:lnTo>
                  <a:pt x="684117" y="585684"/>
                </a:lnTo>
                <a:close/>
                <a:lnTo>
                  <a:pt x="692374" y="581395"/>
                </a:lnTo>
                <a:close/>
                <a:lnTo>
                  <a:pt x="700631" y="577134"/>
                </a:lnTo>
                <a:close/>
                <a:lnTo>
                  <a:pt x="708889" y="572900"/>
                </a:lnTo>
                <a:close/>
                <a:lnTo>
                  <a:pt x="717146" y="568695"/>
                </a:lnTo>
                <a:close/>
                <a:lnTo>
                  <a:pt x="725403" y="564517"/>
                </a:lnTo>
                <a:close/>
                <a:lnTo>
                  <a:pt x="733661" y="560369"/>
                </a:lnTo>
                <a:close/>
                <a:lnTo>
                  <a:pt x="741918" y="556250"/>
                </a:lnTo>
                <a:close/>
                <a:lnTo>
                  <a:pt x="750175" y="552159"/>
                </a:lnTo>
                <a:close/>
                <a:lnTo>
                  <a:pt x="758432" y="548094"/>
                </a:lnTo>
                <a:close/>
                <a:lnTo>
                  <a:pt x="766690" y="544055"/>
                </a:lnTo>
                <a:close/>
                <a:lnTo>
                  <a:pt x="774947" y="540039"/>
                </a:lnTo>
                <a:close/>
                <a:lnTo>
                  <a:pt x="783204" y="536046"/>
                </a:lnTo>
                <a:close/>
                <a:lnTo>
                  <a:pt x="791461" y="532074"/>
                </a:lnTo>
                <a:close/>
                <a:lnTo>
                  <a:pt x="799718" y="528122"/>
                </a:lnTo>
                <a:close/>
                <a:lnTo>
                  <a:pt x="807975" y="524189"/>
                </a:lnTo>
                <a:close/>
                <a:lnTo>
                  <a:pt x="816232" y="520273"/>
                </a:lnTo>
                <a:close/>
                <a:lnTo>
                  <a:pt x="824489" y="516373"/>
                </a:lnTo>
                <a:close/>
                <a:lnTo>
                  <a:pt x="832746" y="512488"/>
                </a:lnTo>
                <a:close/>
                <a:lnTo>
                  <a:pt x="841003" y="508619"/>
                </a:lnTo>
                <a:close/>
                <a:lnTo>
                  <a:pt x="849260" y="504766"/>
                </a:lnTo>
                <a:close/>
                <a:lnTo>
                  <a:pt x="857518" y="500931"/>
                </a:lnTo>
                <a:close/>
                <a:lnTo>
                  <a:pt x="865775" y="497113"/>
                </a:lnTo>
                <a:close/>
                <a:lnTo>
                  <a:pt x="874032" y="493314"/>
                </a:lnTo>
                <a:close/>
                <a:lnTo>
                  <a:pt x="882289" y="489535"/>
                </a:lnTo>
                <a:close/>
                <a:lnTo>
                  <a:pt x="890546" y="485775"/>
                </a:lnTo>
                <a:close/>
                <a:lnTo>
                  <a:pt x="898803" y="482036"/>
                </a:lnTo>
                <a:close/>
                <a:lnTo>
                  <a:pt x="907060" y="478318"/>
                </a:lnTo>
                <a:close/>
                <a:lnTo>
                  <a:pt x="915317" y="474622"/>
                </a:lnTo>
                <a:close/>
                <a:lnTo>
                  <a:pt x="923575" y="470948"/>
                </a:lnTo>
                <a:close/>
                <a:lnTo>
                  <a:pt x="931832" y="467295"/>
                </a:lnTo>
                <a:close/>
                <a:lnTo>
                  <a:pt x="940089" y="463662"/>
                </a:lnTo>
                <a:close/>
                <a:lnTo>
                  <a:pt x="948346" y="460047"/>
                </a:lnTo>
                <a:close/>
                <a:lnTo>
                  <a:pt x="956603" y="456448"/>
                </a:lnTo>
                <a:close/>
                <a:lnTo>
                  <a:pt x="964860" y="452865"/>
                </a:lnTo>
                <a:close/>
                <a:lnTo>
                  <a:pt x="973117" y="449295"/>
                </a:lnTo>
                <a:close/>
                <a:lnTo>
                  <a:pt x="981374" y="445738"/>
                </a:lnTo>
                <a:close/>
                <a:lnTo>
                  <a:pt x="989632" y="442191"/>
                </a:lnTo>
                <a:close/>
                <a:lnTo>
                  <a:pt x="997889" y="438654"/>
                </a:lnTo>
                <a:close/>
                <a:lnTo>
                  <a:pt x="1006146" y="435124"/>
                </a:lnTo>
                <a:close/>
                <a:lnTo>
                  <a:pt x="1014403" y="431602"/>
                </a:lnTo>
                <a:close/>
                <a:lnTo>
                  <a:pt x="1022660" y="428087"/>
                </a:lnTo>
                <a:close/>
                <a:lnTo>
                  <a:pt x="1030917" y="424581"/>
                </a:lnTo>
                <a:close/>
                <a:lnTo>
                  <a:pt x="1039174" y="421084"/>
                </a:lnTo>
                <a:close/>
                <a:lnTo>
                  <a:pt x="1047431" y="417599"/>
                </a:lnTo>
                <a:close/>
                <a:lnTo>
                  <a:pt x="1055689" y="414125"/>
                </a:lnTo>
                <a:close/>
                <a:lnTo>
                  <a:pt x="1063946" y="410665"/>
                </a:lnTo>
                <a:close/>
                <a:lnTo>
                  <a:pt x="1072203" y="407218"/>
                </a:lnTo>
                <a:close/>
                <a:lnTo>
                  <a:pt x="1080460" y="403787"/>
                </a:lnTo>
                <a:close/>
                <a:lnTo>
                  <a:pt x="1088717" y="400373"/>
                </a:lnTo>
                <a:close/>
                <a:lnTo>
                  <a:pt x="1096974" y="396975"/>
                </a:lnTo>
                <a:close/>
                <a:lnTo>
                  <a:pt x="1105231" y="393596"/>
                </a:lnTo>
                <a:close/>
                <a:lnTo>
                  <a:pt x="1113488" y="390235"/>
                </a:lnTo>
                <a:close/>
                <a:lnTo>
                  <a:pt x="1121746" y="386891"/>
                </a:lnTo>
                <a:close/>
                <a:lnTo>
                  <a:pt x="1130003" y="383562"/>
                </a:lnTo>
                <a:close/>
                <a:lnTo>
                  <a:pt x="1138260" y="380249"/>
                </a:lnTo>
                <a:close/>
                <a:lnTo>
                  <a:pt x="1146517" y="376949"/>
                </a:lnTo>
                <a:close/>
                <a:lnTo>
                  <a:pt x="1154774" y="373663"/>
                </a:lnTo>
                <a:close/>
                <a:lnTo>
                  <a:pt x="1163031" y="370389"/>
                </a:lnTo>
                <a:close/>
                <a:lnTo>
                  <a:pt x="1171288" y="367127"/>
                </a:lnTo>
                <a:close/>
                <a:lnTo>
                  <a:pt x="1179545" y="363876"/>
                </a:lnTo>
                <a:close/>
                <a:lnTo>
                  <a:pt x="1187803" y="360634"/>
                </a:lnTo>
                <a:close/>
                <a:lnTo>
                  <a:pt x="1196060" y="357401"/>
                </a:lnTo>
                <a:close/>
                <a:lnTo>
                  <a:pt x="1204317" y="354177"/>
                </a:lnTo>
                <a:close/>
                <a:lnTo>
                  <a:pt x="1212574" y="350963"/>
                </a:lnTo>
                <a:close/>
                <a:lnTo>
                  <a:pt x="1220831" y="347758"/>
                </a:lnTo>
                <a:close/>
                <a:lnTo>
                  <a:pt x="1229088" y="344565"/>
                </a:lnTo>
                <a:close/>
                <a:lnTo>
                  <a:pt x="1237345" y="341382"/>
                </a:lnTo>
                <a:close/>
                <a:lnTo>
                  <a:pt x="1245602" y="338210"/>
                </a:lnTo>
                <a:close/>
                <a:lnTo>
                  <a:pt x="1253860" y="335050"/>
                </a:lnTo>
                <a:close/>
                <a:lnTo>
                  <a:pt x="1262117" y="331903"/>
                </a:lnTo>
                <a:close/>
                <a:lnTo>
                  <a:pt x="1270374" y="328768"/>
                </a:lnTo>
                <a:close/>
                <a:lnTo>
                  <a:pt x="1278631" y="325646"/>
                </a:lnTo>
                <a:close/>
                <a:lnTo>
                  <a:pt x="1286888" y="322538"/>
                </a:lnTo>
                <a:close/>
                <a:lnTo>
                  <a:pt x="1295145" y="319443"/>
                </a:lnTo>
                <a:close/>
                <a:lnTo>
                  <a:pt x="1303402" y="316359"/>
                </a:lnTo>
                <a:close/>
                <a:lnTo>
                  <a:pt x="1311659" y="313287"/>
                </a:lnTo>
                <a:close/>
                <a:lnTo>
                  <a:pt x="1319917" y="310225"/>
                </a:lnTo>
                <a:close/>
                <a:lnTo>
                  <a:pt x="1328174" y="307173"/>
                </a:lnTo>
                <a:close/>
                <a:lnTo>
                  <a:pt x="1336431" y="304129"/>
                </a:lnTo>
                <a:close/>
                <a:lnTo>
                  <a:pt x="1344688" y="301092"/>
                </a:lnTo>
                <a:close/>
                <a:lnTo>
                  <a:pt x="1352945" y="298062"/>
                </a:lnTo>
                <a:close/>
                <a:lnTo>
                  <a:pt x="1361202" y="295038"/>
                </a:lnTo>
                <a:close/>
                <a:lnTo>
                  <a:pt x="1369459" y="292019"/>
                </a:lnTo>
                <a:close/>
                <a:lnTo>
                  <a:pt x="1377716" y="289004"/>
                </a:lnTo>
                <a:close/>
                <a:lnTo>
                  <a:pt x="1385974" y="285993"/>
                </a:lnTo>
                <a:close/>
                <a:lnTo>
                  <a:pt x="1394231" y="282988"/>
                </a:lnTo>
                <a:close/>
                <a:lnTo>
                  <a:pt x="1402488" y="279990"/>
                </a:lnTo>
                <a:close/>
                <a:lnTo>
                  <a:pt x="1410745" y="277000"/>
                </a:lnTo>
                <a:close/>
                <a:lnTo>
                  <a:pt x="1419002" y="274019"/>
                </a:lnTo>
                <a:close/>
                <a:lnTo>
                  <a:pt x="1427259" y="271048"/>
                </a:lnTo>
                <a:close/>
                <a:lnTo>
                  <a:pt x="1435516" y="268089"/>
                </a:lnTo>
                <a:close/>
                <a:lnTo>
                  <a:pt x="1443773" y="265141"/>
                </a:lnTo>
                <a:close/>
                <a:lnTo>
                  <a:pt x="1452031" y="262207"/>
                </a:lnTo>
                <a:close/>
                <a:lnTo>
                  <a:pt x="1460288" y="259288"/>
                </a:lnTo>
                <a:close/>
                <a:lnTo>
                  <a:pt x="1468545" y="256384"/>
                </a:lnTo>
                <a:close/>
                <a:lnTo>
                  <a:pt x="1476802" y="253496"/>
                </a:lnTo>
                <a:close/>
                <a:lnTo>
                  <a:pt x="1485059" y="250620"/>
                </a:lnTo>
                <a:close/>
                <a:lnTo>
                  <a:pt x="1493316" y="247757"/>
                </a:lnTo>
                <a:close/>
                <a:lnTo>
                  <a:pt x="1501573" y="244904"/>
                </a:lnTo>
                <a:close/>
                <a:lnTo>
                  <a:pt x="1509830" y="242060"/>
                </a:lnTo>
                <a:close/>
                <a:lnTo>
                  <a:pt x="1518087" y="239224"/>
                </a:lnTo>
                <a:close/>
                <a:lnTo>
                  <a:pt x="1526345" y="236393"/>
                </a:lnTo>
                <a:close/>
                <a:lnTo>
                  <a:pt x="1534602" y="233567"/>
                </a:lnTo>
                <a:close/>
                <a:lnTo>
                  <a:pt x="1542859" y="230744"/>
                </a:lnTo>
                <a:close/>
                <a:lnTo>
                  <a:pt x="1551116" y="227921"/>
                </a:lnTo>
                <a:close/>
                <a:lnTo>
                  <a:pt x="1559373" y="225099"/>
                </a:lnTo>
                <a:close/>
                <a:lnTo>
                  <a:pt x="1567630" y="222276"/>
                </a:lnTo>
                <a:close/>
                <a:lnTo>
                  <a:pt x="1575887" y="219454"/>
                </a:lnTo>
                <a:close/>
                <a:lnTo>
                  <a:pt x="1584144" y="216634"/>
                </a:lnTo>
                <a:close/>
                <a:lnTo>
                  <a:pt x="1592402" y="213816"/>
                </a:lnTo>
                <a:close/>
                <a:lnTo>
                  <a:pt x="1600659" y="211002"/>
                </a:lnTo>
                <a:close/>
                <a:lnTo>
                  <a:pt x="1608916" y="208192"/>
                </a:lnTo>
                <a:close/>
                <a:lnTo>
                  <a:pt x="1617173" y="205388"/>
                </a:lnTo>
                <a:close/>
                <a:lnTo>
                  <a:pt x="1625430" y="202590"/>
                </a:lnTo>
                <a:close/>
                <a:lnTo>
                  <a:pt x="1633687" y="199800"/>
                </a:lnTo>
                <a:close/>
                <a:lnTo>
                  <a:pt x="1641944" y="197018"/>
                </a:lnTo>
                <a:close/>
                <a:lnTo>
                  <a:pt x="1650201" y="194246"/>
                </a:lnTo>
                <a:close/>
                <a:lnTo>
                  <a:pt x="1658459" y="191483"/>
                </a:lnTo>
                <a:close/>
                <a:lnTo>
                  <a:pt x="1666716" y="188729"/>
                </a:lnTo>
                <a:close/>
                <a:lnTo>
                  <a:pt x="1674973" y="185984"/>
                </a:lnTo>
                <a:close/>
                <a:lnTo>
                  <a:pt x="1683230" y="183248"/>
                </a:lnTo>
                <a:close/>
                <a:lnTo>
                  <a:pt x="1691487" y="180521"/>
                </a:lnTo>
                <a:close/>
                <a:lnTo>
                  <a:pt x="1699744" y="177801"/>
                </a:lnTo>
                <a:close/>
                <a:lnTo>
                  <a:pt x="1708001" y="175090"/>
                </a:lnTo>
                <a:close/>
                <a:lnTo>
                  <a:pt x="1716258" y="172386"/>
                </a:lnTo>
                <a:close/>
                <a:lnTo>
                  <a:pt x="1724516" y="169689"/>
                </a:lnTo>
                <a:close/>
                <a:lnTo>
                  <a:pt x="1732773" y="166998"/>
                </a:lnTo>
                <a:close/>
                <a:lnTo>
                  <a:pt x="1741030" y="164315"/>
                </a:lnTo>
                <a:close/>
                <a:lnTo>
                  <a:pt x="1749287" y="161638"/>
                </a:lnTo>
                <a:close/>
                <a:lnTo>
                  <a:pt x="1757544" y="158968"/>
                </a:lnTo>
                <a:close/>
                <a:lnTo>
                  <a:pt x="1765801" y="156304"/>
                </a:lnTo>
                <a:close/>
                <a:lnTo>
                  <a:pt x="1774058" y="153648"/>
                </a:lnTo>
                <a:close/>
                <a:lnTo>
                  <a:pt x="1782315" y="151000"/>
                </a:lnTo>
                <a:close/>
                <a:lnTo>
                  <a:pt x="1790573" y="148360"/>
                </a:lnTo>
                <a:close/>
                <a:lnTo>
                  <a:pt x="1798830" y="145727"/>
                </a:lnTo>
                <a:close/>
                <a:lnTo>
                  <a:pt x="1807087" y="143104"/>
                </a:lnTo>
                <a:close/>
                <a:lnTo>
                  <a:pt x="1815344" y="140488"/>
                </a:lnTo>
                <a:close/>
                <a:lnTo>
                  <a:pt x="1823601" y="137882"/>
                </a:lnTo>
                <a:close/>
                <a:lnTo>
                  <a:pt x="1831858" y="135285"/>
                </a:lnTo>
                <a:close/>
                <a:lnTo>
                  <a:pt x="1840115" y="132697"/>
                </a:lnTo>
                <a:close/>
                <a:lnTo>
                  <a:pt x="1848372" y="130118"/>
                </a:lnTo>
                <a:close/>
                <a:lnTo>
                  <a:pt x="1856630" y="127546"/>
                </a:lnTo>
                <a:close/>
                <a:lnTo>
                  <a:pt x="1864887" y="124981"/>
                </a:lnTo>
                <a:close/>
                <a:lnTo>
                  <a:pt x="1873144" y="122421"/>
                </a:lnTo>
                <a:close/>
                <a:lnTo>
                  <a:pt x="1881401" y="119867"/>
                </a:lnTo>
                <a:close/>
                <a:lnTo>
                  <a:pt x="1889658" y="117318"/>
                </a:lnTo>
                <a:close/>
                <a:lnTo>
                  <a:pt x="1897915" y="114772"/>
                </a:lnTo>
                <a:close/>
                <a:lnTo>
                  <a:pt x="1906172" y="112228"/>
                </a:lnTo>
                <a:close/>
                <a:lnTo>
                  <a:pt x="1914429" y="109687"/>
                </a:lnTo>
                <a:close/>
                <a:lnTo>
                  <a:pt x="1922687" y="107147"/>
                </a:lnTo>
                <a:close/>
                <a:lnTo>
                  <a:pt x="1930944" y="104608"/>
                </a:lnTo>
                <a:close/>
                <a:lnTo>
                  <a:pt x="1939201" y="102071"/>
                </a:lnTo>
                <a:close/>
                <a:lnTo>
                  <a:pt x="1947458" y="99536"/>
                </a:lnTo>
                <a:close/>
                <a:lnTo>
                  <a:pt x="1955715" y="97005"/>
                </a:lnTo>
                <a:close/>
                <a:lnTo>
                  <a:pt x="1963972" y="94479"/>
                </a:lnTo>
                <a:close/>
                <a:lnTo>
                  <a:pt x="1972229" y="91957"/>
                </a:lnTo>
                <a:close/>
                <a:lnTo>
                  <a:pt x="1980486" y="89442"/>
                </a:lnTo>
                <a:close/>
                <a:lnTo>
                  <a:pt x="1988744" y="86934"/>
                </a:lnTo>
                <a:close/>
                <a:lnTo>
                  <a:pt x="1997001" y="84433"/>
                </a:lnTo>
                <a:close/>
                <a:lnTo>
                  <a:pt x="2005258" y="81942"/>
                </a:lnTo>
                <a:close/>
                <a:lnTo>
                  <a:pt x="2013515" y="79460"/>
                </a:lnTo>
                <a:close/>
                <a:lnTo>
                  <a:pt x="2021772" y="76988"/>
                </a:lnTo>
                <a:close/>
                <a:lnTo>
                  <a:pt x="2030029" y="74525"/>
                </a:lnTo>
                <a:close/>
                <a:lnTo>
                  <a:pt x="2038286" y="72071"/>
                </a:lnTo>
                <a:close/>
                <a:lnTo>
                  <a:pt x="2046543" y="69625"/>
                </a:lnTo>
                <a:close/>
                <a:lnTo>
                  <a:pt x="2054801" y="67187"/>
                </a:lnTo>
                <a:close/>
                <a:lnTo>
                  <a:pt x="2063058" y="64756"/>
                </a:lnTo>
                <a:close/>
                <a:lnTo>
                  <a:pt x="2071315" y="62331"/>
                </a:lnTo>
                <a:close/>
                <a:lnTo>
                  <a:pt x="2079572" y="59911"/>
                </a:lnTo>
                <a:close/>
                <a:lnTo>
                  <a:pt x="2087829" y="57497"/>
                </a:lnTo>
                <a:close/>
                <a:lnTo>
                  <a:pt x="2096086" y="55086"/>
                </a:lnTo>
                <a:close/>
                <a:lnTo>
                  <a:pt x="2104343" y="52679"/>
                </a:lnTo>
                <a:close/>
                <a:lnTo>
                  <a:pt x="2112600" y="50275"/>
                </a:lnTo>
                <a:close/>
                <a:lnTo>
                  <a:pt x="2120858" y="47874"/>
                </a:lnTo>
                <a:close/>
                <a:lnTo>
                  <a:pt x="2129115" y="45476"/>
                </a:lnTo>
                <a:close/>
                <a:lnTo>
                  <a:pt x="2137372" y="43079"/>
                </a:lnTo>
                <a:close/>
                <a:lnTo>
                  <a:pt x="2145629" y="40684"/>
                </a:lnTo>
                <a:close/>
                <a:lnTo>
                  <a:pt x="2153886" y="38291"/>
                </a:lnTo>
                <a:close/>
                <a:lnTo>
                  <a:pt x="2162143" y="35900"/>
                </a:lnTo>
                <a:close/>
                <a:lnTo>
                  <a:pt x="2170400" y="33509"/>
                </a:lnTo>
                <a:close/>
                <a:lnTo>
                  <a:pt x="2178657" y="31119"/>
                </a:lnTo>
                <a:close/>
                <a:lnTo>
                  <a:pt x="2186915" y="28730"/>
                </a:lnTo>
                <a:close/>
                <a:lnTo>
                  <a:pt x="2195172" y="26341"/>
                </a:lnTo>
                <a:close/>
                <a:lnTo>
                  <a:pt x="2203429" y="23952"/>
                </a:lnTo>
                <a:close/>
                <a:lnTo>
                  <a:pt x="2211686" y="21563"/>
                </a:lnTo>
                <a:close/>
                <a:lnTo>
                  <a:pt x="2219943" y="19173"/>
                </a:lnTo>
                <a:close/>
                <a:lnTo>
                  <a:pt x="2228200" y="16782"/>
                </a:lnTo>
                <a:close/>
                <a:lnTo>
                  <a:pt x="2236457" y="14390"/>
                </a:lnTo>
                <a:close/>
                <a:lnTo>
                  <a:pt x="2244714" y="11997"/>
                </a:lnTo>
                <a:close/>
                <a:lnTo>
                  <a:pt x="2252972" y="9602"/>
                </a:lnTo>
                <a:close/>
                <a:lnTo>
                  <a:pt x="2261229" y="7205"/>
                </a:lnTo>
                <a:close/>
                <a:lnTo>
                  <a:pt x="2269486" y="4806"/>
                </a:lnTo>
                <a:close/>
                <a:lnTo>
                  <a:pt x="2277743" y="2405"/>
                </a:lnTo>
                <a:close/>
                <a:lnTo>
                  <a:pt x="2286000" y="0"/>
                </a:lnTo>
                <a:close/>
              </a:path>
            </a:pathLst>
          </a:custGeom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7150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638800" y="1581150"/>
            <a:ext cx="152400" cy="1524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38800" y="194691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394960" y="1695755"/>
            <a:ext cx="228600" cy="100127"/>
          </a:xfrm>
          <a:custGeom>
            <a:avLst/>
            <a:gdLst/>
            <a:ahLst/>
            <a:cxnLst/>
            <a:rect l="l" t="t" r="r" b="b"/>
            <a:pathLst>
              <a:path w="228600" h="100127">
                <a:moveTo>
                  <a:pt x="0" y="100127"/>
                </a:moveTo>
                <a:lnTo>
                  <a:pt x="2309" y="99086"/>
                </a:lnTo>
                <a:close/>
                <a:lnTo>
                  <a:pt x="4618" y="98042"/>
                </a:lnTo>
                <a:close/>
                <a:lnTo>
                  <a:pt x="6927" y="96994"/>
                </a:lnTo>
                <a:close/>
                <a:lnTo>
                  <a:pt x="9236" y="95944"/>
                </a:lnTo>
                <a:close/>
                <a:lnTo>
                  <a:pt x="11545" y="94891"/>
                </a:lnTo>
                <a:close/>
                <a:lnTo>
                  <a:pt x="13855" y="93835"/>
                </a:lnTo>
                <a:close/>
                <a:lnTo>
                  <a:pt x="16164" y="92777"/>
                </a:lnTo>
                <a:close/>
                <a:lnTo>
                  <a:pt x="18473" y="91717"/>
                </a:lnTo>
                <a:close/>
                <a:lnTo>
                  <a:pt x="20782" y="90655"/>
                </a:lnTo>
                <a:close/>
                <a:lnTo>
                  <a:pt x="23091" y="89590"/>
                </a:lnTo>
                <a:close/>
                <a:lnTo>
                  <a:pt x="25400" y="88524"/>
                </a:lnTo>
                <a:close/>
                <a:lnTo>
                  <a:pt x="27709" y="87456"/>
                </a:lnTo>
                <a:close/>
                <a:lnTo>
                  <a:pt x="30018" y="86387"/>
                </a:lnTo>
                <a:close/>
                <a:lnTo>
                  <a:pt x="32327" y="85317"/>
                </a:lnTo>
                <a:close/>
                <a:lnTo>
                  <a:pt x="34636" y="84246"/>
                </a:lnTo>
                <a:close/>
                <a:lnTo>
                  <a:pt x="36945" y="83174"/>
                </a:lnTo>
                <a:close/>
                <a:lnTo>
                  <a:pt x="39255" y="82101"/>
                </a:lnTo>
                <a:close/>
                <a:lnTo>
                  <a:pt x="41564" y="81028"/>
                </a:lnTo>
                <a:close/>
                <a:lnTo>
                  <a:pt x="43873" y="79954"/>
                </a:lnTo>
                <a:close/>
                <a:lnTo>
                  <a:pt x="46182" y="78881"/>
                </a:lnTo>
                <a:close/>
                <a:lnTo>
                  <a:pt x="48491" y="77807"/>
                </a:lnTo>
                <a:close/>
                <a:lnTo>
                  <a:pt x="50800" y="76734"/>
                </a:lnTo>
                <a:close/>
                <a:lnTo>
                  <a:pt x="53109" y="75660"/>
                </a:lnTo>
                <a:close/>
                <a:lnTo>
                  <a:pt x="55418" y="74588"/>
                </a:lnTo>
                <a:close/>
                <a:lnTo>
                  <a:pt x="57727" y="73516"/>
                </a:lnTo>
                <a:close/>
                <a:lnTo>
                  <a:pt x="60036" y="72445"/>
                </a:lnTo>
                <a:close/>
                <a:lnTo>
                  <a:pt x="62345" y="71376"/>
                </a:lnTo>
                <a:close/>
                <a:lnTo>
                  <a:pt x="64655" y="70307"/>
                </a:lnTo>
                <a:close/>
                <a:lnTo>
                  <a:pt x="66964" y="69240"/>
                </a:lnTo>
                <a:close/>
                <a:lnTo>
                  <a:pt x="69273" y="68175"/>
                </a:lnTo>
                <a:close/>
                <a:lnTo>
                  <a:pt x="71582" y="67111"/>
                </a:lnTo>
                <a:close/>
                <a:lnTo>
                  <a:pt x="73891" y="66049"/>
                </a:lnTo>
                <a:close/>
                <a:lnTo>
                  <a:pt x="76200" y="64990"/>
                </a:lnTo>
                <a:close/>
                <a:lnTo>
                  <a:pt x="78509" y="63933"/>
                </a:lnTo>
                <a:close/>
                <a:lnTo>
                  <a:pt x="80818" y="62878"/>
                </a:lnTo>
                <a:close/>
                <a:lnTo>
                  <a:pt x="83127" y="61826"/>
                </a:lnTo>
                <a:close/>
                <a:lnTo>
                  <a:pt x="85436" y="60777"/>
                </a:lnTo>
                <a:close/>
                <a:lnTo>
                  <a:pt x="87745" y="59731"/>
                </a:lnTo>
                <a:close/>
                <a:lnTo>
                  <a:pt x="90055" y="58688"/>
                </a:lnTo>
                <a:close/>
                <a:lnTo>
                  <a:pt x="92364" y="57649"/>
                </a:lnTo>
                <a:close/>
                <a:lnTo>
                  <a:pt x="94673" y="56613"/>
                </a:lnTo>
                <a:close/>
                <a:lnTo>
                  <a:pt x="96982" y="55580"/>
                </a:lnTo>
                <a:close/>
                <a:lnTo>
                  <a:pt x="99291" y="54550"/>
                </a:lnTo>
                <a:close/>
                <a:lnTo>
                  <a:pt x="101600" y="53524"/>
                </a:lnTo>
                <a:close/>
                <a:lnTo>
                  <a:pt x="103909" y="52499"/>
                </a:lnTo>
                <a:close/>
                <a:lnTo>
                  <a:pt x="106218" y="51478"/>
                </a:lnTo>
                <a:close/>
                <a:lnTo>
                  <a:pt x="108527" y="50459"/>
                </a:lnTo>
                <a:close/>
                <a:lnTo>
                  <a:pt x="110836" y="49442"/>
                </a:lnTo>
                <a:close/>
                <a:lnTo>
                  <a:pt x="113145" y="48427"/>
                </a:lnTo>
                <a:close/>
                <a:lnTo>
                  <a:pt x="115455" y="47414"/>
                </a:lnTo>
                <a:close/>
                <a:lnTo>
                  <a:pt x="117764" y="46402"/>
                </a:lnTo>
                <a:close/>
                <a:lnTo>
                  <a:pt x="120073" y="45392"/>
                </a:lnTo>
                <a:close/>
                <a:lnTo>
                  <a:pt x="122382" y="44384"/>
                </a:lnTo>
                <a:close/>
                <a:lnTo>
                  <a:pt x="124691" y="43376"/>
                </a:lnTo>
                <a:close/>
                <a:lnTo>
                  <a:pt x="127000" y="42370"/>
                </a:lnTo>
                <a:close/>
                <a:lnTo>
                  <a:pt x="129309" y="41364"/>
                </a:lnTo>
                <a:close/>
                <a:lnTo>
                  <a:pt x="131618" y="40358"/>
                </a:lnTo>
                <a:close/>
                <a:lnTo>
                  <a:pt x="133927" y="39354"/>
                </a:lnTo>
                <a:close/>
                <a:lnTo>
                  <a:pt x="136236" y="38349"/>
                </a:lnTo>
                <a:close/>
                <a:lnTo>
                  <a:pt x="138545" y="37345"/>
                </a:lnTo>
                <a:close/>
                <a:lnTo>
                  <a:pt x="140855" y="36340"/>
                </a:lnTo>
                <a:close/>
                <a:lnTo>
                  <a:pt x="143164" y="35336"/>
                </a:lnTo>
                <a:close/>
                <a:lnTo>
                  <a:pt x="145473" y="34333"/>
                </a:lnTo>
                <a:close/>
                <a:lnTo>
                  <a:pt x="147782" y="33330"/>
                </a:lnTo>
                <a:close/>
                <a:lnTo>
                  <a:pt x="150091" y="32328"/>
                </a:lnTo>
                <a:close/>
                <a:lnTo>
                  <a:pt x="152400" y="31326"/>
                </a:lnTo>
                <a:close/>
                <a:lnTo>
                  <a:pt x="154709" y="30326"/>
                </a:lnTo>
                <a:close/>
                <a:lnTo>
                  <a:pt x="157018" y="29328"/>
                </a:lnTo>
                <a:close/>
                <a:lnTo>
                  <a:pt x="159327" y="28331"/>
                </a:lnTo>
                <a:close/>
                <a:lnTo>
                  <a:pt x="161636" y="27335"/>
                </a:lnTo>
                <a:close/>
                <a:lnTo>
                  <a:pt x="163945" y="26342"/>
                </a:lnTo>
                <a:close/>
                <a:lnTo>
                  <a:pt x="166255" y="25350"/>
                </a:lnTo>
                <a:close/>
                <a:lnTo>
                  <a:pt x="168564" y="24361"/>
                </a:lnTo>
                <a:close/>
                <a:lnTo>
                  <a:pt x="170873" y="23374"/>
                </a:lnTo>
                <a:close/>
                <a:lnTo>
                  <a:pt x="173182" y="22390"/>
                </a:lnTo>
                <a:close/>
                <a:lnTo>
                  <a:pt x="175491" y="21408"/>
                </a:lnTo>
                <a:close/>
                <a:lnTo>
                  <a:pt x="177800" y="20430"/>
                </a:lnTo>
                <a:close/>
                <a:lnTo>
                  <a:pt x="180109" y="19454"/>
                </a:lnTo>
                <a:close/>
                <a:lnTo>
                  <a:pt x="182418" y="18482"/>
                </a:lnTo>
                <a:close/>
                <a:lnTo>
                  <a:pt x="184727" y="17513"/>
                </a:lnTo>
                <a:close/>
                <a:lnTo>
                  <a:pt x="187036" y="16548"/>
                </a:lnTo>
                <a:close/>
                <a:lnTo>
                  <a:pt x="189345" y="15587"/>
                </a:lnTo>
                <a:close/>
                <a:lnTo>
                  <a:pt x="191655" y="14629"/>
                </a:lnTo>
                <a:close/>
                <a:lnTo>
                  <a:pt x="193964" y="13676"/>
                </a:lnTo>
                <a:close/>
                <a:lnTo>
                  <a:pt x="196273" y="12727"/>
                </a:lnTo>
                <a:close/>
                <a:lnTo>
                  <a:pt x="198582" y="11783"/>
                </a:lnTo>
                <a:close/>
                <a:lnTo>
                  <a:pt x="200891" y="10844"/>
                </a:lnTo>
                <a:close/>
                <a:lnTo>
                  <a:pt x="203200" y="9909"/>
                </a:lnTo>
                <a:close/>
                <a:lnTo>
                  <a:pt x="205509" y="8979"/>
                </a:lnTo>
                <a:close/>
                <a:lnTo>
                  <a:pt x="207818" y="8055"/>
                </a:lnTo>
                <a:close/>
                <a:lnTo>
                  <a:pt x="210127" y="7136"/>
                </a:lnTo>
                <a:close/>
                <a:lnTo>
                  <a:pt x="212436" y="6222"/>
                </a:lnTo>
                <a:close/>
                <a:lnTo>
                  <a:pt x="214745" y="5315"/>
                </a:lnTo>
                <a:close/>
                <a:lnTo>
                  <a:pt x="217055" y="4413"/>
                </a:lnTo>
                <a:close/>
                <a:lnTo>
                  <a:pt x="219364" y="3518"/>
                </a:lnTo>
                <a:close/>
                <a:lnTo>
                  <a:pt x="221673" y="2628"/>
                </a:lnTo>
                <a:close/>
                <a:lnTo>
                  <a:pt x="223982" y="1745"/>
                </a:lnTo>
                <a:close/>
                <a:lnTo>
                  <a:pt x="226291" y="869"/>
                </a:lnTo>
                <a:close/>
                <a:lnTo>
                  <a:pt x="228600" y="0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806440" y="1537106"/>
            <a:ext cx="228600" cy="84582"/>
          </a:xfrm>
          <a:custGeom>
            <a:avLst/>
            <a:gdLst/>
            <a:ahLst/>
            <a:cxnLst/>
            <a:rect l="l" t="t" r="r" b="b"/>
            <a:pathLst>
              <a:path w="228600" h="84582">
                <a:moveTo>
                  <a:pt x="228600" y="0"/>
                </a:moveTo>
                <a:lnTo>
                  <a:pt x="226291" y="844"/>
                </a:lnTo>
                <a:close/>
                <a:lnTo>
                  <a:pt x="223982" y="1686"/>
                </a:lnTo>
                <a:close/>
                <a:lnTo>
                  <a:pt x="221673" y="2526"/>
                </a:lnTo>
                <a:close/>
                <a:lnTo>
                  <a:pt x="219364" y="3364"/>
                </a:lnTo>
                <a:close/>
                <a:lnTo>
                  <a:pt x="217055" y="4200"/>
                </a:lnTo>
                <a:close/>
                <a:lnTo>
                  <a:pt x="214745" y="5035"/>
                </a:lnTo>
                <a:close/>
                <a:lnTo>
                  <a:pt x="212436" y="5869"/>
                </a:lnTo>
                <a:close/>
                <a:lnTo>
                  <a:pt x="210127" y="6701"/>
                </a:lnTo>
                <a:close/>
                <a:lnTo>
                  <a:pt x="207818" y="7532"/>
                </a:lnTo>
                <a:close/>
                <a:lnTo>
                  <a:pt x="205509" y="8362"/>
                </a:lnTo>
                <a:close/>
                <a:lnTo>
                  <a:pt x="203200" y="9192"/>
                </a:lnTo>
                <a:close/>
                <a:lnTo>
                  <a:pt x="200891" y="10020"/>
                </a:lnTo>
                <a:close/>
                <a:lnTo>
                  <a:pt x="198582" y="10847"/>
                </a:lnTo>
                <a:close/>
                <a:lnTo>
                  <a:pt x="196273" y="11674"/>
                </a:lnTo>
                <a:close/>
                <a:lnTo>
                  <a:pt x="193964" y="12500"/>
                </a:lnTo>
                <a:close/>
                <a:lnTo>
                  <a:pt x="191655" y="13325"/>
                </a:lnTo>
                <a:close/>
                <a:lnTo>
                  <a:pt x="189345" y="14150"/>
                </a:lnTo>
                <a:close/>
                <a:lnTo>
                  <a:pt x="187036" y="14975"/>
                </a:lnTo>
                <a:close/>
                <a:lnTo>
                  <a:pt x="184727" y="15800"/>
                </a:lnTo>
                <a:close/>
                <a:lnTo>
                  <a:pt x="182418" y="16625"/>
                </a:lnTo>
                <a:close/>
                <a:lnTo>
                  <a:pt x="180109" y="17449"/>
                </a:lnTo>
                <a:close/>
                <a:lnTo>
                  <a:pt x="177800" y="18274"/>
                </a:lnTo>
                <a:close/>
                <a:lnTo>
                  <a:pt x="175491" y="19099"/>
                </a:lnTo>
                <a:close/>
                <a:lnTo>
                  <a:pt x="173182" y="19924"/>
                </a:lnTo>
                <a:close/>
                <a:lnTo>
                  <a:pt x="170873" y="20750"/>
                </a:lnTo>
                <a:close/>
                <a:lnTo>
                  <a:pt x="168564" y="21576"/>
                </a:lnTo>
                <a:close/>
                <a:lnTo>
                  <a:pt x="166255" y="22403"/>
                </a:lnTo>
                <a:close/>
                <a:lnTo>
                  <a:pt x="163945" y="23231"/>
                </a:lnTo>
                <a:close/>
                <a:lnTo>
                  <a:pt x="161636" y="24059"/>
                </a:lnTo>
                <a:close/>
                <a:lnTo>
                  <a:pt x="159327" y="24889"/>
                </a:lnTo>
                <a:close/>
                <a:lnTo>
                  <a:pt x="157018" y="25719"/>
                </a:lnTo>
                <a:close/>
                <a:lnTo>
                  <a:pt x="154709" y="26551"/>
                </a:lnTo>
                <a:close/>
                <a:lnTo>
                  <a:pt x="152400" y="27383"/>
                </a:lnTo>
                <a:close/>
                <a:lnTo>
                  <a:pt x="150091" y="28218"/>
                </a:lnTo>
                <a:close/>
                <a:lnTo>
                  <a:pt x="147782" y="29053"/>
                </a:lnTo>
                <a:close/>
                <a:lnTo>
                  <a:pt x="145473" y="29890"/>
                </a:lnTo>
                <a:close/>
                <a:lnTo>
                  <a:pt x="143164" y="30729"/>
                </a:lnTo>
                <a:close/>
                <a:lnTo>
                  <a:pt x="140855" y="31570"/>
                </a:lnTo>
                <a:close/>
                <a:lnTo>
                  <a:pt x="138545" y="32412"/>
                </a:lnTo>
                <a:close/>
                <a:lnTo>
                  <a:pt x="136236" y="33257"/>
                </a:lnTo>
                <a:close/>
                <a:lnTo>
                  <a:pt x="133927" y="34103"/>
                </a:lnTo>
                <a:close/>
                <a:lnTo>
                  <a:pt x="131618" y="34951"/>
                </a:lnTo>
                <a:close/>
                <a:lnTo>
                  <a:pt x="129309" y="35801"/>
                </a:lnTo>
                <a:close/>
                <a:lnTo>
                  <a:pt x="127000" y="36652"/>
                </a:lnTo>
                <a:close/>
                <a:lnTo>
                  <a:pt x="124691" y="37505"/>
                </a:lnTo>
                <a:close/>
                <a:lnTo>
                  <a:pt x="122382" y="38359"/>
                </a:lnTo>
                <a:close/>
                <a:lnTo>
                  <a:pt x="120073" y="39214"/>
                </a:lnTo>
                <a:close/>
                <a:lnTo>
                  <a:pt x="117764" y="40069"/>
                </a:lnTo>
                <a:close/>
                <a:lnTo>
                  <a:pt x="115455" y="40926"/>
                </a:lnTo>
                <a:close/>
                <a:lnTo>
                  <a:pt x="113145" y="41783"/>
                </a:lnTo>
                <a:close/>
                <a:lnTo>
                  <a:pt x="110836" y="42640"/>
                </a:lnTo>
                <a:close/>
                <a:lnTo>
                  <a:pt x="108527" y="43498"/>
                </a:lnTo>
                <a:close/>
                <a:lnTo>
                  <a:pt x="106218" y="44355"/>
                </a:lnTo>
                <a:close/>
                <a:lnTo>
                  <a:pt x="103909" y="45213"/>
                </a:lnTo>
                <a:close/>
                <a:lnTo>
                  <a:pt x="101600" y="46070"/>
                </a:lnTo>
                <a:close/>
                <a:lnTo>
                  <a:pt x="99291" y="46927"/>
                </a:lnTo>
                <a:close/>
                <a:lnTo>
                  <a:pt x="96982" y="47783"/>
                </a:lnTo>
                <a:close/>
                <a:lnTo>
                  <a:pt x="94673" y="48639"/>
                </a:lnTo>
                <a:close/>
                <a:lnTo>
                  <a:pt x="92364" y="49494"/>
                </a:lnTo>
                <a:close/>
                <a:lnTo>
                  <a:pt x="90055" y="50347"/>
                </a:lnTo>
                <a:close/>
                <a:lnTo>
                  <a:pt x="87745" y="51200"/>
                </a:lnTo>
                <a:close/>
                <a:lnTo>
                  <a:pt x="85436" y="52052"/>
                </a:lnTo>
                <a:close/>
                <a:lnTo>
                  <a:pt x="83127" y="52903"/>
                </a:lnTo>
                <a:close/>
                <a:lnTo>
                  <a:pt x="80818" y="53754"/>
                </a:lnTo>
                <a:close/>
                <a:lnTo>
                  <a:pt x="78509" y="54605"/>
                </a:lnTo>
                <a:close/>
                <a:lnTo>
                  <a:pt x="76200" y="55455"/>
                </a:lnTo>
                <a:close/>
                <a:lnTo>
                  <a:pt x="73891" y="56306"/>
                </a:lnTo>
                <a:close/>
                <a:lnTo>
                  <a:pt x="71582" y="57156"/>
                </a:lnTo>
                <a:close/>
                <a:lnTo>
                  <a:pt x="69273" y="58007"/>
                </a:lnTo>
                <a:close/>
                <a:lnTo>
                  <a:pt x="66964" y="58859"/>
                </a:lnTo>
                <a:close/>
                <a:lnTo>
                  <a:pt x="64655" y="59712"/>
                </a:lnTo>
                <a:close/>
                <a:lnTo>
                  <a:pt x="62345" y="60565"/>
                </a:lnTo>
                <a:close/>
                <a:lnTo>
                  <a:pt x="60036" y="61419"/>
                </a:lnTo>
                <a:close/>
                <a:lnTo>
                  <a:pt x="57727" y="62275"/>
                </a:lnTo>
                <a:close/>
                <a:lnTo>
                  <a:pt x="55418" y="63132"/>
                </a:lnTo>
                <a:close/>
                <a:lnTo>
                  <a:pt x="53109" y="63991"/>
                </a:lnTo>
                <a:close/>
                <a:lnTo>
                  <a:pt x="50800" y="64851"/>
                </a:lnTo>
                <a:close/>
                <a:lnTo>
                  <a:pt x="48491" y="65714"/>
                </a:lnTo>
                <a:close/>
                <a:lnTo>
                  <a:pt x="46182" y="66578"/>
                </a:lnTo>
                <a:close/>
                <a:lnTo>
                  <a:pt x="43873" y="67445"/>
                </a:lnTo>
                <a:close/>
                <a:lnTo>
                  <a:pt x="41564" y="68315"/>
                </a:lnTo>
                <a:close/>
                <a:lnTo>
                  <a:pt x="39255" y="69187"/>
                </a:lnTo>
                <a:close/>
                <a:lnTo>
                  <a:pt x="36945" y="70061"/>
                </a:lnTo>
                <a:close/>
                <a:lnTo>
                  <a:pt x="34636" y="70939"/>
                </a:lnTo>
                <a:close/>
                <a:lnTo>
                  <a:pt x="32327" y="71820"/>
                </a:lnTo>
                <a:close/>
                <a:lnTo>
                  <a:pt x="30018" y="72705"/>
                </a:lnTo>
                <a:close/>
                <a:lnTo>
                  <a:pt x="27709" y="73592"/>
                </a:lnTo>
                <a:close/>
                <a:lnTo>
                  <a:pt x="25400" y="74484"/>
                </a:lnTo>
                <a:close/>
                <a:lnTo>
                  <a:pt x="23091" y="75379"/>
                </a:lnTo>
                <a:close/>
                <a:lnTo>
                  <a:pt x="20782" y="76278"/>
                </a:lnTo>
                <a:close/>
                <a:lnTo>
                  <a:pt x="18473" y="77182"/>
                </a:lnTo>
                <a:close/>
                <a:lnTo>
                  <a:pt x="16164" y="78090"/>
                </a:lnTo>
                <a:close/>
                <a:lnTo>
                  <a:pt x="13855" y="79002"/>
                </a:lnTo>
                <a:close/>
                <a:lnTo>
                  <a:pt x="11545" y="79920"/>
                </a:lnTo>
                <a:close/>
                <a:lnTo>
                  <a:pt x="9236" y="80842"/>
                </a:lnTo>
                <a:close/>
                <a:lnTo>
                  <a:pt x="6927" y="81769"/>
                </a:lnTo>
                <a:close/>
                <a:lnTo>
                  <a:pt x="4618" y="82701"/>
                </a:lnTo>
                <a:close/>
                <a:lnTo>
                  <a:pt x="2309" y="83639"/>
                </a:lnTo>
                <a:close/>
                <a:lnTo>
                  <a:pt x="0" y="84582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10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