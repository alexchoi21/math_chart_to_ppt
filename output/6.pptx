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343400.0" y="2571750.0"/>
            <a:ext cx="2286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1200150.0"/>
            <a:ext cx="0.0" cy="16002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572000" y="2143354"/>
            <a:ext cx="1133490" cy="199796"/>
          </a:xfrm>
          <a:custGeom>
            <a:avLst/>
            <a:gdLst/>
            <a:ahLst/>
            <a:cxnLst/>
            <a:rect l="l" t="t" r="r" b="b"/>
            <a:pathLst>
              <a:path w="1133490" h="199796">
                <a:moveTo>
                  <a:pt x="0" y="199796"/>
                </a:moveTo>
                <a:lnTo>
                  <a:pt x="3771" y="194414"/>
                </a:lnTo>
                <a:close/>
                <a:lnTo>
                  <a:pt x="7562" y="190665"/>
                </a:lnTo>
                <a:close/>
                <a:lnTo>
                  <a:pt x="11364" y="188114"/>
                </a:lnTo>
                <a:close/>
                <a:lnTo>
                  <a:pt x="15169" y="186331"/>
                </a:lnTo>
                <a:close/>
                <a:lnTo>
                  <a:pt x="18970" y="184882"/>
                </a:lnTo>
                <a:close/>
                <a:lnTo>
                  <a:pt x="22760" y="183414"/>
                </a:lnTo>
                <a:close/>
                <a:lnTo>
                  <a:pt x="26542" y="181923"/>
                </a:lnTo>
                <a:close/>
                <a:lnTo>
                  <a:pt x="30322" y="180494"/>
                </a:lnTo>
                <a:close/>
                <a:lnTo>
                  <a:pt x="34103" y="179154"/>
                </a:lnTo>
                <a:close/>
                <a:lnTo>
                  <a:pt x="37893" y="177869"/>
                </a:lnTo>
                <a:close/>
                <a:lnTo>
                  <a:pt x="41695" y="176608"/>
                </a:lnTo>
                <a:close/>
                <a:lnTo>
                  <a:pt x="45500" y="175374"/>
                </a:lnTo>
                <a:close/>
                <a:lnTo>
                  <a:pt x="49298" y="174179"/>
                </a:lnTo>
                <a:close/>
                <a:lnTo>
                  <a:pt x="53084" y="173024"/>
                </a:lnTo>
                <a:close/>
                <a:lnTo>
                  <a:pt x="56864" y="171900"/>
                </a:lnTo>
                <a:close/>
                <a:lnTo>
                  <a:pt x="60644" y="170795"/>
                </a:lnTo>
                <a:close/>
                <a:lnTo>
                  <a:pt x="64429" y="169706"/>
                </a:lnTo>
                <a:close/>
                <a:lnTo>
                  <a:pt x="68224" y="168631"/>
                </a:lnTo>
                <a:close/>
                <a:lnTo>
                  <a:pt x="72029" y="167571"/>
                </a:lnTo>
                <a:close/>
                <a:lnTo>
                  <a:pt x="75832" y="166525"/>
                </a:lnTo>
                <a:close/>
                <a:lnTo>
                  <a:pt x="79624" y="165494"/>
                </a:lnTo>
                <a:close/>
                <a:lnTo>
                  <a:pt x="83407" y="164477"/>
                </a:lnTo>
                <a:close/>
                <a:lnTo>
                  <a:pt x="87186" y="163474"/>
                </a:lnTo>
                <a:close/>
                <a:lnTo>
                  <a:pt x="90967" y="162484"/>
                </a:lnTo>
                <a:close/>
                <a:lnTo>
                  <a:pt x="94756" y="161512"/>
                </a:lnTo>
                <a:close/>
                <a:lnTo>
                  <a:pt x="98557" y="160559"/>
                </a:lnTo>
                <a:close/>
                <a:lnTo>
                  <a:pt x="102363" y="159617"/>
                </a:lnTo>
                <a:close/>
                <a:lnTo>
                  <a:pt x="106161" y="158671"/>
                </a:lnTo>
                <a:close/>
                <a:lnTo>
                  <a:pt x="109948" y="157721"/>
                </a:lnTo>
                <a:close/>
                <a:lnTo>
                  <a:pt x="113728" y="156778"/>
                </a:lnTo>
                <a:close/>
                <a:lnTo>
                  <a:pt x="117508" y="155853"/>
                </a:lnTo>
                <a:close/>
                <a:lnTo>
                  <a:pt x="121292" y="154946"/>
                </a:lnTo>
                <a:close/>
                <a:lnTo>
                  <a:pt x="125087" y="154050"/>
                </a:lnTo>
                <a:close/>
                <a:lnTo>
                  <a:pt x="128891" y="153160"/>
                </a:lnTo>
                <a:close/>
                <a:lnTo>
                  <a:pt x="132695" y="152268"/>
                </a:lnTo>
                <a:close/>
                <a:lnTo>
                  <a:pt x="136488" y="151371"/>
                </a:lnTo>
                <a:close/>
                <a:lnTo>
                  <a:pt x="140271" y="150477"/>
                </a:lnTo>
                <a:close/>
                <a:lnTo>
                  <a:pt x="144050" y="149599"/>
                </a:lnTo>
                <a:close/>
                <a:lnTo>
                  <a:pt x="147831" y="148742"/>
                </a:lnTo>
                <a:close/>
                <a:lnTo>
                  <a:pt x="151619" y="147893"/>
                </a:lnTo>
                <a:close/>
                <a:lnTo>
                  <a:pt x="155420" y="147038"/>
                </a:lnTo>
                <a:close/>
                <a:lnTo>
                  <a:pt x="159225" y="146181"/>
                </a:lnTo>
                <a:close/>
                <a:lnTo>
                  <a:pt x="163025" y="145330"/>
                </a:lnTo>
                <a:close/>
                <a:lnTo>
                  <a:pt x="166812" y="144489"/>
                </a:lnTo>
                <a:close/>
                <a:lnTo>
                  <a:pt x="170593" y="143657"/>
                </a:lnTo>
                <a:close/>
                <a:lnTo>
                  <a:pt x="174372" y="142831"/>
                </a:lnTo>
                <a:close/>
                <a:lnTo>
                  <a:pt x="178156" y="142011"/>
                </a:lnTo>
                <a:close/>
                <a:lnTo>
                  <a:pt x="181949" y="141202"/>
                </a:lnTo>
                <a:close/>
                <a:lnTo>
                  <a:pt x="185753" y="140400"/>
                </a:lnTo>
                <a:close/>
                <a:lnTo>
                  <a:pt x="189558" y="139602"/>
                </a:lnTo>
                <a:close/>
                <a:lnTo>
                  <a:pt x="193351" y="138799"/>
                </a:lnTo>
                <a:close/>
                <a:lnTo>
                  <a:pt x="197135" y="137997"/>
                </a:lnTo>
                <a:close/>
                <a:lnTo>
                  <a:pt x="200914" y="137202"/>
                </a:lnTo>
                <a:close/>
                <a:lnTo>
                  <a:pt x="204695" y="136419"/>
                </a:lnTo>
                <a:close/>
                <a:lnTo>
                  <a:pt x="208482" y="135639"/>
                </a:lnTo>
                <a:close/>
                <a:lnTo>
                  <a:pt x="212282" y="134855"/>
                </a:lnTo>
                <a:close/>
                <a:lnTo>
                  <a:pt x="216087" y="134071"/>
                </a:lnTo>
                <a:close/>
                <a:lnTo>
                  <a:pt x="219888" y="133294"/>
                </a:lnTo>
                <a:close/>
                <a:lnTo>
                  <a:pt x="223676" y="132529"/>
                </a:lnTo>
                <a:close/>
                <a:lnTo>
                  <a:pt x="227457" y="131767"/>
                </a:lnTo>
                <a:close/>
                <a:lnTo>
                  <a:pt x="231236" y="131002"/>
                </a:lnTo>
                <a:close/>
                <a:lnTo>
                  <a:pt x="235019" y="130235"/>
                </a:lnTo>
                <a:close/>
                <a:lnTo>
                  <a:pt x="238812" y="129476"/>
                </a:lnTo>
                <a:close/>
                <a:lnTo>
                  <a:pt x="242616" y="128729"/>
                </a:lnTo>
                <a:close/>
                <a:lnTo>
                  <a:pt x="246420" y="127985"/>
                </a:lnTo>
                <a:close/>
                <a:lnTo>
                  <a:pt x="250215" y="127239"/>
                </a:lnTo>
                <a:close/>
                <a:lnTo>
                  <a:pt x="253999" y="126490"/>
                </a:lnTo>
                <a:close/>
                <a:lnTo>
                  <a:pt x="257778" y="125749"/>
                </a:lnTo>
                <a:close/>
                <a:lnTo>
                  <a:pt x="261559" y="125020"/>
                </a:lnTo>
                <a:close/>
                <a:lnTo>
                  <a:pt x="265346" y="124294"/>
                </a:lnTo>
                <a:close/>
                <a:lnTo>
                  <a:pt x="269144" y="123566"/>
                </a:lnTo>
                <a:close/>
                <a:lnTo>
                  <a:pt x="272950" y="122836"/>
                </a:lnTo>
                <a:close/>
                <a:lnTo>
                  <a:pt x="276751" y="122113"/>
                </a:lnTo>
                <a:close/>
                <a:lnTo>
                  <a:pt x="280540" y="121400"/>
                </a:lnTo>
                <a:close/>
                <a:lnTo>
                  <a:pt x="284321" y="120693"/>
                </a:lnTo>
                <a:close/>
                <a:lnTo>
                  <a:pt x="288100" y="119986"/>
                </a:lnTo>
                <a:close/>
                <a:lnTo>
                  <a:pt x="291883" y="119277"/>
                </a:lnTo>
                <a:close/>
                <a:lnTo>
                  <a:pt x="295675" y="118565"/>
                </a:lnTo>
                <a:close/>
                <a:lnTo>
                  <a:pt x="299478" y="117852"/>
                </a:lnTo>
                <a:close/>
                <a:lnTo>
                  <a:pt x="303283" y="117143"/>
                </a:lnTo>
                <a:close/>
                <a:lnTo>
                  <a:pt x="307078" y="116445"/>
                </a:lnTo>
                <a:close/>
                <a:lnTo>
                  <a:pt x="310863" y="115754"/>
                </a:lnTo>
                <a:close/>
                <a:lnTo>
                  <a:pt x="314643" y="115064"/>
                </a:lnTo>
                <a:close/>
                <a:lnTo>
                  <a:pt x="318423" y="114371"/>
                </a:lnTo>
                <a:close/>
                <a:lnTo>
                  <a:pt x="322209" y="113679"/>
                </a:lnTo>
                <a:close/>
                <a:lnTo>
                  <a:pt x="326006" y="112997"/>
                </a:lnTo>
                <a:close/>
                <a:lnTo>
                  <a:pt x="329812" y="112324"/>
                </a:lnTo>
                <a:close/>
                <a:lnTo>
                  <a:pt x="333614" y="111654"/>
                </a:lnTo>
                <a:close/>
                <a:lnTo>
                  <a:pt x="337404" y="110982"/>
                </a:lnTo>
                <a:close/>
                <a:lnTo>
                  <a:pt x="341185" y="110308"/>
                </a:lnTo>
                <a:close/>
                <a:lnTo>
                  <a:pt x="344964" y="109634"/>
                </a:lnTo>
                <a:close/>
                <a:lnTo>
                  <a:pt x="348746" y="108961"/>
                </a:lnTo>
                <a:close/>
                <a:lnTo>
                  <a:pt x="352537" y="108288"/>
                </a:lnTo>
                <a:close/>
                <a:lnTo>
                  <a:pt x="356340" y="107612"/>
                </a:lnTo>
                <a:close/>
                <a:lnTo>
                  <a:pt x="360145" y="106939"/>
                </a:lnTo>
                <a:close/>
                <a:lnTo>
                  <a:pt x="363942" y="106272"/>
                </a:lnTo>
                <a:close/>
                <a:lnTo>
                  <a:pt x="367727" y="105614"/>
                </a:lnTo>
                <a:close/>
                <a:lnTo>
                  <a:pt x="371507" y="104967"/>
                </a:lnTo>
                <a:close/>
                <a:lnTo>
                  <a:pt x="375286" y="104331"/>
                </a:lnTo>
                <a:close/>
                <a:lnTo>
                  <a:pt x="379072" y="103696"/>
                </a:lnTo>
                <a:close/>
                <a:lnTo>
                  <a:pt x="382869" y="103050"/>
                </a:lnTo>
                <a:close/>
                <a:lnTo>
                  <a:pt x="386674" y="102394"/>
                </a:lnTo>
                <a:close/>
                <a:lnTo>
                  <a:pt x="390476" y="101738"/>
                </a:lnTo>
                <a:close/>
                <a:lnTo>
                  <a:pt x="394267" y="101091"/>
                </a:lnTo>
                <a:close/>
                <a:lnTo>
                  <a:pt x="398049" y="100457"/>
                </a:lnTo>
                <a:close/>
                <a:lnTo>
                  <a:pt x="401828" y="99835"/>
                </a:lnTo>
                <a:close/>
                <a:lnTo>
                  <a:pt x="405610" y="99219"/>
                </a:lnTo>
                <a:close/>
                <a:lnTo>
                  <a:pt x="409400" y="98598"/>
                </a:lnTo>
                <a:close/>
                <a:lnTo>
                  <a:pt x="413202" y="97963"/>
                </a:lnTo>
                <a:close/>
                <a:lnTo>
                  <a:pt x="417007" y="97324"/>
                </a:lnTo>
                <a:close/>
                <a:lnTo>
                  <a:pt x="420805" y="96692"/>
                </a:lnTo>
                <a:close/>
                <a:lnTo>
                  <a:pt x="424591" y="96073"/>
                </a:lnTo>
                <a:close/>
                <a:lnTo>
                  <a:pt x="428371" y="95459"/>
                </a:lnTo>
                <a:close/>
                <a:lnTo>
                  <a:pt x="432151" y="94841"/>
                </a:lnTo>
                <a:close/>
                <a:lnTo>
                  <a:pt x="435935" y="94222"/>
                </a:lnTo>
                <a:close/>
                <a:lnTo>
                  <a:pt x="439731" y="93603"/>
                </a:lnTo>
                <a:close/>
                <a:lnTo>
                  <a:pt x="443536" y="92985"/>
                </a:lnTo>
                <a:close/>
                <a:lnTo>
                  <a:pt x="447339" y="92366"/>
                </a:lnTo>
                <a:close/>
                <a:lnTo>
                  <a:pt x="451131" y="91744"/>
                </a:lnTo>
                <a:close/>
                <a:lnTo>
                  <a:pt x="454913" y="91125"/>
                </a:lnTo>
                <a:close/>
                <a:lnTo>
                  <a:pt x="458693" y="90514"/>
                </a:lnTo>
                <a:close/>
                <a:lnTo>
                  <a:pt x="462474" y="89913"/>
                </a:lnTo>
                <a:close/>
                <a:lnTo>
                  <a:pt x="466263" y="89315"/>
                </a:lnTo>
                <a:close/>
                <a:lnTo>
                  <a:pt x="470064" y="88716"/>
                </a:lnTo>
                <a:close/>
                <a:lnTo>
                  <a:pt x="473870" y="88115"/>
                </a:lnTo>
                <a:close/>
                <a:lnTo>
                  <a:pt x="477668" y="87514"/>
                </a:lnTo>
                <a:close/>
                <a:lnTo>
                  <a:pt x="481455" y="86915"/>
                </a:lnTo>
                <a:close/>
                <a:lnTo>
                  <a:pt x="485235" y="86314"/>
                </a:lnTo>
                <a:close/>
                <a:lnTo>
                  <a:pt x="489015" y="85710"/>
                </a:lnTo>
                <a:close/>
                <a:lnTo>
                  <a:pt x="492799" y="85109"/>
                </a:lnTo>
                <a:close/>
                <a:lnTo>
                  <a:pt x="496594" y="84516"/>
                </a:lnTo>
                <a:close/>
                <a:lnTo>
                  <a:pt x="500398" y="83932"/>
                </a:lnTo>
                <a:close/>
                <a:lnTo>
                  <a:pt x="504202" y="83353"/>
                </a:lnTo>
                <a:close/>
                <a:lnTo>
                  <a:pt x="507995" y="82772"/>
                </a:lnTo>
                <a:close/>
                <a:lnTo>
                  <a:pt x="511778" y="82189"/>
                </a:lnTo>
                <a:close/>
                <a:lnTo>
                  <a:pt x="515557" y="81607"/>
                </a:lnTo>
                <a:close/>
                <a:lnTo>
                  <a:pt x="519338" y="81026"/>
                </a:lnTo>
                <a:close/>
                <a:lnTo>
                  <a:pt x="523126" y="80443"/>
                </a:lnTo>
                <a:close/>
                <a:lnTo>
                  <a:pt x="526927" y="79857"/>
                </a:lnTo>
                <a:close/>
                <a:lnTo>
                  <a:pt x="530732" y="79273"/>
                </a:lnTo>
                <a:close/>
                <a:lnTo>
                  <a:pt x="534531" y="78700"/>
                </a:lnTo>
                <a:close/>
                <a:lnTo>
                  <a:pt x="538319" y="78138"/>
                </a:lnTo>
                <a:close/>
                <a:lnTo>
                  <a:pt x="542099" y="77574"/>
                </a:lnTo>
                <a:close/>
                <a:lnTo>
                  <a:pt x="545879" y="76996"/>
                </a:lnTo>
                <a:close/>
                <a:lnTo>
                  <a:pt x="549662" y="76411"/>
                </a:lnTo>
                <a:close/>
                <a:lnTo>
                  <a:pt x="553456" y="75832"/>
                </a:lnTo>
                <a:close/>
                <a:lnTo>
                  <a:pt x="557260" y="75267"/>
                </a:lnTo>
                <a:close/>
                <a:lnTo>
                  <a:pt x="561065" y="74706"/>
                </a:lnTo>
                <a:close/>
                <a:lnTo>
                  <a:pt x="564858" y="74141"/>
                </a:lnTo>
                <a:close/>
                <a:lnTo>
                  <a:pt x="568642" y="73574"/>
                </a:lnTo>
                <a:close/>
                <a:lnTo>
                  <a:pt x="572421" y="73017"/>
                </a:lnTo>
                <a:close/>
                <a:lnTo>
                  <a:pt x="576201" y="72473"/>
                </a:lnTo>
                <a:close/>
                <a:lnTo>
                  <a:pt x="579989" y="71929"/>
                </a:lnTo>
                <a:close/>
                <a:lnTo>
                  <a:pt x="583789" y="71370"/>
                </a:lnTo>
                <a:close/>
                <a:lnTo>
                  <a:pt x="587594" y="70803"/>
                </a:lnTo>
                <a:close/>
                <a:lnTo>
                  <a:pt x="591394" y="70241"/>
                </a:lnTo>
                <a:close/>
                <a:lnTo>
                  <a:pt x="595183" y="69693"/>
                </a:lnTo>
                <a:close/>
                <a:lnTo>
                  <a:pt x="598964" y="69150"/>
                </a:lnTo>
                <a:close/>
                <a:lnTo>
                  <a:pt x="602743" y="68607"/>
                </a:lnTo>
                <a:close/>
                <a:lnTo>
                  <a:pt x="606526" y="68061"/>
                </a:lnTo>
                <a:close/>
                <a:lnTo>
                  <a:pt x="610319" y="67514"/>
                </a:lnTo>
                <a:close/>
                <a:lnTo>
                  <a:pt x="614123" y="66967"/>
                </a:lnTo>
                <a:close/>
                <a:lnTo>
                  <a:pt x="617927" y="66422"/>
                </a:lnTo>
                <a:close/>
                <a:lnTo>
                  <a:pt x="621722" y="65877"/>
                </a:lnTo>
                <a:close/>
                <a:lnTo>
                  <a:pt x="625506" y="65331"/>
                </a:lnTo>
                <a:close/>
                <a:lnTo>
                  <a:pt x="629285" y="64784"/>
                </a:lnTo>
                <a:close/>
                <a:lnTo>
                  <a:pt x="633065" y="64235"/>
                </a:lnTo>
                <a:close/>
                <a:lnTo>
                  <a:pt x="636852" y="63691"/>
                </a:lnTo>
                <a:close/>
                <a:lnTo>
                  <a:pt x="640651" y="63155"/>
                </a:lnTo>
                <a:close/>
                <a:lnTo>
                  <a:pt x="644457" y="62627"/>
                </a:lnTo>
                <a:close/>
                <a:lnTo>
                  <a:pt x="648258" y="62104"/>
                </a:lnTo>
                <a:close/>
                <a:lnTo>
                  <a:pt x="652047" y="61581"/>
                </a:lnTo>
                <a:close/>
                <a:lnTo>
                  <a:pt x="655828" y="61052"/>
                </a:lnTo>
                <a:close/>
                <a:lnTo>
                  <a:pt x="659607" y="60510"/>
                </a:lnTo>
                <a:close/>
                <a:lnTo>
                  <a:pt x="663389" y="59962"/>
                </a:lnTo>
                <a:close/>
                <a:lnTo>
                  <a:pt x="667182" y="59418"/>
                </a:lnTo>
                <a:close/>
                <a:lnTo>
                  <a:pt x="670985" y="58887"/>
                </a:lnTo>
                <a:close/>
                <a:lnTo>
                  <a:pt x="674790" y="58362"/>
                </a:lnTo>
                <a:close/>
                <a:lnTo>
                  <a:pt x="678585" y="57837"/>
                </a:lnTo>
                <a:close/>
                <a:lnTo>
                  <a:pt x="682370" y="57310"/>
                </a:lnTo>
                <a:close/>
                <a:lnTo>
                  <a:pt x="686149" y="56781"/>
                </a:lnTo>
                <a:close/>
                <a:lnTo>
                  <a:pt x="689929" y="56252"/>
                </a:lnTo>
                <a:close/>
                <a:lnTo>
                  <a:pt x="693716" y="55725"/>
                </a:lnTo>
                <a:close/>
                <a:lnTo>
                  <a:pt x="697513" y="55198"/>
                </a:lnTo>
                <a:close/>
                <a:lnTo>
                  <a:pt x="701319" y="54671"/>
                </a:lnTo>
                <a:close/>
                <a:lnTo>
                  <a:pt x="705120" y="54142"/>
                </a:lnTo>
                <a:close/>
                <a:lnTo>
                  <a:pt x="708910" y="53610"/>
                </a:lnTo>
                <a:close/>
                <a:lnTo>
                  <a:pt x="712692" y="53083"/>
                </a:lnTo>
                <a:close/>
                <a:lnTo>
                  <a:pt x="716471" y="52568"/>
                </a:lnTo>
                <a:close/>
                <a:lnTo>
                  <a:pt x="720253" y="52062"/>
                </a:lnTo>
                <a:close/>
                <a:lnTo>
                  <a:pt x="724044" y="51550"/>
                </a:lnTo>
                <a:close/>
                <a:lnTo>
                  <a:pt x="727847" y="51024"/>
                </a:lnTo>
                <a:close/>
                <a:lnTo>
                  <a:pt x="731652" y="50493"/>
                </a:lnTo>
                <a:close/>
                <a:lnTo>
                  <a:pt x="735449" y="49972"/>
                </a:lnTo>
                <a:close/>
                <a:lnTo>
                  <a:pt x="739234" y="49463"/>
                </a:lnTo>
                <a:close/>
                <a:lnTo>
                  <a:pt x="743014" y="48957"/>
                </a:lnTo>
                <a:close/>
                <a:lnTo>
                  <a:pt x="746793" y="48449"/>
                </a:lnTo>
                <a:close/>
                <a:lnTo>
                  <a:pt x="750579" y="47939"/>
                </a:lnTo>
                <a:close/>
                <a:lnTo>
                  <a:pt x="754376" y="47428"/>
                </a:lnTo>
                <a:close/>
                <a:lnTo>
                  <a:pt x="758181" y="46919"/>
                </a:lnTo>
                <a:close/>
                <a:lnTo>
                  <a:pt x="761983" y="46410"/>
                </a:lnTo>
                <a:close/>
                <a:lnTo>
                  <a:pt x="765774" y="45900"/>
                </a:lnTo>
                <a:close/>
                <a:lnTo>
                  <a:pt x="769556" y="45391"/>
                </a:lnTo>
                <a:close/>
                <a:lnTo>
                  <a:pt x="773335" y="44881"/>
                </a:lnTo>
                <a:close/>
                <a:lnTo>
                  <a:pt x="777117" y="44371"/>
                </a:lnTo>
                <a:close/>
                <a:lnTo>
                  <a:pt x="780907" y="43862"/>
                </a:lnTo>
                <a:close/>
                <a:lnTo>
                  <a:pt x="784709" y="43354"/>
                </a:lnTo>
                <a:close/>
                <a:lnTo>
                  <a:pt x="788514" y="42844"/>
                </a:lnTo>
                <a:close/>
                <a:lnTo>
                  <a:pt x="792312" y="42332"/>
                </a:lnTo>
                <a:close/>
                <a:lnTo>
                  <a:pt x="796098" y="41819"/>
                </a:lnTo>
                <a:close/>
                <a:lnTo>
                  <a:pt x="799878" y="41314"/>
                </a:lnTo>
                <a:close/>
                <a:lnTo>
                  <a:pt x="803657" y="40822"/>
                </a:lnTo>
                <a:close/>
                <a:lnTo>
                  <a:pt x="807442" y="40334"/>
                </a:lnTo>
                <a:close/>
                <a:lnTo>
                  <a:pt x="811238" y="39834"/>
                </a:lnTo>
                <a:close/>
                <a:lnTo>
                  <a:pt x="815043" y="39323"/>
                </a:lnTo>
                <a:close/>
                <a:lnTo>
                  <a:pt x="818846" y="38813"/>
                </a:lnTo>
                <a:close/>
                <a:lnTo>
                  <a:pt x="822638" y="38315"/>
                </a:lnTo>
                <a:close/>
                <a:lnTo>
                  <a:pt x="826420" y="37826"/>
                </a:lnTo>
                <a:close/>
                <a:lnTo>
                  <a:pt x="830199" y="37339"/>
                </a:lnTo>
                <a:close/>
                <a:lnTo>
                  <a:pt x="833981" y="36847"/>
                </a:lnTo>
                <a:close/>
                <a:lnTo>
                  <a:pt x="837770" y="36355"/>
                </a:lnTo>
                <a:close/>
                <a:lnTo>
                  <a:pt x="841571" y="35863"/>
                </a:lnTo>
                <a:close/>
                <a:lnTo>
                  <a:pt x="845377" y="35372"/>
                </a:lnTo>
                <a:close/>
                <a:lnTo>
                  <a:pt x="849175" y="34881"/>
                </a:lnTo>
                <a:close/>
                <a:lnTo>
                  <a:pt x="852962" y="34389"/>
                </a:lnTo>
                <a:close/>
                <a:lnTo>
                  <a:pt x="856742" y="33898"/>
                </a:lnTo>
                <a:close/>
                <a:lnTo>
                  <a:pt x="860521" y="33408"/>
                </a:lnTo>
                <a:close/>
                <a:lnTo>
                  <a:pt x="864306" y="32917"/>
                </a:lnTo>
                <a:close/>
                <a:lnTo>
                  <a:pt x="868101" y="32423"/>
                </a:lnTo>
                <a:close/>
                <a:lnTo>
                  <a:pt x="871905" y="31928"/>
                </a:lnTo>
                <a:close/>
                <a:lnTo>
                  <a:pt x="875709" y="31440"/>
                </a:lnTo>
                <a:close/>
                <a:lnTo>
                  <a:pt x="879501" y="30965"/>
                </a:lnTo>
                <a:close/>
                <a:lnTo>
                  <a:pt x="883284" y="30495"/>
                </a:lnTo>
                <a:close/>
                <a:lnTo>
                  <a:pt x="887063" y="30016"/>
                </a:lnTo>
                <a:close/>
                <a:lnTo>
                  <a:pt x="890844" y="29524"/>
                </a:lnTo>
                <a:close/>
                <a:lnTo>
                  <a:pt x="894633" y="29030"/>
                </a:lnTo>
                <a:close/>
                <a:lnTo>
                  <a:pt x="898434" y="28549"/>
                </a:lnTo>
                <a:close/>
                <a:lnTo>
                  <a:pt x="902239" y="28077"/>
                </a:lnTo>
                <a:close/>
                <a:lnTo>
                  <a:pt x="906038" y="27610"/>
                </a:lnTo>
                <a:close/>
                <a:lnTo>
                  <a:pt x="909826" y="27141"/>
                </a:lnTo>
                <a:close/>
                <a:lnTo>
                  <a:pt x="913606" y="26665"/>
                </a:lnTo>
                <a:close/>
                <a:lnTo>
                  <a:pt x="917385" y="26176"/>
                </a:lnTo>
                <a:close/>
                <a:lnTo>
                  <a:pt x="921169" y="25682"/>
                </a:lnTo>
                <a:close/>
                <a:lnTo>
                  <a:pt x="924963" y="25195"/>
                </a:lnTo>
                <a:close/>
                <a:lnTo>
                  <a:pt x="928767" y="24720"/>
                </a:lnTo>
                <a:close/>
                <a:lnTo>
                  <a:pt x="932571" y="24250"/>
                </a:lnTo>
                <a:close/>
                <a:lnTo>
                  <a:pt x="936365" y="23779"/>
                </a:lnTo>
                <a:close/>
                <a:lnTo>
                  <a:pt x="940148" y="23306"/>
                </a:lnTo>
                <a:close/>
                <a:lnTo>
                  <a:pt x="943928" y="22832"/>
                </a:lnTo>
                <a:close/>
                <a:lnTo>
                  <a:pt x="947708" y="22358"/>
                </a:lnTo>
                <a:close/>
                <a:lnTo>
                  <a:pt x="951496" y="21886"/>
                </a:lnTo>
                <a:close/>
                <a:lnTo>
                  <a:pt x="955296" y="21412"/>
                </a:lnTo>
                <a:close/>
                <a:lnTo>
                  <a:pt x="959101" y="20939"/>
                </a:lnTo>
                <a:close/>
                <a:lnTo>
                  <a:pt x="962901" y="20466"/>
                </a:lnTo>
                <a:close/>
                <a:lnTo>
                  <a:pt x="966690" y="19994"/>
                </a:lnTo>
                <a:close/>
                <a:lnTo>
                  <a:pt x="970470" y="19521"/>
                </a:lnTo>
                <a:close/>
                <a:lnTo>
                  <a:pt x="974249" y="19044"/>
                </a:lnTo>
                <a:close/>
                <a:lnTo>
                  <a:pt x="978033" y="18569"/>
                </a:lnTo>
                <a:close/>
                <a:lnTo>
                  <a:pt x="981826" y="18104"/>
                </a:lnTo>
                <a:close/>
                <a:lnTo>
                  <a:pt x="985630" y="17651"/>
                </a:lnTo>
                <a:close/>
                <a:lnTo>
                  <a:pt x="989434" y="17197"/>
                </a:lnTo>
                <a:close/>
                <a:lnTo>
                  <a:pt x="993229" y="16729"/>
                </a:lnTo>
                <a:close/>
                <a:lnTo>
                  <a:pt x="997013" y="16252"/>
                </a:lnTo>
                <a:close/>
                <a:lnTo>
                  <a:pt x="1000792" y="15783"/>
                </a:lnTo>
                <a:close/>
                <a:lnTo>
                  <a:pt x="1004572" y="15329"/>
                </a:lnTo>
                <a:close/>
                <a:lnTo>
                  <a:pt x="1008359" y="14876"/>
                </a:lnTo>
                <a:close/>
                <a:lnTo>
                  <a:pt x="1012158" y="14410"/>
                </a:lnTo>
                <a:close/>
                <a:lnTo>
                  <a:pt x="1015964" y="13934"/>
                </a:lnTo>
                <a:close/>
                <a:lnTo>
                  <a:pt x="1019764" y="13462"/>
                </a:lnTo>
                <a:close/>
                <a:lnTo>
                  <a:pt x="1023553" y="13004"/>
                </a:lnTo>
                <a:close/>
                <a:lnTo>
                  <a:pt x="1027335" y="12553"/>
                </a:lnTo>
                <a:close/>
                <a:lnTo>
                  <a:pt x="1031114" y="12100"/>
                </a:lnTo>
                <a:close/>
                <a:lnTo>
                  <a:pt x="1034896" y="11645"/>
                </a:lnTo>
                <a:close/>
                <a:lnTo>
                  <a:pt x="1038688" y="11189"/>
                </a:lnTo>
                <a:close/>
                <a:lnTo>
                  <a:pt x="1042492" y="10734"/>
                </a:lnTo>
                <a:close/>
                <a:lnTo>
                  <a:pt x="1046297" y="10280"/>
                </a:lnTo>
                <a:close/>
                <a:lnTo>
                  <a:pt x="1050092" y="9825"/>
                </a:lnTo>
                <a:close/>
                <a:lnTo>
                  <a:pt x="1053877" y="9369"/>
                </a:lnTo>
                <a:close/>
                <a:lnTo>
                  <a:pt x="1057656" y="8915"/>
                </a:lnTo>
                <a:close/>
                <a:lnTo>
                  <a:pt x="1061436" y="8461"/>
                </a:lnTo>
                <a:close/>
                <a:lnTo>
                  <a:pt x="1065222" y="8006"/>
                </a:lnTo>
                <a:close/>
                <a:lnTo>
                  <a:pt x="1069020" y="7548"/>
                </a:lnTo>
                <a:close/>
                <a:lnTo>
                  <a:pt x="1072826" y="7090"/>
                </a:lnTo>
                <a:close/>
                <a:lnTo>
                  <a:pt x="1076627" y="6641"/>
                </a:lnTo>
                <a:close/>
                <a:lnTo>
                  <a:pt x="1080417" y="6206"/>
                </a:lnTo>
                <a:close/>
                <a:lnTo>
                  <a:pt x="1084199" y="5771"/>
                </a:lnTo>
                <a:close/>
                <a:lnTo>
                  <a:pt x="1087978" y="5323"/>
                </a:lnTo>
                <a:close/>
                <a:lnTo>
                  <a:pt x="1091760" y="4865"/>
                </a:lnTo>
                <a:close/>
                <a:lnTo>
                  <a:pt x="1095551" y="4412"/>
                </a:lnTo>
                <a:close/>
                <a:lnTo>
                  <a:pt x="1099354" y="3975"/>
                </a:lnTo>
                <a:close/>
                <a:lnTo>
                  <a:pt x="1103159" y="3541"/>
                </a:lnTo>
                <a:close/>
                <a:lnTo>
                  <a:pt x="1106955" y="3095"/>
                </a:lnTo>
                <a:close/>
                <a:lnTo>
                  <a:pt x="1110740" y="2638"/>
                </a:lnTo>
                <a:close/>
                <a:lnTo>
                  <a:pt x="1114520" y="2183"/>
                </a:lnTo>
                <a:close/>
                <a:lnTo>
                  <a:pt x="1118302" y="1740"/>
                </a:lnTo>
                <a:close/>
                <a:lnTo>
                  <a:pt x="1122088" y="1307"/>
                </a:lnTo>
                <a:close/>
                <a:lnTo>
                  <a:pt x="1125879" y="876"/>
                </a:lnTo>
                <a:close/>
                <a:lnTo>
                  <a:pt x="1129680" y="443"/>
                </a:lnTo>
                <a:close/>
                <a:lnTo>
                  <a:pt x="1133490" y="0"/>
                </a:lnTo>
                <a:close/>
              </a:path>
            </a:pathLst>
          </a:custGeom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717286" y="2067868"/>
            <a:ext cx="684856" cy="74663"/>
          </a:xfrm>
          <a:custGeom>
            <a:avLst/>
            <a:gdLst/>
            <a:ahLst/>
            <a:cxnLst/>
            <a:rect l="l" t="t" r="r" b="b"/>
            <a:pathLst>
              <a:path w="684856" h="74663">
                <a:moveTo>
                  <a:pt x="0" y="74663"/>
                </a:moveTo>
                <a:lnTo>
                  <a:pt x="2324" y="74364"/>
                </a:lnTo>
                <a:close/>
                <a:lnTo>
                  <a:pt x="4648" y="74065"/>
                </a:lnTo>
                <a:close/>
                <a:lnTo>
                  <a:pt x="6973" y="73767"/>
                </a:lnTo>
                <a:close/>
                <a:lnTo>
                  <a:pt x="9297" y="73469"/>
                </a:lnTo>
                <a:close/>
                <a:lnTo>
                  <a:pt x="11621" y="73171"/>
                </a:lnTo>
                <a:close/>
                <a:lnTo>
                  <a:pt x="13945" y="72874"/>
                </a:lnTo>
                <a:close/>
                <a:lnTo>
                  <a:pt x="16270" y="72576"/>
                </a:lnTo>
                <a:close/>
                <a:lnTo>
                  <a:pt x="18594" y="72278"/>
                </a:lnTo>
                <a:close/>
                <a:lnTo>
                  <a:pt x="20918" y="71980"/>
                </a:lnTo>
                <a:close/>
                <a:lnTo>
                  <a:pt x="23242" y="71682"/>
                </a:lnTo>
                <a:close/>
                <a:lnTo>
                  <a:pt x="25567" y="71384"/>
                </a:lnTo>
                <a:close/>
                <a:lnTo>
                  <a:pt x="27891" y="71085"/>
                </a:lnTo>
                <a:close/>
                <a:lnTo>
                  <a:pt x="30215" y="70785"/>
                </a:lnTo>
                <a:close/>
                <a:lnTo>
                  <a:pt x="32539" y="70485"/>
                </a:lnTo>
                <a:close/>
                <a:lnTo>
                  <a:pt x="34863" y="70186"/>
                </a:lnTo>
                <a:close/>
                <a:lnTo>
                  <a:pt x="37188" y="69888"/>
                </a:lnTo>
                <a:close/>
                <a:lnTo>
                  <a:pt x="39512" y="69591"/>
                </a:lnTo>
                <a:close/>
                <a:lnTo>
                  <a:pt x="41836" y="69296"/>
                </a:lnTo>
                <a:close/>
                <a:lnTo>
                  <a:pt x="44160" y="69003"/>
                </a:lnTo>
                <a:close/>
                <a:lnTo>
                  <a:pt x="46485" y="68711"/>
                </a:lnTo>
                <a:close/>
                <a:lnTo>
                  <a:pt x="48809" y="68421"/>
                </a:lnTo>
                <a:close/>
                <a:lnTo>
                  <a:pt x="51133" y="68131"/>
                </a:lnTo>
                <a:close/>
                <a:lnTo>
                  <a:pt x="53457" y="67842"/>
                </a:lnTo>
                <a:close/>
                <a:lnTo>
                  <a:pt x="55781" y="67553"/>
                </a:lnTo>
                <a:close/>
                <a:lnTo>
                  <a:pt x="58106" y="67263"/>
                </a:lnTo>
                <a:close/>
                <a:lnTo>
                  <a:pt x="60430" y="66973"/>
                </a:lnTo>
                <a:close/>
                <a:lnTo>
                  <a:pt x="62754" y="66682"/>
                </a:lnTo>
                <a:close/>
                <a:lnTo>
                  <a:pt x="65078" y="66391"/>
                </a:lnTo>
                <a:close/>
                <a:lnTo>
                  <a:pt x="67403" y="66100"/>
                </a:lnTo>
                <a:close/>
                <a:lnTo>
                  <a:pt x="69727" y="65810"/>
                </a:lnTo>
                <a:close/>
                <a:lnTo>
                  <a:pt x="72051" y="65519"/>
                </a:lnTo>
                <a:close/>
                <a:lnTo>
                  <a:pt x="74375" y="65229"/>
                </a:lnTo>
                <a:close/>
                <a:lnTo>
                  <a:pt x="76700" y="64939"/>
                </a:lnTo>
                <a:close/>
                <a:lnTo>
                  <a:pt x="79024" y="64648"/>
                </a:lnTo>
                <a:close/>
                <a:lnTo>
                  <a:pt x="81348" y="64358"/>
                </a:lnTo>
                <a:close/>
                <a:lnTo>
                  <a:pt x="83672" y="64066"/>
                </a:lnTo>
                <a:close/>
                <a:lnTo>
                  <a:pt x="85996" y="63775"/>
                </a:lnTo>
                <a:close/>
                <a:lnTo>
                  <a:pt x="88321" y="63483"/>
                </a:lnTo>
                <a:close/>
                <a:lnTo>
                  <a:pt x="90645" y="63191"/>
                </a:lnTo>
                <a:close/>
                <a:lnTo>
                  <a:pt x="92969" y="62901"/>
                </a:lnTo>
                <a:close/>
                <a:lnTo>
                  <a:pt x="95293" y="62611"/>
                </a:lnTo>
                <a:close/>
                <a:lnTo>
                  <a:pt x="97618" y="62324"/>
                </a:lnTo>
                <a:close/>
                <a:lnTo>
                  <a:pt x="99942" y="62038"/>
                </a:lnTo>
                <a:close/>
                <a:lnTo>
                  <a:pt x="102266" y="61754"/>
                </a:lnTo>
                <a:close/>
                <a:lnTo>
                  <a:pt x="104590" y="61472"/>
                </a:lnTo>
                <a:close/>
                <a:lnTo>
                  <a:pt x="106914" y="61190"/>
                </a:lnTo>
                <a:close/>
                <a:lnTo>
                  <a:pt x="109239" y="60909"/>
                </a:lnTo>
                <a:close/>
                <a:lnTo>
                  <a:pt x="111563" y="60627"/>
                </a:lnTo>
                <a:close/>
                <a:lnTo>
                  <a:pt x="113887" y="60346"/>
                </a:lnTo>
                <a:close/>
                <a:lnTo>
                  <a:pt x="116211" y="60063"/>
                </a:lnTo>
                <a:close/>
                <a:lnTo>
                  <a:pt x="118536" y="59781"/>
                </a:lnTo>
                <a:close/>
                <a:lnTo>
                  <a:pt x="120860" y="59498"/>
                </a:lnTo>
                <a:close/>
                <a:lnTo>
                  <a:pt x="123184" y="59214"/>
                </a:lnTo>
                <a:close/>
                <a:lnTo>
                  <a:pt x="125508" y="58929"/>
                </a:lnTo>
                <a:close/>
                <a:lnTo>
                  <a:pt x="127833" y="58645"/>
                </a:lnTo>
                <a:close/>
                <a:lnTo>
                  <a:pt x="130157" y="58360"/>
                </a:lnTo>
                <a:close/>
                <a:lnTo>
                  <a:pt x="132481" y="58075"/>
                </a:lnTo>
                <a:close/>
                <a:lnTo>
                  <a:pt x="134805" y="57793"/>
                </a:lnTo>
                <a:close/>
                <a:lnTo>
                  <a:pt x="137129" y="57512"/>
                </a:lnTo>
                <a:close/>
                <a:lnTo>
                  <a:pt x="139454" y="57234"/>
                </a:lnTo>
                <a:close/>
                <a:lnTo>
                  <a:pt x="141778" y="56958"/>
                </a:lnTo>
                <a:close/>
                <a:lnTo>
                  <a:pt x="144102" y="56684"/>
                </a:lnTo>
                <a:close/>
                <a:lnTo>
                  <a:pt x="146426" y="56411"/>
                </a:lnTo>
                <a:close/>
                <a:lnTo>
                  <a:pt x="148751" y="56137"/>
                </a:lnTo>
                <a:close/>
                <a:lnTo>
                  <a:pt x="151075" y="55861"/>
                </a:lnTo>
                <a:close/>
                <a:lnTo>
                  <a:pt x="153399" y="55581"/>
                </a:lnTo>
                <a:close/>
                <a:lnTo>
                  <a:pt x="155723" y="55298"/>
                </a:lnTo>
                <a:close/>
                <a:lnTo>
                  <a:pt x="158047" y="55013"/>
                </a:lnTo>
                <a:close/>
                <a:lnTo>
                  <a:pt x="160372" y="54728"/>
                </a:lnTo>
                <a:close/>
                <a:lnTo>
                  <a:pt x="162696" y="54444"/>
                </a:lnTo>
                <a:close/>
                <a:lnTo>
                  <a:pt x="165020" y="54162"/>
                </a:lnTo>
                <a:close/>
                <a:lnTo>
                  <a:pt x="167344" y="53886"/>
                </a:lnTo>
                <a:close/>
                <a:lnTo>
                  <a:pt x="169669" y="53614"/>
                </a:lnTo>
                <a:close/>
                <a:lnTo>
                  <a:pt x="171993" y="53347"/>
                </a:lnTo>
                <a:close/>
                <a:lnTo>
                  <a:pt x="174317" y="53081"/>
                </a:lnTo>
                <a:close/>
                <a:lnTo>
                  <a:pt x="176641" y="52816"/>
                </a:lnTo>
                <a:close/>
                <a:lnTo>
                  <a:pt x="178966" y="52550"/>
                </a:lnTo>
                <a:close/>
                <a:lnTo>
                  <a:pt x="181290" y="52281"/>
                </a:lnTo>
                <a:close/>
                <a:lnTo>
                  <a:pt x="183614" y="52008"/>
                </a:lnTo>
                <a:close/>
                <a:lnTo>
                  <a:pt x="185938" y="51733"/>
                </a:lnTo>
                <a:close/>
                <a:lnTo>
                  <a:pt x="188262" y="51456"/>
                </a:lnTo>
                <a:close/>
                <a:lnTo>
                  <a:pt x="190587" y="51179"/>
                </a:lnTo>
                <a:close/>
                <a:lnTo>
                  <a:pt x="192911" y="50903"/>
                </a:lnTo>
                <a:close/>
                <a:lnTo>
                  <a:pt x="195235" y="50629"/>
                </a:lnTo>
                <a:close/>
                <a:lnTo>
                  <a:pt x="197559" y="50358"/>
                </a:lnTo>
                <a:close/>
                <a:lnTo>
                  <a:pt x="199884" y="50089"/>
                </a:lnTo>
                <a:close/>
                <a:lnTo>
                  <a:pt x="202208" y="49823"/>
                </a:lnTo>
                <a:close/>
                <a:lnTo>
                  <a:pt x="204532" y="49557"/>
                </a:lnTo>
                <a:close/>
                <a:lnTo>
                  <a:pt x="206856" y="49291"/>
                </a:lnTo>
                <a:close/>
                <a:lnTo>
                  <a:pt x="209180" y="49025"/>
                </a:lnTo>
                <a:close/>
                <a:lnTo>
                  <a:pt x="211505" y="48759"/>
                </a:lnTo>
                <a:close/>
                <a:lnTo>
                  <a:pt x="213829" y="48492"/>
                </a:lnTo>
                <a:close/>
                <a:lnTo>
                  <a:pt x="216153" y="48224"/>
                </a:lnTo>
                <a:close/>
                <a:lnTo>
                  <a:pt x="218477" y="47956"/>
                </a:lnTo>
                <a:close/>
                <a:lnTo>
                  <a:pt x="220802" y="47688"/>
                </a:lnTo>
                <a:close/>
                <a:lnTo>
                  <a:pt x="223126" y="47419"/>
                </a:lnTo>
                <a:close/>
                <a:lnTo>
                  <a:pt x="225450" y="47150"/>
                </a:lnTo>
                <a:close/>
                <a:lnTo>
                  <a:pt x="227774" y="46881"/>
                </a:lnTo>
                <a:close/>
                <a:lnTo>
                  <a:pt x="230099" y="46612"/>
                </a:lnTo>
                <a:close/>
                <a:lnTo>
                  <a:pt x="232423" y="46345"/>
                </a:lnTo>
                <a:close/>
                <a:lnTo>
                  <a:pt x="234747" y="46079"/>
                </a:lnTo>
                <a:close/>
                <a:lnTo>
                  <a:pt x="237071" y="45815"/>
                </a:lnTo>
                <a:close/>
                <a:lnTo>
                  <a:pt x="239395" y="45553"/>
                </a:lnTo>
                <a:close/>
                <a:lnTo>
                  <a:pt x="241720" y="45293"/>
                </a:lnTo>
                <a:close/>
                <a:lnTo>
                  <a:pt x="244044" y="45033"/>
                </a:lnTo>
                <a:close/>
                <a:lnTo>
                  <a:pt x="246368" y="44775"/>
                </a:lnTo>
                <a:close/>
                <a:lnTo>
                  <a:pt x="248692" y="44516"/>
                </a:lnTo>
                <a:close/>
                <a:lnTo>
                  <a:pt x="251017" y="44257"/>
                </a:lnTo>
                <a:close/>
                <a:lnTo>
                  <a:pt x="253341" y="43997"/>
                </a:lnTo>
                <a:close/>
                <a:lnTo>
                  <a:pt x="255665" y="43738"/>
                </a:lnTo>
                <a:close/>
                <a:lnTo>
                  <a:pt x="257989" y="43477"/>
                </a:lnTo>
                <a:close/>
                <a:lnTo>
                  <a:pt x="260313" y="43217"/>
                </a:lnTo>
                <a:close/>
                <a:lnTo>
                  <a:pt x="262638" y="42957"/>
                </a:lnTo>
                <a:close/>
                <a:lnTo>
                  <a:pt x="264962" y="42697"/>
                </a:lnTo>
                <a:close/>
                <a:lnTo>
                  <a:pt x="267286" y="42437"/>
                </a:lnTo>
                <a:close/>
                <a:lnTo>
                  <a:pt x="269610" y="42178"/>
                </a:lnTo>
                <a:close/>
                <a:lnTo>
                  <a:pt x="271935" y="41918"/>
                </a:lnTo>
                <a:close/>
                <a:lnTo>
                  <a:pt x="274259" y="41658"/>
                </a:lnTo>
                <a:close/>
                <a:lnTo>
                  <a:pt x="276583" y="41398"/>
                </a:lnTo>
                <a:close/>
                <a:lnTo>
                  <a:pt x="278907" y="41137"/>
                </a:lnTo>
                <a:close/>
                <a:lnTo>
                  <a:pt x="281232" y="40876"/>
                </a:lnTo>
                <a:close/>
                <a:lnTo>
                  <a:pt x="283556" y="40614"/>
                </a:lnTo>
                <a:close/>
                <a:lnTo>
                  <a:pt x="285880" y="40354"/>
                </a:lnTo>
                <a:close/>
                <a:lnTo>
                  <a:pt x="288204" y="40094"/>
                </a:lnTo>
                <a:close/>
                <a:lnTo>
                  <a:pt x="290528" y="39836"/>
                </a:lnTo>
                <a:close/>
                <a:lnTo>
                  <a:pt x="292853" y="39579"/>
                </a:lnTo>
                <a:close/>
                <a:lnTo>
                  <a:pt x="295177" y="39325"/>
                </a:lnTo>
                <a:close/>
                <a:lnTo>
                  <a:pt x="297501" y="39072"/>
                </a:lnTo>
                <a:close/>
                <a:lnTo>
                  <a:pt x="299825" y="38821"/>
                </a:lnTo>
                <a:close/>
                <a:lnTo>
                  <a:pt x="302150" y="38570"/>
                </a:lnTo>
                <a:close/>
                <a:lnTo>
                  <a:pt x="304474" y="38319"/>
                </a:lnTo>
                <a:close/>
                <a:lnTo>
                  <a:pt x="306798" y="38067"/>
                </a:lnTo>
                <a:close/>
                <a:lnTo>
                  <a:pt x="309122" y="37816"/>
                </a:lnTo>
                <a:close/>
                <a:lnTo>
                  <a:pt x="311446" y="37564"/>
                </a:lnTo>
                <a:close/>
                <a:lnTo>
                  <a:pt x="313771" y="37311"/>
                </a:lnTo>
                <a:close/>
                <a:lnTo>
                  <a:pt x="316095" y="37058"/>
                </a:lnTo>
                <a:close/>
                <a:lnTo>
                  <a:pt x="318419" y="36806"/>
                </a:lnTo>
                <a:close/>
                <a:lnTo>
                  <a:pt x="320743" y="36553"/>
                </a:lnTo>
                <a:close/>
                <a:lnTo>
                  <a:pt x="323068" y="36301"/>
                </a:lnTo>
                <a:close/>
                <a:lnTo>
                  <a:pt x="325392" y="36048"/>
                </a:lnTo>
                <a:close/>
                <a:lnTo>
                  <a:pt x="327716" y="35796"/>
                </a:lnTo>
                <a:close/>
                <a:lnTo>
                  <a:pt x="330040" y="35544"/>
                </a:lnTo>
                <a:close/>
                <a:lnTo>
                  <a:pt x="332365" y="35292"/>
                </a:lnTo>
                <a:close/>
                <a:lnTo>
                  <a:pt x="334689" y="35040"/>
                </a:lnTo>
                <a:close/>
                <a:lnTo>
                  <a:pt x="337013" y="34788"/>
                </a:lnTo>
                <a:close/>
                <a:lnTo>
                  <a:pt x="339337" y="34536"/>
                </a:lnTo>
                <a:close/>
                <a:lnTo>
                  <a:pt x="341661" y="34284"/>
                </a:lnTo>
                <a:close/>
                <a:lnTo>
                  <a:pt x="343986" y="34031"/>
                </a:lnTo>
                <a:close/>
                <a:lnTo>
                  <a:pt x="346310" y="33778"/>
                </a:lnTo>
                <a:close/>
                <a:lnTo>
                  <a:pt x="348634" y="33525"/>
                </a:lnTo>
                <a:close/>
                <a:lnTo>
                  <a:pt x="350958" y="33271"/>
                </a:lnTo>
                <a:close/>
                <a:lnTo>
                  <a:pt x="353283" y="33018"/>
                </a:lnTo>
                <a:close/>
                <a:lnTo>
                  <a:pt x="355607" y="32765"/>
                </a:lnTo>
                <a:close/>
                <a:lnTo>
                  <a:pt x="357931" y="32513"/>
                </a:lnTo>
                <a:close/>
                <a:lnTo>
                  <a:pt x="360255" y="32263"/>
                </a:lnTo>
                <a:close/>
                <a:lnTo>
                  <a:pt x="362579" y="32014"/>
                </a:lnTo>
                <a:close/>
                <a:lnTo>
                  <a:pt x="364904" y="31768"/>
                </a:lnTo>
                <a:close/>
                <a:lnTo>
                  <a:pt x="367228" y="31523"/>
                </a:lnTo>
                <a:close/>
                <a:lnTo>
                  <a:pt x="369552" y="31279"/>
                </a:lnTo>
                <a:close/>
                <a:lnTo>
                  <a:pt x="371876" y="31035"/>
                </a:lnTo>
                <a:close/>
                <a:lnTo>
                  <a:pt x="374201" y="30792"/>
                </a:lnTo>
                <a:close/>
                <a:lnTo>
                  <a:pt x="376525" y="30548"/>
                </a:lnTo>
                <a:close/>
                <a:lnTo>
                  <a:pt x="378849" y="30304"/>
                </a:lnTo>
                <a:close/>
                <a:lnTo>
                  <a:pt x="381173" y="30060"/>
                </a:lnTo>
                <a:close/>
                <a:lnTo>
                  <a:pt x="383498" y="29815"/>
                </a:lnTo>
                <a:close/>
                <a:lnTo>
                  <a:pt x="385822" y="29570"/>
                </a:lnTo>
                <a:close/>
                <a:lnTo>
                  <a:pt x="388146" y="29325"/>
                </a:lnTo>
                <a:close/>
                <a:lnTo>
                  <a:pt x="390470" y="29080"/>
                </a:lnTo>
                <a:close/>
                <a:lnTo>
                  <a:pt x="392794" y="28835"/>
                </a:lnTo>
                <a:close/>
                <a:lnTo>
                  <a:pt x="395119" y="28590"/>
                </a:lnTo>
                <a:close/>
                <a:lnTo>
                  <a:pt x="397443" y="28345"/>
                </a:lnTo>
                <a:close/>
                <a:lnTo>
                  <a:pt x="399767" y="28101"/>
                </a:lnTo>
                <a:close/>
                <a:lnTo>
                  <a:pt x="402091" y="27857"/>
                </a:lnTo>
                <a:close/>
                <a:lnTo>
                  <a:pt x="404416" y="27612"/>
                </a:lnTo>
                <a:close/>
                <a:lnTo>
                  <a:pt x="406740" y="27368"/>
                </a:lnTo>
                <a:close/>
                <a:lnTo>
                  <a:pt x="409064" y="27124"/>
                </a:lnTo>
                <a:close/>
                <a:lnTo>
                  <a:pt x="411388" y="26879"/>
                </a:lnTo>
                <a:close/>
                <a:lnTo>
                  <a:pt x="413712" y="26634"/>
                </a:lnTo>
                <a:close/>
                <a:lnTo>
                  <a:pt x="416037" y="26389"/>
                </a:lnTo>
                <a:close/>
                <a:lnTo>
                  <a:pt x="418361" y="26143"/>
                </a:lnTo>
                <a:close/>
                <a:lnTo>
                  <a:pt x="420685" y="25897"/>
                </a:lnTo>
                <a:close/>
                <a:lnTo>
                  <a:pt x="423009" y="25651"/>
                </a:lnTo>
                <a:close/>
                <a:lnTo>
                  <a:pt x="425334" y="25406"/>
                </a:lnTo>
                <a:close/>
                <a:lnTo>
                  <a:pt x="427658" y="25162"/>
                </a:lnTo>
                <a:close/>
                <a:lnTo>
                  <a:pt x="429982" y="24920"/>
                </a:lnTo>
                <a:close/>
                <a:lnTo>
                  <a:pt x="432306" y="24679"/>
                </a:lnTo>
                <a:close/>
                <a:lnTo>
                  <a:pt x="434631" y="24440"/>
                </a:lnTo>
                <a:close/>
                <a:lnTo>
                  <a:pt x="436955" y="24203"/>
                </a:lnTo>
                <a:close/>
                <a:lnTo>
                  <a:pt x="439279" y="23967"/>
                </a:lnTo>
                <a:close/>
                <a:lnTo>
                  <a:pt x="441603" y="23731"/>
                </a:lnTo>
                <a:close/>
                <a:lnTo>
                  <a:pt x="443927" y="23495"/>
                </a:lnTo>
                <a:close/>
                <a:lnTo>
                  <a:pt x="446252" y="23259"/>
                </a:lnTo>
                <a:close/>
                <a:lnTo>
                  <a:pt x="448576" y="23023"/>
                </a:lnTo>
                <a:close/>
                <a:lnTo>
                  <a:pt x="450900" y="22786"/>
                </a:lnTo>
                <a:close/>
                <a:lnTo>
                  <a:pt x="453224" y="22549"/>
                </a:lnTo>
                <a:close/>
                <a:lnTo>
                  <a:pt x="455549" y="22311"/>
                </a:lnTo>
                <a:close/>
                <a:lnTo>
                  <a:pt x="457873" y="22074"/>
                </a:lnTo>
                <a:close/>
                <a:lnTo>
                  <a:pt x="460197" y="21837"/>
                </a:lnTo>
                <a:close/>
                <a:lnTo>
                  <a:pt x="462521" y="21599"/>
                </a:lnTo>
                <a:close/>
                <a:lnTo>
                  <a:pt x="464845" y="21362"/>
                </a:lnTo>
                <a:close/>
                <a:lnTo>
                  <a:pt x="467170" y="21125"/>
                </a:lnTo>
                <a:close/>
                <a:lnTo>
                  <a:pt x="469494" y="20888"/>
                </a:lnTo>
                <a:close/>
                <a:lnTo>
                  <a:pt x="471818" y="20652"/>
                </a:lnTo>
                <a:close/>
                <a:lnTo>
                  <a:pt x="474142" y="20415"/>
                </a:lnTo>
                <a:close/>
                <a:lnTo>
                  <a:pt x="476467" y="20178"/>
                </a:lnTo>
                <a:close/>
                <a:lnTo>
                  <a:pt x="478791" y="19942"/>
                </a:lnTo>
                <a:close/>
                <a:lnTo>
                  <a:pt x="481115" y="19705"/>
                </a:lnTo>
                <a:close/>
                <a:lnTo>
                  <a:pt x="483439" y="19468"/>
                </a:lnTo>
                <a:close/>
                <a:lnTo>
                  <a:pt x="485764" y="19230"/>
                </a:lnTo>
                <a:close/>
                <a:lnTo>
                  <a:pt x="488088" y="18992"/>
                </a:lnTo>
                <a:close/>
                <a:lnTo>
                  <a:pt x="490412" y="18753"/>
                </a:lnTo>
                <a:close/>
                <a:lnTo>
                  <a:pt x="492736" y="18515"/>
                </a:lnTo>
                <a:close/>
                <a:lnTo>
                  <a:pt x="495060" y="18278"/>
                </a:lnTo>
                <a:close/>
                <a:lnTo>
                  <a:pt x="497385" y="18041"/>
                </a:lnTo>
                <a:close/>
                <a:lnTo>
                  <a:pt x="499709" y="17807"/>
                </a:lnTo>
                <a:close/>
                <a:lnTo>
                  <a:pt x="502033" y="17574"/>
                </a:lnTo>
                <a:close/>
                <a:lnTo>
                  <a:pt x="504357" y="17343"/>
                </a:lnTo>
                <a:close/>
                <a:lnTo>
                  <a:pt x="506682" y="17114"/>
                </a:lnTo>
                <a:close/>
                <a:lnTo>
                  <a:pt x="509006" y="16885"/>
                </a:lnTo>
                <a:close/>
                <a:lnTo>
                  <a:pt x="511330" y="16657"/>
                </a:lnTo>
                <a:close/>
                <a:lnTo>
                  <a:pt x="513654" y="16429"/>
                </a:lnTo>
                <a:close/>
                <a:lnTo>
                  <a:pt x="515978" y="16201"/>
                </a:lnTo>
                <a:close/>
                <a:lnTo>
                  <a:pt x="518303" y="15972"/>
                </a:lnTo>
                <a:close/>
                <a:lnTo>
                  <a:pt x="520627" y="15742"/>
                </a:lnTo>
                <a:close/>
                <a:lnTo>
                  <a:pt x="522951" y="15513"/>
                </a:lnTo>
                <a:close/>
                <a:lnTo>
                  <a:pt x="525275" y="15283"/>
                </a:lnTo>
                <a:close/>
                <a:lnTo>
                  <a:pt x="527600" y="15053"/>
                </a:lnTo>
                <a:close/>
                <a:lnTo>
                  <a:pt x="529924" y="14823"/>
                </a:lnTo>
                <a:close/>
                <a:lnTo>
                  <a:pt x="532248" y="14594"/>
                </a:lnTo>
                <a:close/>
                <a:lnTo>
                  <a:pt x="534572" y="14364"/>
                </a:lnTo>
                <a:close/>
                <a:lnTo>
                  <a:pt x="536897" y="14135"/>
                </a:lnTo>
                <a:close/>
                <a:lnTo>
                  <a:pt x="539221" y="13906"/>
                </a:lnTo>
                <a:close/>
                <a:lnTo>
                  <a:pt x="541545" y="13677"/>
                </a:lnTo>
                <a:close/>
                <a:lnTo>
                  <a:pt x="543869" y="13448"/>
                </a:lnTo>
                <a:close/>
                <a:lnTo>
                  <a:pt x="546193" y="13219"/>
                </a:lnTo>
                <a:close/>
                <a:lnTo>
                  <a:pt x="548518" y="12990"/>
                </a:lnTo>
                <a:close/>
                <a:lnTo>
                  <a:pt x="550842" y="12761"/>
                </a:lnTo>
                <a:close/>
                <a:lnTo>
                  <a:pt x="553166" y="12531"/>
                </a:lnTo>
                <a:close/>
                <a:lnTo>
                  <a:pt x="555490" y="12301"/>
                </a:lnTo>
                <a:close/>
                <a:lnTo>
                  <a:pt x="557815" y="12070"/>
                </a:lnTo>
                <a:close/>
                <a:lnTo>
                  <a:pt x="560139" y="11840"/>
                </a:lnTo>
                <a:close/>
                <a:lnTo>
                  <a:pt x="562463" y="11609"/>
                </a:lnTo>
                <a:close/>
                <a:lnTo>
                  <a:pt x="564787" y="11379"/>
                </a:lnTo>
                <a:close/>
                <a:lnTo>
                  <a:pt x="567112" y="11151"/>
                </a:lnTo>
                <a:close/>
                <a:lnTo>
                  <a:pt x="569436" y="10924"/>
                </a:lnTo>
                <a:close/>
                <a:lnTo>
                  <a:pt x="571760" y="10699"/>
                </a:lnTo>
                <a:close/>
                <a:lnTo>
                  <a:pt x="574084" y="10476"/>
                </a:lnTo>
                <a:close/>
                <a:lnTo>
                  <a:pt x="576408" y="10254"/>
                </a:lnTo>
                <a:close/>
                <a:lnTo>
                  <a:pt x="578733" y="10033"/>
                </a:lnTo>
                <a:close/>
                <a:lnTo>
                  <a:pt x="581057" y="9813"/>
                </a:lnTo>
                <a:close/>
                <a:lnTo>
                  <a:pt x="583381" y="9593"/>
                </a:lnTo>
                <a:close/>
                <a:lnTo>
                  <a:pt x="585705" y="9372"/>
                </a:lnTo>
                <a:close/>
                <a:lnTo>
                  <a:pt x="588030" y="9150"/>
                </a:lnTo>
                <a:close/>
                <a:lnTo>
                  <a:pt x="590354" y="8929"/>
                </a:lnTo>
                <a:close/>
                <a:lnTo>
                  <a:pt x="592678" y="8707"/>
                </a:lnTo>
                <a:close/>
                <a:lnTo>
                  <a:pt x="595002" y="8485"/>
                </a:lnTo>
                <a:close/>
                <a:lnTo>
                  <a:pt x="597326" y="8263"/>
                </a:lnTo>
                <a:close/>
                <a:lnTo>
                  <a:pt x="599650" y="8041"/>
                </a:lnTo>
                <a:close/>
                <a:lnTo>
                  <a:pt x="601974" y="7819"/>
                </a:lnTo>
                <a:close/>
                <a:lnTo>
                  <a:pt x="604298" y="7597"/>
                </a:lnTo>
                <a:close/>
                <a:lnTo>
                  <a:pt x="606623" y="7375"/>
                </a:lnTo>
                <a:close/>
                <a:lnTo>
                  <a:pt x="608947" y="7154"/>
                </a:lnTo>
                <a:close/>
                <a:lnTo>
                  <a:pt x="611272" y="6932"/>
                </a:lnTo>
                <a:close/>
                <a:lnTo>
                  <a:pt x="613597" y="6711"/>
                </a:lnTo>
                <a:close/>
                <a:lnTo>
                  <a:pt x="615922" y="6490"/>
                </a:lnTo>
                <a:close/>
                <a:lnTo>
                  <a:pt x="618247" y="6268"/>
                </a:lnTo>
                <a:close/>
                <a:lnTo>
                  <a:pt x="620572" y="6047"/>
                </a:lnTo>
                <a:close/>
                <a:lnTo>
                  <a:pt x="622895" y="5825"/>
                </a:lnTo>
                <a:close/>
                <a:lnTo>
                  <a:pt x="625217" y="5602"/>
                </a:lnTo>
                <a:close/>
                <a:lnTo>
                  <a:pt x="627538" y="5379"/>
                </a:lnTo>
                <a:close/>
                <a:lnTo>
                  <a:pt x="629859" y="5156"/>
                </a:lnTo>
                <a:close/>
                <a:lnTo>
                  <a:pt x="632180" y="4933"/>
                </a:lnTo>
                <a:close/>
                <a:lnTo>
                  <a:pt x="634503" y="4711"/>
                </a:lnTo>
                <a:close/>
                <a:lnTo>
                  <a:pt x="636830" y="4490"/>
                </a:lnTo>
                <a:close/>
                <a:lnTo>
                  <a:pt x="639162" y="4271"/>
                </a:lnTo>
                <a:close/>
                <a:lnTo>
                  <a:pt x="641499" y="4055"/>
                </a:lnTo>
                <a:close/>
                <a:lnTo>
                  <a:pt x="643837" y="3840"/>
                </a:lnTo>
                <a:close/>
                <a:lnTo>
                  <a:pt x="646172" y="3626"/>
                </a:lnTo>
                <a:close/>
                <a:lnTo>
                  <a:pt x="648499" y="3413"/>
                </a:lnTo>
                <a:close/>
                <a:lnTo>
                  <a:pt x="650814" y="3200"/>
                </a:lnTo>
                <a:close/>
                <a:lnTo>
                  <a:pt x="653110" y="2987"/>
                </a:lnTo>
                <a:close/>
                <a:lnTo>
                  <a:pt x="655387" y="2772"/>
                </a:lnTo>
                <a:close/>
                <a:lnTo>
                  <a:pt x="657658" y="2555"/>
                </a:lnTo>
                <a:close/>
                <a:lnTo>
                  <a:pt x="659942" y="2335"/>
                </a:lnTo>
                <a:close/>
                <a:lnTo>
                  <a:pt x="662256" y="2113"/>
                </a:lnTo>
                <a:close/>
                <a:lnTo>
                  <a:pt x="664618" y="1887"/>
                </a:lnTo>
                <a:close/>
                <a:lnTo>
                  <a:pt x="667047" y="1657"/>
                </a:lnTo>
                <a:close/>
                <a:lnTo>
                  <a:pt x="669549" y="1423"/>
                </a:lnTo>
                <a:close/>
                <a:lnTo>
                  <a:pt x="672071" y="1190"/>
                </a:lnTo>
                <a:close/>
                <a:lnTo>
                  <a:pt x="674546" y="962"/>
                </a:lnTo>
                <a:close/>
                <a:lnTo>
                  <a:pt x="676906" y="746"/>
                </a:lnTo>
                <a:close/>
                <a:lnTo>
                  <a:pt x="679083" y="547"/>
                </a:lnTo>
                <a:close/>
                <a:lnTo>
                  <a:pt x="681010" y="371"/>
                </a:lnTo>
                <a:close/>
                <a:lnTo>
                  <a:pt x="682618" y="222"/>
                </a:lnTo>
                <a:close/>
                <a:lnTo>
                  <a:pt x="683840" y="108"/>
                </a:lnTo>
                <a:close/>
                <a:lnTo>
                  <a:pt x="684609" y="32"/>
                </a:lnTo>
                <a:close/>
                <a:lnTo>
                  <a:pt x="684856" y="0"/>
                </a:lnTo>
                <a:close/>
                <a:lnTo>
                  <a:pt x="684514" y="19"/>
                </a:lnTo>
                <a:close/>
                <a:lnTo>
                  <a:pt x="683514" y="93"/>
                </a:lnTo>
                <a:close/>
              </a:path>
            </a:pathLst>
          </a:custGeom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5715000.0" y="1657350.0"/>
            <a:ext cx="0.0" cy="9144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64200" y="1606550"/>
            <a:ext cx="101600" cy="1016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64200" y="1835150"/>
            <a:ext cx="101600" cy="10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5394960" y="2147377"/>
            <a:ext cx="297180" cy="34747"/>
          </a:xfrm>
          <a:custGeom>
            <a:avLst/>
            <a:gdLst/>
            <a:ahLst/>
            <a:cxnLst/>
            <a:rect l="l" t="t" r="r" b="b"/>
            <a:pathLst>
              <a:path w="297180" h="34747">
                <a:moveTo>
                  <a:pt x="0" y="34747"/>
                </a:moveTo>
                <a:lnTo>
                  <a:pt x="3060" y="34379"/>
                </a:lnTo>
                <a:close/>
                <a:lnTo>
                  <a:pt x="6123" y="34010"/>
                </a:lnTo>
                <a:close/>
                <a:lnTo>
                  <a:pt x="9189" y="33642"/>
                </a:lnTo>
                <a:close/>
                <a:lnTo>
                  <a:pt x="12256" y="33273"/>
                </a:lnTo>
                <a:close/>
                <a:lnTo>
                  <a:pt x="15324" y="32905"/>
                </a:lnTo>
                <a:close/>
                <a:lnTo>
                  <a:pt x="18392" y="32536"/>
                </a:lnTo>
                <a:close/>
                <a:lnTo>
                  <a:pt x="21458" y="32167"/>
                </a:lnTo>
                <a:close/>
                <a:lnTo>
                  <a:pt x="24523" y="31799"/>
                </a:lnTo>
                <a:close/>
                <a:lnTo>
                  <a:pt x="27584" y="31430"/>
                </a:lnTo>
                <a:close/>
                <a:lnTo>
                  <a:pt x="30642" y="31062"/>
                </a:lnTo>
                <a:close/>
                <a:lnTo>
                  <a:pt x="33697" y="30693"/>
                </a:lnTo>
                <a:close/>
                <a:lnTo>
                  <a:pt x="36750" y="30325"/>
                </a:lnTo>
                <a:close/>
                <a:lnTo>
                  <a:pt x="39804" y="29956"/>
                </a:lnTo>
                <a:close/>
                <a:lnTo>
                  <a:pt x="42860" y="29588"/>
                </a:lnTo>
                <a:close/>
                <a:lnTo>
                  <a:pt x="45920" y="29219"/>
                </a:lnTo>
                <a:close/>
                <a:lnTo>
                  <a:pt x="48983" y="28851"/>
                </a:lnTo>
                <a:close/>
                <a:lnTo>
                  <a:pt x="52049" y="28482"/>
                </a:lnTo>
                <a:close/>
                <a:lnTo>
                  <a:pt x="55116" y="28114"/>
                </a:lnTo>
                <a:close/>
                <a:lnTo>
                  <a:pt x="58182" y="27745"/>
                </a:lnTo>
                <a:close/>
                <a:lnTo>
                  <a:pt x="61248" y="27376"/>
                </a:lnTo>
                <a:close/>
                <a:lnTo>
                  <a:pt x="64313" y="27008"/>
                </a:lnTo>
                <a:close/>
                <a:lnTo>
                  <a:pt x="67377" y="26639"/>
                </a:lnTo>
                <a:close/>
                <a:lnTo>
                  <a:pt x="70441" y="26271"/>
                </a:lnTo>
                <a:close/>
                <a:lnTo>
                  <a:pt x="73505" y="25903"/>
                </a:lnTo>
                <a:close/>
                <a:lnTo>
                  <a:pt x="76569" y="25535"/>
                </a:lnTo>
                <a:close/>
                <a:lnTo>
                  <a:pt x="79633" y="25166"/>
                </a:lnTo>
                <a:close/>
                <a:lnTo>
                  <a:pt x="82698" y="24798"/>
                </a:lnTo>
                <a:close/>
                <a:lnTo>
                  <a:pt x="85763" y="24429"/>
                </a:lnTo>
                <a:close/>
                <a:lnTo>
                  <a:pt x="88830" y="24059"/>
                </a:lnTo>
                <a:close/>
                <a:lnTo>
                  <a:pt x="91897" y="23688"/>
                </a:lnTo>
                <a:close/>
                <a:lnTo>
                  <a:pt x="94963" y="23319"/>
                </a:lnTo>
                <a:close/>
                <a:lnTo>
                  <a:pt x="98026" y="22951"/>
                </a:lnTo>
                <a:close/>
                <a:lnTo>
                  <a:pt x="101087" y="22586"/>
                </a:lnTo>
                <a:close/>
                <a:lnTo>
                  <a:pt x="104143" y="22224"/>
                </a:lnTo>
                <a:close/>
                <a:lnTo>
                  <a:pt x="107197" y="21864"/>
                </a:lnTo>
                <a:close/>
                <a:lnTo>
                  <a:pt x="110251" y="21506"/>
                </a:lnTo>
                <a:close/>
                <a:lnTo>
                  <a:pt x="113305" y="21149"/>
                </a:lnTo>
                <a:close/>
                <a:lnTo>
                  <a:pt x="116363" y="20792"/>
                </a:lnTo>
                <a:close/>
                <a:lnTo>
                  <a:pt x="119425" y="20434"/>
                </a:lnTo>
                <a:close/>
                <a:lnTo>
                  <a:pt x="122489" y="20075"/>
                </a:lnTo>
                <a:close/>
                <a:lnTo>
                  <a:pt x="125556" y="19716"/>
                </a:lnTo>
                <a:close/>
                <a:lnTo>
                  <a:pt x="128622" y="19356"/>
                </a:lnTo>
                <a:close/>
                <a:lnTo>
                  <a:pt x="131688" y="18997"/>
                </a:lnTo>
                <a:close/>
                <a:lnTo>
                  <a:pt x="134753" y="18638"/>
                </a:lnTo>
                <a:close/>
                <a:lnTo>
                  <a:pt x="137817" y="18279"/>
                </a:lnTo>
                <a:close/>
                <a:lnTo>
                  <a:pt x="140881" y="17920"/>
                </a:lnTo>
                <a:close/>
                <a:lnTo>
                  <a:pt x="143946" y="17562"/>
                </a:lnTo>
                <a:close/>
                <a:lnTo>
                  <a:pt x="147012" y="17204"/>
                </a:lnTo>
                <a:close/>
                <a:lnTo>
                  <a:pt x="150079" y="16845"/>
                </a:lnTo>
                <a:close/>
                <a:lnTo>
                  <a:pt x="153144" y="16487"/>
                </a:lnTo>
                <a:close/>
                <a:lnTo>
                  <a:pt x="156208" y="16128"/>
                </a:lnTo>
                <a:close/>
                <a:lnTo>
                  <a:pt x="159268" y="15768"/>
                </a:lnTo>
                <a:close/>
                <a:lnTo>
                  <a:pt x="162324" y="15406"/>
                </a:lnTo>
                <a:close/>
                <a:lnTo>
                  <a:pt x="165378" y="15046"/>
                </a:lnTo>
                <a:close/>
                <a:lnTo>
                  <a:pt x="168431" y="14686"/>
                </a:lnTo>
                <a:close/>
                <a:lnTo>
                  <a:pt x="171486" y="14329"/>
                </a:lnTo>
                <a:close/>
                <a:lnTo>
                  <a:pt x="174544" y="13977"/>
                </a:lnTo>
                <a:close/>
                <a:lnTo>
                  <a:pt x="177606" y="13628"/>
                </a:lnTo>
                <a:close/>
                <a:lnTo>
                  <a:pt x="180671" y="13281"/>
                </a:lnTo>
                <a:close/>
                <a:lnTo>
                  <a:pt x="183738" y="12933"/>
                </a:lnTo>
                <a:close/>
                <a:lnTo>
                  <a:pt x="186804" y="12582"/>
                </a:lnTo>
                <a:close/>
                <a:lnTo>
                  <a:pt x="189871" y="12227"/>
                </a:lnTo>
                <a:close/>
                <a:lnTo>
                  <a:pt x="192936" y="11868"/>
                </a:lnTo>
                <a:close/>
                <a:lnTo>
                  <a:pt x="196000" y="11507"/>
                </a:lnTo>
                <a:close/>
                <a:lnTo>
                  <a:pt x="199064" y="11147"/>
                </a:lnTo>
                <a:close/>
                <a:lnTo>
                  <a:pt x="202128" y="10790"/>
                </a:lnTo>
                <a:close/>
                <a:lnTo>
                  <a:pt x="205192" y="10437"/>
                </a:lnTo>
                <a:close/>
                <a:lnTo>
                  <a:pt x="208256" y="10088"/>
                </a:lnTo>
                <a:close/>
                <a:lnTo>
                  <a:pt x="211320" y="9740"/>
                </a:lnTo>
                <a:close/>
                <a:lnTo>
                  <a:pt x="214385" y="9393"/>
                </a:lnTo>
                <a:close/>
                <a:lnTo>
                  <a:pt x="217452" y="9044"/>
                </a:lnTo>
                <a:close/>
                <a:lnTo>
                  <a:pt x="220519" y="8693"/>
                </a:lnTo>
                <a:close/>
                <a:lnTo>
                  <a:pt x="223586" y="8342"/>
                </a:lnTo>
                <a:close/>
                <a:lnTo>
                  <a:pt x="226651" y="7992"/>
                </a:lnTo>
                <a:close/>
                <a:lnTo>
                  <a:pt x="229713" y="7645"/>
                </a:lnTo>
                <a:close/>
                <a:lnTo>
                  <a:pt x="232769" y="7303"/>
                </a:lnTo>
                <a:close/>
                <a:lnTo>
                  <a:pt x="235821" y="6964"/>
                </a:lnTo>
                <a:close/>
                <a:lnTo>
                  <a:pt x="238873" y="6627"/>
                </a:lnTo>
                <a:close/>
                <a:lnTo>
                  <a:pt x="241927" y="6289"/>
                </a:lnTo>
                <a:close/>
                <a:lnTo>
                  <a:pt x="244987" y="5947"/>
                </a:lnTo>
                <a:close/>
                <a:lnTo>
                  <a:pt x="248056" y="5600"/>
                </a:lnTo>
                <a:close/>
                <a:lnTo>
                  <a:pt x="251128" y="5250"/>
                </a:lnTo>
                <a:close/>
                <a:lnTo>
                  <a:pt x="254198" y="4898"/>
                </a:lnTo>
                <a:close/>
                <a:lnTo>
                  <a:pt x="257260" y="4549"/>
                </a:lnTo>
                <a:close/>
                <a:lnTo>
                  <a:pt x="260307" y="4203"/>
                </a:lnTo>
                <a:close/>
                <a:lnTo>
                  <a:pt x="263338" y="3863"/>
                </a:lnTo>
                <a:close/>
                <a:lnTo>
                  <a:pt x="266371" y="3526"/>
                </a:lnTo>
                <a:close/>
                <a:lnTo>
                  <a:pt x="269427" y="3189"/>
                </a:lnTo>
                <a:close/>
                <a:lnTo>
                  <a:pt x="272524" y="2849"/>
                </a:lnTo>
                <a:close/>
                <a:lnTo>
                  <a:pt x="275681" y="2503"/>
                </a:lnTo>
                <a:close/>
                <a:lnTo>
                  <a:pt x="278878" y="2152"/>
                </a:lnTo>
                <a:close/>
                <a:lnTo>
                  <a:pt x="282043" y="1803"/>
                </a:lnTo>
                <a:close/>
                <a:lnTo>
                  <a:pt x="285104" y="1464"/>
                </a:lnTo>
                <a:close/>
                <a:lnTo>
                  <a:pt x="287987" y="1140"/>
                </a:lnTo>
                <a:close/>
                <a:lnTo>
                  <a:pt x="290619" y="839"/>
                </a:lnTo>
                <a:close/>
                <a:lnTo>
                  <a:pt x="292928" y="568"/>
                </a:lnTo>
                <a:close/>
                <a:lnTo>
                  <a:pt x="294839" y="333"/>
                </a:lnTo>
                <a:close/>
                <a:lnTo>
                  <a:pt x="296281" y="141"/>
                </a:lnTo>
                <a:close/>
                <a:lnTo>
                  <a:pt x="297180" y="0"/>
                </a:lnTo>
                <a:close/>
              </a:path>
            </a:pathLst>
          </a:custGeom>
          <a:ln w="1905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5737860" y="2104537"/>
            <a:ext cx="297180" cy="36988"/>
          </a:xfrm>
          <a:custGeom>
            <a:avLst/>
            <a:gdLst/>
            <a:ahLst/>
            <a:cxnLst/>
            <a:rect l="l" t="t" r="r" b="b"/>
            <a:pathLst>
              <a:path w="297180" h="36988">
                <a:moveTo>
                  <a:pt x="297180" y="0"/>
                </a:moveTo>
                <a:lnTo>
                  <a:pt x="294131" y="366"/>
                </a:lnTo>
                <a:close/>
                <a:lnTo>
                  <a:pt x="291077" y="732"/>
                </a:lnTo>
                <a:close/>
                <a:lnTo>
                  <a:pt x="288018" y="1098"/>
                </a:lnTo>
                <a:close/>
                <a:lnTo>
                  <a:pt x="284955" y="1464"/>
                </a:lnTo>
                <a:close/>
                <a:lnTo>
                  <a:pt x="281889" y="1829"/>
                </a:lnTo>
                <a:close/>
                <a:lnTo>
                  <a:pt x="278821" y="2195"/>
                </a:lnTo>
                <a:close/>
                <a:lnTo>
                  <a:pt x="275752" y="2560"/>
                </a:lnTo>
                <a:close/>
                <a:lnTo>
                  <a:pt x="272683" y="2926"/>
                </a:lnTo>
                <a:close/>
                <a:lnTo>
                  <a:pt x="269614" y="3292"/>
                </a:lnTo>
                <a:close/>
                <a:lnTo>
                  <a:pt x="266548" y="3658"/>
                </a:lnTo>
                <a:close/>
                <a:lnTo>
                  <a:pt x="263484" y="4024"/>
                </a:lnTo>
                <a:close/>
                <a:lnTo>
                  <a:pt x="260424" y="4390"/>
                </a:lnTo>
                <a:close/>
                <a:lnTo>
                  <a:pt x="257366" y="4756"/>
                </a:lnTo>
                <a:close/>
                <a:lnTo>
                  <a:pt x="254309" y="5122"/>
                </a:lnTo>
                <a:close/>
                <a:lnTo>
                  <a:pt x="251251" y="5488"/>
                </a:lnTo>
                <a:close/>
                <a:lnTo>
                  <a:pt x="248191" y="5853"/>
                </a:lnTo>
                <a:close/>
                <a:lnTo>
                  <a:pt x="245127" y="6218"/>
                </a:lnTo>
                <a:close/>
                <a:lnTo>
                  <a:pt x="242060" y="6582"/>
                </a:lnTo>
                <a:close/>
                <a:lnTo>
                  <a:pt x="238991" y="6946"/>
                </a:lnTo>
                <a:close/>
                <a:lnTo>
                  <a:pt x="235922" y="7312"/>
                </a:lnTo>
                <a:close/>
                <a:lnTo>
                  <a:pt x="232854" y="7678"/>
                </a:lnTo>
                <a:close/>
                <a:lnTo>
                  <a:pt x="229789" y="8047"/>
                </a:lnTo>
                <a:close/>
                <a:lnTo>
                  <a:pt x="226727" y="8418"/>
                </a:lnTo>
                <a:close/>
                <a:lnTo>
                  <a:pt x="223669" y="8791"/>
                </a:lnTo>
                <a:close/>
                <a:lnTo>
                  <a:pt x="220612" y="9166"/>
                </a:lnTo>
                <a:close/>
                <a:lnTo>
                  <a:pt x="217554" y="9541"/>
                </a:lnTo>
                <a:close/>
                <a:lnTo>
                  <a:pt x="214495" y="9917"/>
                </a:lnTo>
                <a:close/>
                <a:lnTo>
                  <a:pt x="211432" y="10292"/>
                </a:lnTo>
                <a:close/>
                <a:lnTo>
                  <a:pt x="208366" y="10667"/>
                </a:lnTo>
                <a:close/>
                <a:lnTo>
                  <a:pt x="205297" y="11042"/>
                </a:lnTo>
                <a:close/>
                <a:lnTo>
                  <a:pt x="202228" y="11415"/>
                </a:lnTo>
                <a:close/>
                <a:lnTo>
                  <a:pt x="199160" y="11789"/>
                </a:lnTo>
                <a:close/>
                <a:lnTo>
                  <a:pt x="196093" y="12162"/>
                </a:lnTo>
                <a:close/>
                <a:lnTo>
                  <a:pt x="193029" y="12534"/>
                </a:lnTo>
                <a:close/>
                <a:lnTo>
                  <a:pt x="189969" y="12907"/>
                </a:lnTo>
                <a:close/>
                <a:lnTo>
                  <a:pt x="186910" y="13280"/>
                </a:lnTo>
                <a:close/>
                <a:lnTo>
                  <a:pt x="183853" y="13654"/>
                </a:lnTo>
                <a:close/>
                <a:lnTo>
                  <a:pt x="180796" y="14030"/>
                </a:lnTo>
                <a:close/>
                <a:lnTo>
                  <a:pt x="177740" y="14409"/>
                </a:lnTo>
                <a:close/>
                <a:lnTo>
                  <a:pt x="174684" y="14789"/>
                </a:lnTo>
                <a:close/>
                <a:lnTo>
                  <a:pt x="171626" y="15171"/>
                </a:lnTo>
                <a:close/>
                <a:lnTo>
                  <a:pt x="168568" y="15554"/>
                </a:lnTo>
                <a:close/>
                <a:lnTo>
                  <a:pt x="165507" y="15938"/>
                </a:lnTo>
                <a:close/>
                <a:lnTo>
                  <a:pt x="162443" y="16322"/>
                </a:lnTo>
                <a:close/>
                <a:lnTo>
                  <a:pt x="159377" y="16706"/>
                </a:lnTo>
                <a:close/>
                <a:lnTo>
                  <a:pt x="156308" y="17089"/>
                </a:lnTo>
                <a:close/>
                <a:lnTo>
                  <a:pt x="153239" y="17472"/>
                </a:lnTo>
                <a:close/>
                <a:lnTo>
                  <a:pt x="150171" y="17854"/>
                </a:lnTo>
                <a:close/>
                <a:lnTo>
                  <a:pt x="147104" y="18235"/>
                </a:lnTo>
                <a:close/>
                <a:lnTo>
                  <a:pt x="144042" y="18616"/>
                </a:lnTo>
                <a:close/>
                <a:lnTo>
                  <a:pt x="140982" y="18996"/>
                </a:lnTo>
                <a:close/>
                <a:lnTo>
                  <a:pt x="137924" y="19377"/>
                </a:lnTo>
                <a:close/>
                <a:lnTo>
                  <a:pt x="134867" y="19759"/>
                </a:lnTo>
                <a:close/>
                <a:lnTo>
                  <a:pt x="131809" y="20142"/>
                </a:lnTo>
                <a:close/>
                <a:lnTo>
                  <a:pt x="128748" y="20529"/>
                </a:lnTo>
                <a:close/>
                <a:lnTo>
                  <a:pt x="125683" y="20918"/>
                </a:lnTo>
                <a:close/>
                <a:lnTo>
                  <a:pt x="122615" y="21310"/>
                </a:lnTo>
                <a:close/>
                <a:lnTo>
                  <a:pt x="119546" y="21702"/>
                </a:lnTo>
                <a:close/>
                <a:lnTo>
                  <a:pt x="116477" y="22094"/>
                </a:lnTo>
                <a:close/>
                <a:lnTo>
                  <a:pt x="113410" y="22484"/>
                </a:lnTo>
                <a:close/>
                <a:lnTo>
                  <a:pt x="110345" y="22870"/>
                </a:lnTo>
                <a:close/>
                <a:lnTo>
                  <a:pt x="107283" y="23254"/>
                </a:lnTo>
                <a:close/>
                <a:lnTo>
                  <a:pt x="104223" y="23636"/>
                </a:lnTo>
                <a:close/>
                <a:lnTo>
                  <a:pt x="101165" y="24017"/>
                </a:lnTo>
                <a:close/>
                <a:lnTo>
                  <a:pt x="98108" y="24398"/>
                </a:lnTo>
                <a:close/>
                <a:lnTo>
                  <a:pt x="95052" y="24781"/>
                </a:lnTo>
                <a:close/>
                <a:lnTo>
                  <a:pt x="91995" y="25166"/>
                </a:lnTo>
                <a:close/>
                <a:lnTo>
                  <a:pt x="88938" y="25553"/>
                </a:lnTo>
                <a:close/>
                <a:lnTo>
                  <a:pt x="85880" y="25943"/>
                </a:lnTo>
                <a:close/>
                <a:lnTo>
                  <a:pt x="82820" y="26336"/>
                </a:lnTo>
                <a:close/>
                <a:lnTo>
                  <a:pt x="79758" y="26731"/>
                </a:lnTo>
                <a:close/>
                <a:lnTo>
                  <a:pt x="76695" y="27128"/>
                </a:lnTo>
                <a:close/>
                <a:lnTo>
                  <a:pt x="73629" y="27528"/>
                </a:lnTo>
                <a:close/>
                <a:lnTo>
                  <a:pt x="70562" y="27928"/>
                </a:lnTo>
                <a:close/>
                <a:lnTo>
                  <a:pt x="67494" y="28328"/>
                </a:lnTo>
                <a:close/>
                <a:lnTo>
                  <a:pt x="64425" y="28727"/>
                </a:lnTo>
                <a:close/>
                <a:lnTo>
                  <a:pt x="61356" y="29124"/>
                </a:lnTo>
                <a:close/>
                <a:lnTo>
                  <a:pt x="58288" y="29518"/>
                </a:lnTo>
                <a:close/>
                <a:lnTo>
                  <a:pt x="55221" y="29909"/>
                </a:lnTo>
                <a:close/>
                <a:lnTo>
                  <a:pt x="52159" y="30299"/>
                </a:lnTo>
                <a:close/>
                <a:lnTo>
                  <a:pt x="49102" y="30688"/>
                </a:lnTo>
                <a:close/>
                <a:lnTo>
                  <a:pt x="46053" y="31078"/>
                </a:lnTo>
                <a:close/>
                <a:lnTo>
                  <a:pt x="43012" y="31468"/>
                </a:lnTo>
                <a:close/>
                <a:lnTo>
                  <a:pt x="39976" y="31860"/>
                </a:lnTo>
                <a:close/>
                <a:lnTo>
                  <a:pt x="36934" y="32255"/>
                </a:lnTo>
                <a:close/>
                <a:lnTo>
                  <a:pt x="33874" y="32654"/>
                </a:lnTo>
                <a:close/>
                <a:lnTo>
                  <a:pt x="30787" y="33058"/>
                </a:lnTo>
                <a:close/>
                <a:lnTo>
                  <a:pt x="27661" y="33467"/>
                </a:lnTo>
                <a:close/>
                <a:lnTo>
                  <a:pt x="24494" y="33882"/>
                </a:lnTo>
                <a:close/>
                <a:lnTo>
                  <a:pt x="21322" y="34298"/>
                </a:lnTo>
                <a:close/>
                <a:lnTo>
                  <a:pt x="18191" y="34707"/>
                </a:lnTo>
                <a:close/>
                <a:lnTo>
                  <a:pt x="15146" y="35104"/>
                </a:lnTo>
                <a:close/>
                <a:lnTo>
                  <a:pt x="12230" y="35482"/>
                </a:lnTo>
                <a:close/>
                <a:lnTo>
                  <a:pt x="9490" y="35835"/>
                </a:lnTo>
                <a:close/>
                <a:lnTo>
                  <a:pt x="6971" y="36155"/>
                </a:lnTo>
                <a:close/>
                <a:lnTo>
                  <a:pt x="4717" y="36437"/>
                </a:lnTo>
                <a:close/>
                <a:lnTo>
                  <a:pt x="2774" y="36674"/>
                </a:lnTo>
                <a:close/>
                <a:lnTo>
                  <a:pt x="1187" y="36860"/>
                </a:lnTo>
                <a:close/>
                <a:lnTo>
                  <a:pt x="0" y="36988"/>
                </a:lnTo>
                <a:close/>
              </a:path>
            </a:pathLst>
          </a:custGeom>
          <a:ln w="1905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26560" y="23685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9680" y="23685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3700" y="92837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61000" y="241427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