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582016"/>
            <a:ext cx="3566160" cy="1989734"/>
          </a:xfrm>
          <a:custGeom>
            <a:avLst/>
            <a:gdLst/>
            <a:ahLst/>
            <a:cxnLst/>
            <a:rect l="l" t="t" r="r" b="b"/>
            <a:pathLst>
              <a:path w="3566160" h="1989734">
                <a:moveTo>
                  <a:pt x="0" y="1989734"/>
                </a:moveTo>
                <a:lnTo>
                  <a:pt x="3245" y="1957587"/>
                </a:lnTo>
                <a:close/>
                <a:lnTo>
                  <a:pt x="6492" y="1928849"/>
                </a:lnTo>
                <a:close/>
                <a:lnTo>
                  <a:pt x="9742" y="1903267"/>
                </a:lnTo>
                <a:close/>
                <a:lnTo>
                  <a:pt x="12995" y="1880590"/>
                </a:lnTo>
                <a:close/>
                <a:lnTo>
                  <a:pt x="16249" y="1860567"/>
                </a:lnTo>
                <a:close/>
                <a:lnTo>
                  <a:pt x="19505" y="1842944"/>
                </a:lnTo>
                <a:close/>
                <a:lnTo>
                  <a:pt x="22762" y="1827472"/>
                </a:lnTo>
                <a:close/>
                <a:lnTo>
                  <a:pt x="26020" y="1813897"/>
                </a:lnTo>
                <a:close/>
                <a:lnTo>
                  <a:pt x="29278" y="1801968"/>
                </a:lnTo>
                <a:close/>
                <a:lnTo>
                  <a:pt x="32537" y="1791433"/>
                </a:lnTo>
                <a:close/>
                <a:lnTo>
                  <a:pt x="35796" y="1782041"/>
                </a:lnTo>
                <a:close/>
                <a:lnTo>
                  <a:pt x="39055" y="1773539"/>
                </a:lnTo>
                <a:close/>
                <a:lnTo>
                  <a:pt x="42313" y="1765676"/>
                </a:lnTo>
                <a:close/>
                <a:lnTo>
                  <a:pt x="45570" y="1758200"/>
                </a:lnTo>
                <a:close/>
                <a:lnTo>
                  <a:pt x="48826" y="1750860"/>
                </a:lnTo>
                <a:close/>
                <a:lnTo>
                  <a:pt x="52081" y="1743489"/>
                </a:lnTo>
                <a:close/>
                <a:lnTo>
                  <a:pt x="55335" y="1736101"/>
                </a:lnTo>
                <a:close/>
                <a:lnTo>
                  <a:pt x="58587" y="1728736"/>
                </a:lnTo>
                <a:close/>
                <a:lnTo>
                  <a:pt x="61839" y="1721435"/>
                </a:lnTo>
                <a:close/>
                <a:lnTo>
                  <a:pt x="65089" y="1714234"/>
                </a:lnTo>
                <a:close/>
                <a:lnTo>
                  <a:pt x="68340" y="1707176"/>
                </a:lnTo>
                <a:close/>
                <a:lnTo>
                  <a:pt x="71590" y="1700297"/>
                </a:lnTo>
                <a:close/>
                <a:lnTo>
                  <a:pt x="74840" y="1693633"/>
                </a:lnTo>
                <a:close/>
                <a:lnTo>
                  <a:pt x="78090" y="1687179"/>
                </a:lnTo>
                <a:close/>
                <a:lnTo>
                  <a:pt x="81341" y="1680914"/>
                </a:lnTo>
                <a:close/>
                <a:lnTo>
                  <a:pt x="84592" y="1674818"/>
                </a:lnTo>
                <a:close/>
                <a:lnTo>
                  <a:pt x="87844" y="1668870"/>
                </a:lnTo>
                <a:close/>
                <a:lnTo>
                  <a:pt x="91097" y="1663048"/>
                </a:lnTo>
                <a:close/>
                <a:lnTo>
                  <a:pt x="94352" y="1657333"/>
                </a:lnTo>
                <a:close/>
                <a:lnTo>
                  <a:pt x="97607" y="1651704"/>
                </a:lnTo>
                <a:close/>
                <a:lnTo>
                  <a:pt x="100865" y="1646149"/>
                </a:lnTo>
                <a:close/>
                <a:lnTo>
                  <a:pt x="104123" y="1640668"/>
                </a:lnTo>
                <a:close/>
                <a:lnTo>
                  <a:pt x="107382" y="1635261"/>
                </a:lnTo>
                <a:close/>
                <a:lnTo>
                  <a:pt x="110642" y="1629929"/>
                </a:lnTo>
                <a:close/>
                <a:lnTo>
                  <a:pt x="113900" y="1624672"/>
                </a:lnTo>
                <a:close/>
                <a:lnTo>
                  <a:pt x="117159" y="1619490"/>
                </a:lnTo>
                <a:close/>
                <a:lnTo>
                  <a:pt x="120415" y="1614385"/>
                </a:lnTo>
                <a:close/>
                <a:lnTo>
                  <a:pt x="123671" y="1609355"/>
                </a:lnTo>
                <a:close/>
                <a:lnTo>
                  <a:pt x="126925" y="1604398"/>
                </a:lnTo>
                <a:close/>
                <a:lnTo>
                  <a:pt x="130177" y="1599511"/>
                </a:lnTo>
                <a:close/>
                <a:lnTo>
                  <a:pt x="133429" y="1594691"/>
                </a:lnTo>
                <a:close/>
                <a:lnTo>
                  <a:pt x="136680" y="1589934"/>
                </a:lnTo>
                <a:close/>
                <a:lnTo>
                  <a:pt x="139930" y="1585237"/>
                </a:lnTo>
                <a:close/>
                <a:lnTo>
                  <a:pt x="143180" y="1580598"/>
                </a:lnTo>
                <a:close/>
                <a:lnTo>
                  <a:pt x="146430" y="1576013"/>
                </a:lnTo>
                <a:close/>
                <a:lnTo>
                  <a:pt x="149680" y="1571481"/>
                </a:lnTo>
                <a:close/>
                <a:lnTo>
                  <a:pt x="152930" y="1566999"/>
                </a:lnTo>
                <a:close/>
                <a:lnTo>
                  <a:pt x="156182" y="1562566"/>
                </a:lnTo>
                <a:close/>
                <a:lnTo>
                  <a:pt x="159433" y="1558182"/>
                </a:lnTo>
                <a:close/>
                <a:lnTo>
                  <a:pt x="162686" y="1553844"/>
                </a:lnTo>
                <a:close/>
                <a:lnTo>
                  <a:pt x="165941" y="1549551"/>
                </a:lnTo>
                <a:close/>
                <a:lnTo>
                  <a:pt x="169196" y="1545303"/>
                </a:lnTo>
                <a:close/>
                <a:lnTo>
                  <a:pt x="172454" y="1541098"/>
                </a:lnTo>
                <a:close/>
                <a:lnTo>
                  <a:pt x="175712" y="1536934"/>
                </a:lnTo>
                <a:close/>
                <a:lnTo>
                  <a:pt x="178971" y="1532811"/>
                </a:lnTo>
                <a:close/>
                <a:lnTo>
                  <a:pt x="182230" y="1528728"/>
                </a:lnTo>
                <a:close/>
                <a:lnTo>
                  <a:pt x="185489" y="1524684"/>
                </a:lnTo>
                <a:close/>
                <a:lnTo>
                  <a:pt x="188748" y="1520678"/>
                </a:lnTo>
                <a:close/>
                <a:lnTo>
                  <a:pt x="192004" y="1516708"/>
                </a:lnTo>
                <a:close/>
                <a:lnTo>
                  <a:pt x="195260" y="1512775"/>
                </a:lnTo>
                <a:close/>
                <a:lnTo>
                  <a:pt x="198513" y="1508877"/>
                </a:lnTo>
                <a:close/>
                <a:lnTo>
                  <a:pt x="201766" y="1505012"/>
                </a:lnTo>
                <a:close/>
                <a:lnTo>
                  <a:pt x="205017" y="1501182"/>
                </a:lnTo>
                <a:close/>
                <a:lnTo>
                  <a:pt x="208268" y="1497384"/>
                </a:lnTo>
                <a:close/>
                <a:lnTo>
                  <a:pt x="211519" y="1493617"/>
                </a:lnTo>
                <a:close/>
                <a:lnTo>
                  <a:pt x="214769" y="1489882"/>
                </a:lnTo>
                <a:close/>
                <a:lnTo>
                  <a:pt x="218021" y="1486177"/>
                </a:lnTo>
                <a:close/>
                <a:lnTo>
                  <a:pt x="221272" y="1482501"/>
                </a:lnTo>
                <a:close/>
                <a:lnTo>
                  <a:pt x="224525" y="1478855"/>
                </a:lnTo>
                <a:close/>
                <a:lnTo>
                  <a:pt x="227777" y="1475237"/>
                </a:lnTo>
                <a:close/>
                <a:lnTo>
                  <a:pt x="231029" y="1471646"/>
                </a:lnTo>
                <a:close/>
                <a:lnTo>
                  <a:pt x="234281" y="1468084"/>
                </a:lnTo>
                <a:close/>
                <a:lnTo>
                  <a:pt x="237533" y="1464548"/>
                </a:lnTo>
                <a:close/>
                <a:lnTo>
                  <a:pt x="240785" y="1461038"/>
                </a:lnTo>
                <a:close/>
                <a:lnTo>
                  <a:pt x="244036" y="1457554"/>
                </a:lnTo>
                <a:close/>
                <a:lnTo>
                  <a:pt x="247287" y="1454096"/>
                </a:lnTo>
                <a:close/>
                <a:lnTo>
                  <a:pt x="250537" y="1450662"/>
                </a:lnTo>
                <a:close/>
                <a:lnTo>
                  <a:pt x="253789" y="1447253"/>
                </a:lnTo>
                <a:close/>
                <a:lnTo>
                  <a:pt x="257041" y="1443868"/>
                </a:lnTo>
                <a:close/>
                <a:lnTo>
                  <a:pt x="260293" y="1440507"/>
                </a:lnTo>
                <a:close/>
                <a:lnTo>
                  <a:pt x="263548" y="1437168"/>
                </a:lnTo>
                <a:close/>
                <a:lnTo>
                  <a:pt x="266804" y="1433852"/>
                </a:lnTo>
                <a:close/>
                <a:lnTo>
                  <a:pt x="270061" y="1430558"/>
                </a:lnTo>
                <a:close/>
                <a:lnTo>
                  <a:pt x="273320" y="1427286"/>
                </a:lnTo>
                <a:close/>
                <a:lnTo>
                  <a:pt x="276579" y="1424035"/>
                </a:lnTo>
                <a:close/>
                <a:lnTo>
                  <a:pt x="279838" y="1420806"/>
                </a:lnTo>
                <a:close/>
                <a:lnTo>
                  <a:pt x="283097" y="1417598"/>
                </a:lnTo>
                <a:close/>
                <a:lnTo>
                  <a:pt x="286355" y="1414410"/>
                </a:lnTo>
                <a:close/>
                <a:lnTo>
                  <a:pt x="289612" y="1411243"/>
                </a:lnTo>
                <a:close/>
                <a:lnTo>
                  <a:pt x="292867" y="1408095"/>
                </a:lnTo>
                <a:close/>
                <a:lnTo>
                  <a:pt x="296121" y="1404968"/>
                </a:lnTo>
                <a:close/>
                <a:lnTo>
                  <a:pt x="299373" y="1401859"/>
                </a:lnTo>
                <a:close/>
                <a:lnTo>
                  <a:pt x="302625" y="1398770"/>
                </a:lnTo>
                <a:close/>
                <a:lnTo>
                  <a:pt x="305876" y="1395699"/>
                </a:lnTo>
                <a:close/>
                <a:lnTo>
                  <a:pt x="309126" y="1392647"/>
                </a:lnTo>
                <a:close/>
                <a:lnTo>
                  <a:pt x="312375" y="1389613"/>
                </a:lnTo>
                <a:close/>
                <a:lnTo>
                  <a:pt x="315624" y="1386596"/>
                </a:lnTo>
                <a:close/>
                <a:lnTo>
                  <a:pt x="318873" y="1383596"/>
                </a:lnTo>
                <a:close/>
                <a:lnTo>
                  <a:pt x="322123" y="1380613"/>
                </a:lnTo>
                <a:close/>
                <a:lnTo>
                  <a:pt x="325373" y="1377647"/>
                </a:lnTo>
                <a:close/>
                <a:lnTo>
                  <a:pt x="328625" y="1374697"/>
                </a:lnTo>
                <a:close/>
                <a:lnTo>
                  <a:pt x="331879" y="1371763"/>
                </a:lnTo>
                <a:close/>
                <a:lnTo>
                  <a:pt x="335135" y="1368845"/>
                </a:lnTo>
                <a:close/>
                <a:lnTo>
                  <a:pt x="338394" y="1365942"/>
                </a:lnTo>
                <a:close/>
                <a:lnTo>
                  <a:pt x="341656" y="1363054"/>
                </a:lnTo>
                <a:close/>
                <a:lnTo>
                  <a:pt x="344918" y="1360181"/>
                </a:lnTo>
                <a:close/>
                <a:lnTo>
                  <a:pt x="348180" y="1357325"/>
                </a:lnTo>
                <a:close/>
                <a:lnTo>
                  <a:pt x="351441" y="1354484"/>
                </a:lnTo>
                <a:close/>
                <a:lnTo>
                  <a:pt x="354699" y="1351661"/>
                </a:lnTo>
                <a:close/>
                <a:lnTo>
                  <a:pt x="357952" y="1348854"/>
                </a:lnTo>
                <a:close/>
                <a:lnTo>
                  <a:pt x="361200" y="1346065"/>
                </a:lnTo>
                <a:close/>
                <a:lnTo>
                  <a:pt x="364442" y="1343293"/>
                </a:lnTo>
                <a:close/>
                <a:lnTo>
                  <a:pt x="367680" y="1340535"/>
                </a:lnTo>
                <a:close/>
                <a:lnTo>
                  <a:pt x="370919" y="1337791"/>
                </a:lnTo>
                <a:close/>
                <a:lnTo>
                  <a:pt x="374163" y="1335056"/>
                </a:lnTo>
                <a:close/>
                <a:lnTo>
                  <a:pt x="377414" y="1332330"/>
                </a:lnTo>
                <a:close/>
                <a:lnTo>
                  <a:pt x="380676" y="1329608"/>
                </a:lnTo>
                <a:close/>
                <a:lnTo>
                  <a:pt x="383953" y="1326889"/>
                </a:lnTo>
                <a:close/>
                <a:lnTo>
                  <a:pt x="387247" y="1324171"/>
                </a:lnTo>
                <a:close/>
                <a:lnTo>
                  <a:pt x="390552" y="1321459"/>
                </a:lnTo>
                <a:close/>
                <a:lnTo>
                  <a:pt x="393856" y="1318761"/>
                </a:lnTo>
                <a:close/>
                <a:lnTo>
                  <a:pt x="397147" y="1316086"/>
                </a:lnTo>
                <a:close/>
                <a:lnTo>
                  <a:pt x="400413" y="1313443"/>
                </a:lnTo>
                <a:close/>
                <a:lnTo>
                  <a:pt x="403641" y="1310840"/>
                </a:lnTo>
                <a:close/>
                <a:lnTo>
                  <a:pt x="406819" y="1308287"/>
                </a:lnTo>
                <a:close/>
                <a:lnTo>
                  <a:pt x="409935" y="1305792"/>
                </a:lnTo>
                <a:close/>
                <a:lnTo>
                  <a:pt x="412997" y="1303349"/>
                </a:lnTo>
                <a:close/>
                <a:lnTo>
                  <a:pt x="416046" y="1300927"/>
                </a:lnTo>
                <a:close/>
                <a:lnTo>
                  <a:pt x="419131" y="1298492"/>
                </a:lnTo>
                <a:close/>
                <a:lnTo>
                  <a:pt x="422295" y="1296009"/>
                </a:lnTo>
                <a:close/>
                <a:lnTo>
                  <a:pt x="425585" y="1293445"/>
                </a:lnTo>
                <a:close/>
                <a:lnTo>
                  <a:pt x="429047" y="1290766"/>
                </a:lnTo>
                <a:close/>
                <a:lnTo>
                  <a:pt x="432727" y="1287937"/>
                </a:lnTo>
                <a:close/>
                <a:lnTo>
                  <a:pt x="436645" y="1284944"/>
                </a:lnTo>
                <a:close/>
                <a:lnTo>
                  <a:pt x="440679" y="1281876"/>
                </a:lnTo>
                <a:close/>
                <a:lnTo>
                  <a:pt x="444655" y="1278862"/>
                </a:lnTo>
                <a:close/>
                <a:lnTo>
                  <a:pt x="448400" y="1276029"/>
                </a:lnTo>
                <a:close/>
                <a:lnTo>
                  <a:pt x="451741" y="1273504"/>
                </a:lnTo>
                <a:close/>
                <a:lnTo>
                  <a:pt x="454506" y="1271414"/>
                </a:lnTo>
                <a:close/>
                <a:lnTo>
                  <a:pt x="456521" y="1269887"/>
                </a:lnTo>
                <a:close/>
                <a:lnTo>
                  <a:pt x="457624" y="1269042"/>
                </a:lnTo>
                <a:close/>
                <a:lnTo>
                  <a:pt x="457905" y="1268796"/>
                </a:lnTo>
                <a:close/>
                <a:lnTo>
                  <a:pt x="457710" y="1268860"/>
                </a:lnTo>
                <a:close/>
                <a:lnTo>
                  <a:pt x="457397" y="1268935"/>
                </a:lnTo>
                <a:close/>
                <a:lnTo>
                  <a:pt x="457324" y="1268725"/>
                </a:lnTo>
                <a:close/>
                <a:lnTo>
                  <a:pt x="457847" y="1267932"/>
                </a:lnTo>
                <a:close/>
                <a:lnTo>
                  <a:pt x="459325" y="1266257"/>
                </a:lnTo>
                <a:close/>
                <a:lnTo>
                  <a:pt x="462116" y="1263403"/>
                </a:lnTo>
                <a:close/>
                <a:lnTo>
                  <a:pt x="466436" y="1259196"/>
                </a:lnTo>
                <a:close/>
                <a:lnTo>
                  <a:pt x="472083" y="1253828"/>
                </a:lnTo>
                <a:close/>
                <a:lnTo>
                  <a:pt x="478776" y="1247560"/>
                </a:lnTo>
                <a:close/>
                <a:lnTo>
                  <a:pt x="486236" y="1240651"/>
                </a:lnTo>
                <a:close/>
                <a:lnTo>
                  <a:pt x="494182" y="1233364"/>
                </a:lnTo>
                <a:close/>
                <a:lnTo>
                  <a:pt x="502334" y="1225959"/>
                </a:lnTo>
                <a:close/>
                <a:lnTo>
                  <a:pt x="510412" y="1218695"/>
                </a:lnTo>
                <a:close/>
                <a:lnTo>
                  <a:pt x="518156" y="1211816"/>
                </a:lnTo>
                <a:close/>
                <a:lnTo>
                  <a:pt x="525516" y="1205363"/>
                </a:lnTo>
                <a:close/>
                <a:lnTo>
                  <a:pt x="532566" y="1199268"/>
                </a:lnTo>
                <a:close/>
                <a:lnTo>
                  <a:pt x="539381" y="1193456"/>
                </a:lnTo>
                <a:close/>
                <a:lnTo>
                  <a:pt x="546035" y="1187855"/>
                </a:lnTo>
                <a:close/>
                <a:lnTo>
                  <a:pt x="552604" y="1182393"/>
                </a:lnTo>
                <a:close/>
                <a:lnTo>
                  <a:pt x="559161" y="1176997"/>
                </a:lnTo>
                <a:close/>
                <a:lnTo>
                  <a:pt x="565782" y="1171594"/>
                </a:lnTo>
                <a:close/>
                <a:lnTo>
                  <a:pt x="572507" y="1166145"/>
                </a:lnTo>
                <a:close/>
                <a:lnTo>
                  <a:pt x="579323" y="1160662"/>
                </a:lnTo>
                <a:close/>
                <a:lnTo>
                  <a:pt x="586208" y="1155163"/>
                </a:lnTo>
                <a:close/>
                <a:lnTo>
                  <a:pt x="593144" y="1149665"/>
                </a:lnTo>
                <a:close/>
                <a:lnTo>
                  <a:pt x="600111" y="1144187"/>
                </a:lnTo>
                <a:close/>
                <a:lnTo>
                  <a:pt x="607089" y="1138745"/>
                </a:lnTo>
                <a:close/>
                <a:lnTo>
                  <a:pt x="614058" y="1133358"/>
                </a:lnTo>
                <a:close/>
                <a:lnTo>
                  <a:pt x="621003" y="1128040"/>
                </a:lnTo>
                <a:close/>
                <a:lnTo>
                  <a:pt x="627923" y="1122789"/>
                </a:lnTo>
                <a:close/>
                <a:lnTo>
                  <a:pt x="634823" y="1117601"/>
                </a:lnTo>
                <a:close/>
                <a:lnTo>
                  <a:pt x="641708" y="1112469"/>
                </a:lnTo>
                <a:close/>
                <a:lnTo>
                  <a:pt x="648584" y="1107386"/>
                </a:lnTo>
                <a:close/>
                <a:lnTo>
                  <a:pt x="655455" y="1102346"/>
                </a:lnTo>
                <a:close/>
                <a:lnTo>
                  <a:pt x="662327" y="1097345"/>
                </a:lnTo>
                <a:close/>
                <a:lnTo>
                  <a:pt x="669205" y="1092374"/>
                </a:lnTo>
                <a:close/>
                <a:lnTo>
                  <a:pt x="676090" y="1087433"/>
                </a:lnTo>
                <a:close/>
                <a:lnTo>
                  <a:pt x="682981" y="1082521"/>
                </a:lnTo>
                <a:close/>
                <a:lnTo>
                  <a:pt x="689876" y="1077639"/>
                </a:lnTo>
                <a:close/>
                <a:lnTo>
                  <a:pt x="696774" y="1072788"/>
                </a:lnTo>
                <a:close/>
                <a:lnTo>
                  <a:pt x="703673" y="1067969"/>
                </a:lnTo>
                <a:close/>
                <a:lnTo>
                  <a:pt x="710571" y="1063181"/>
                </a:lnTo>
                <a:close/>
                <a:lnTo>
                  <a:pt x="717466" y="1058427"/>
                </a:lnTo>
                <a:close/>
                <a:lnTo>
                  <a:pt x="724358" y="1053706"/>
                </a:lnTo>
                <a:close/>
                <a:lnTo>
                  <a:pt x="731247" y="1049017"/>
                </a:lnTo>
                <a:close/>
                <a:lnTo>
                  <a:pt x="738134" y="1044360"/>
                </a:lnTo>
                <a:close/>
                <a:lnTo>
                  <a:pt x="745019" y="1039735"/>
                </a:lnTo>
                <a:close/>
                <a:lnTo>
                  <a:pt x="751904" y="1035140"/>
                </a:lnTo>
                <a:close/>
                <a:lnTo>
                  <a:pt x="758790" y="1030576"/>
                </a:lnTo>
                <a:close/>
                <a:lnTo>
                  <a:pt x="765677" y="1026040"/>
                </a:lnTo>
                <a:close/>
                <a:lnTo>
                  <a:pt x="772565" y="1021533"/>
                </a:lnTo>
                <a:close/>
                <a:lnTo>
                  <a:pt x="779457" y="1017055"/>
                </a:lnTo>
                <a:close/>
                <a:lnTo>
                  <a:pt x="786349" y="1012603"/>
                </a:lnTo>
                <a:close/>
                <a:lnTo>
                  <a:pt x="793243" y="1008178"/>
                </a:lnTo>
                <a:close/>
                <a:lnTo>
                  <a:pt x="800138" y="1003779"/>
                </a:lnTo>
                <a:close/>
                <a:lnTo>
                  <a:pt x="807033" y="999405"/>
                </a:lnTo>
                <a:close/>
                <a:lnTo>
                  <a:pt x="813929" y="995055"/>
                </a:lnTo>
                <a:close/>
                <a:lnTo>
                  <a:pt x="820823" y="990730"/>
                </a:lnTo>
                <a:close/>
                <a:lnTo>
                  <a:pt x="827717" y="986428"/>
                </a:lnTo>
                <a:close/>
                <a:lnTo>
                  <a:pt x="834611" y="982150"/>
                </a:lnTo>
                <a:close/>
                <a:lnTo>
                  <a:pt x="841504" y="977895"/>
                </a:lnTo>
                <a:close/>
                <a:lnTo>
                  <a:pt x="848397" y="973663"/>
                </a:lnTo>
                <a:close/>
                <a:lnTo>
                  <a:pt x="855290" y="969455"/>
                </a:lnTo>
                <a:close/>
                <a:lnTo>
                  <a:pt x="862184" y="965269"/>
                </a:lnTo>
                <a:close/>
                <a:lnTo>
                  <a:pt x="869077" y="961107"/>
                </a:lnTo>
                <a:close/>
                <a:lnTo>
                  <a:pt x="875972" y="956968"/>
                </a:lnTo>
                <a:close/>
                <a:lnTo>
                  <a:pt x="882867" y="952852"/>
                </a:lnTo>
                <a:close/>
                <a:lnTo>
                  <a:pt x="889761" y="948757"/>
                </a:lnTo>
                <a:close/>
                <a:lnTo>
                  <a:pt x="896656" y="944685"/>
                </a:lnTo>
                <a:close/>
                <a:lnTo>
                  <a:pt x="903549" y="940634"/>
                </a:lnTo>
                <a:close/>
                <a:lnTo>
                  <a:pt x="910442" y="936603"/>
                </a:lnTo>
                <a:close/>
                <a:lnTo>
                  <a:pt x="917333" y="932593"/>
                </a:lnTo>
                <a:close/>
                <a:lnTo>
                  <a:pt x="924223" y="928602"/>
                </a:lnTo>
                <a:close/>
                <a:lnTo>
                  <a:pt x="931111" y="924631"/>
                </a:lnTo>
                <a:close/>
                <a:lnTo>
                  <a:pt x="937998" y="920680"/>
                </a:lnTo>
                <a:close/>
                <a:lnTo>
                  <a:pt x="944884" y="916747"/>
                </a:lnTo>
                <a:close/>
                <a:lnTo>
                  <a:pt x="951770" y="912835"/>
                </a:lnTo>
                <a:close/>
                <a:lnTo>
                  <a:pt x="958657" y="908941"/>
                </a:lnTo>
                <a:close/>
                <a:lnTo>
                  <a:pt x="965545" y="905066"/>
                </a:lnTo>
                <a:close/>
                <a:lnTo>
                  <a:pt x="972434" y="901211"/>
                </a:lnTo>
                <a:close/>
                <a:lnTo>
                  <a:pt x="979324" y="897374"/>
                </a:lnTo>
                <a:close/>
                <a:lnTo>
                  <a:pt x="986217" y="893556"/>
                </a:lnTo>
                <a:close/>
                <a:lnTo>
                  <a:pt x="993110" y="889756"/>
                </a:lnTo>
                <a:close/>
                <a:lnTo>
                  <a:pt x="1000004" y="885972"/>
                </a:lnTo>
                <a:close/>
                <a:lnTo>
                  <a:pt x="1006899" y="882206"/>
                </a:lnTo>
                <a:close/>
                <a:lnTo>
                  <a:pt x="1013794" y="878455"/>
                </a:lnTo>
                <a:close/>
                <a:lnTo>
                  <a:pt x="1020688" y="874720"/>
                </a:lnTo>
                <a:close/>
                <a:lnTo>
                  <a:pt x="1027582" y="871000"/>
                </a:lnTo>
                <a:close/>
                <a:lnTo>
                  <a:pt x="1034476" y="867295"/>
                </a:lnTo>
                <a:close/>
                <a:lnTo>
                  <a:pt x="1041369" y="863606"/>
                </a:lnTo>
                <a:close/>
                <a:lnTo>
                  <a:pt x="1048262" y="859932"/>
                </a:lnTo>
                <a:close/>
                <a:lnTo>
                  <a:pt x="1055156" y="856274"/>
                </a:lnTo>
                <a:close/>
                <a:lnTo>
                  <a:pt x="1062049" y="852632"/>
                </a:lnTo>
                <a:close/>
                <a:lnTo>
                  <a:pt x="1068943" y="849007"/>
                </a:lnTo>
                <a:close/>
                <a:lnTo>
                  <a:pt x="1075837" y="845398"/>
                </a:lnTo>
                <a:close/>
                <a:lnTo>
                  <a:pt x="1082731" y="841807"/>
                </a:lnTo>
                <a:close/>
                <a:lnTo>
                  <a:pt x="1089626" y="838231"/>
                </a:lnTo>
                <a:close/>
                <a:lnTo>
                  <a:pt x="1096521" y="834672"/>
                </a:lnTo>
                <a:close/>
                <a:lnTo>
                  <a:pt x="1103415" y="831127"/>
                </a:lnTo>
                <a:close/>
                <a:lnTo>
                  <a:pt x="1110308" y="827596"/>
                </a:lnTo>
                <a:close/>
                <a:lnTo>
                  <a:pt x="1117200" y="824079"/>
                </a:lnTo>
                <a:close/>
                <a:lnTo>
                  <a:pt x="1124091" y="820575"/>
                </a:lnTo>
                <a:close/>
                <a:lnTo>
                  <a:pt x="1130980" y="817083"/>
                </a:lnTo>
                <a:close/>
                <a:lnTo>
                  <a:pt x="1137867" y="813603"/>
                </a:lnTo>
                <a:close/>
                <a:lnTo>
                  <a:pt x="1144754" y="810137"/>
                </a:lnTo>
                <a:close/>
                <a:lnTo>
                  <a:pt x="1151640" y="806683"/>
                </a:lnTo>
                <a:close/>
                <a:lnTo>
                  <a:pt x="1158526" y="803243"/>
                </a:lnTo>
                <a:close/>
                <a:lnTo>
                  <a:pt x="1165413" y="799817"/>
                </a:lnTo>
                <a:close/>
                <a:lnTo>
                  <a:pt x="1172301" y="796404"/>
                </a:lnTo>
                <a:close/>
                <a:lnTo>
                  <a:pt x="1179191" y="793005"/>
                </a:lnTo>
                <a:close/>
                <a:lnTo>
                  <a:pt x="1186083" y="789620"/>
                </a:lnTo>
                <a:close/>
                <a:lnTo>
                  <a:pt x="1192975" y="786248"/>
                </a:lnTo>
                <a:close/>
                <a:lnTo>
                  <a:pt x="1199869" y="782890"/>
                </a:lnTo>
                <a:close/>
                <a:lnTo>
                  <a:pt x="1206764" y="779545"/>
                </a:lnTo>
                <a:close/>
                <a:lnTo>
                  <a:pt x="1213658" y="776212"/>
                </a:lnTo>
                <a:close/>
                <a:lnTo>
                  <a:pt x="1220553" y="772891"/>
                </a:lnTo>
                <a:close/>
                <a:lnTo>
                  <a:pt x="1227448" y="769582"/>
                </a:lnTo>
                <a:close/>
                <a:lnTo>
                  <a:pt x="1234342" y="766284"/>
                </a:lnTo>
                <a:close/>
                <a:lnTo>
                  <a:pt x="1241235" y="762997"/>
                </a:lnTo>
                <a:close/>
                <a:lnTo>
                  <a:pt x="1248128" y="759722"/>
                </a:lnTo>
                <a:close/>
                <a:lnTo>
                  <a:pt x="1255021" y="756458"/>
                </a:lnTo>
                <a:close/>
                <a:lnTo>
                  <a:pt x="1261915" y="753204"/>
                </a:lnTo>
                <a:close/>
                <a:lnTo>
                  <a:pt x="1268808" y="749962"/>
                </a:lnTo>
                <a:close/>
                <a:lnTo>
                  <a:pt x="1275702" y="746730"/>
                </a:lnTo>
                <a:close/>
                <a:lnTo>
                  <a:pt x="1282596" y="743508"/>
                </a:lnTo>
                <a:close/>
                <a:lnTo>
                  <a:pt x="1289491" y="740298"/>
                </a:lnTo>
                <a:close/>
                <a:lnTo>
                  <a:pt x="1296386" y="737098"/>
                </a:lnTo>
                <a:close/>
                <a:lnTo>
                  <a:pt x="1303280" y="733909"/>
                </a:lnTo>
                <a:close/>
                <a:lnTo>
                  <a:pt x="1310174" y="730731"/>
                </a:lnTo>
                <a:close/>
                <a:lnTo>
                  <a:pt x="1317067" y="727564"/>
                </a:lnTo>
                <a:close/>
                <a:lnTo>
                  <a:pt x="1323959" y="724409"/>
                </a:lnTo>
                <a:close/>
                <a:lnTo>
                  <a:pt x="1330848" y="721265"/>
                </a:lnTo>
                <a:close/>
                <a:lnTo>
                  <a:pt x="1337737" y="718133"/>
                </a:lnTo>
                <a:close/>
                <a:lnTo>
                  <a:pt x="1344624" y="715011"/>
                </a:lnTo>
                <a:close/>
                <a:lnTo>
                  <a:pt x="1351510" y="711900"/>
                </a:lnTo>
                <a:close/>
                <a:lnTo>
                  <a:pt x="1358396" y="708799"/>
                </a:lnTo>
                <a:close/>
                <a:lnTo>
                  <a:pt x="1365283" y="705708"/>
                </a:lnTo>
                <a:close/>
                <a:lnTo>
                  <a:pt x="1372170" y="702626"/>
                </a:lnTo>
                <a:close/>
                <a:lnTo>
                  <a:pt x="1379059" y="699553"/>
                </a:lnTo>
                <a:close/>
                <a:lnTo>
                  <a:pt x="1385949" y="696490"/>
                </a:lnTo>
                <a:close/>
                <a:lnTo>
                  <a:pt x="1392841" y="693434"/>
                </a:lnTo>
                <a:close/>
                <a:lnTo>
                  <a:pt x="1399735" y="690388"/>
                </a:lnTo>
                <a:close/>
                <a:lnTo>
                  <a:pt x="1406629" y="687350"/>
                </a:lnTo>
                <a:close/>
                <a:lnTo>
                  <a:pt x="1413523" y="684321"/>
                </a:lnTo>
                <a:close/>
                <a:lnTo>
                  <a:pt x="1420418" y="681302"/>
                </a:lnTo>
                <a:close/>
                <a:lnTo>
                  <a:pt x="1427313" y="678291"/>
                </a:lnTo>
                <a:close/>
                <a:lnTo>
                  <a:pt x="1434207" y="675290"/>
                </a:lnTo>
                <a:close/>
                <a:lnTo>
                  <a:pt x="1441101" y="672297"/>
                </a:lnTo>
                <a:close/>
                <a:lnTo>
                  <a:pt x="1447994" y="669314"/>
                </a:lnTo>
                <a:close/>
                <a:lnTo>
                  <a:pt x="1454887" y="666341"/>
                </a:lnTo>
                <a:close/>
                <a:lnTo>
                  <a:pt x="1461780" y="663377"/>
                </a:lnTo>
                <a:close/>
                <a:lnTo>
                  <a:pt x="1468674" y="660422"/>
                </a:lnTo>
                <a:close/>
                <a:lnTo>
                  <a:pt x="1475567" y="657477"/>
                </a:lnTo>
                <a:close/>
                <a:lnTo>
                  <a:pt x="1482461" y="654543"/>
                </a:lnTo>
                <a:close/>
                <a:lnTo>
                  <a:pt x="1489356" y="651617"/>
                </a:lnTo>
                <a:close/>
                <a:lnTo>
                  <a:pt x="1496251" y="648701"/>
                </a:lnTo>
                <a:close/>
                <a:lnTo>
                  <a:pt x="1503145" y="645794"/>
                </a:lnTo>
                <a:close/>
                <a:lnTo>
                  <a:pt x="1510040" y="642896"/>
                </a:lnTo>
                <a:close/>
                <a:lnTo>
                  <a:pt x="1516933" y="640005"/>
                </a:lnTo>
                <a:close/>
                <a:lnTo>
                  <a:pt x="1523825" y="637122"/>
                </a:lnTo>
                <a:close/>
                <a:lnTo>
                  <a:pt x="1530716" y="634246"/>
                </a:lnTo>
                <a:close/>
                <a:lnTo>
                  <a:pt x="1537605" y="631377"/>
                </a:lnTo>
                <a:close/>
                <a:lnTo>
                  <a:pt x="1544493" y="628514"/>
                </a:lnTo>
                <a:close/>
                <a:lnTo>
                  <a:pt x="1551380" y="625659"/>
                </a:lnTo>
                <a:close/>
                <a:lnTo>
                  <a:pt x="1558266" y="622811"/>
                </a:lnTo>
                <a:close/>
                <a:lnTo>
                  <a:pt x="1565152" y="619971"/>
                </a:lnTo>
                <a:close/>
                <a:lnTo>
                  <a:pt x="1572039" y="617140"/>
                </a:lnTo>
                <a:close/>
                <a:lnTo>
                  <a:pt x="1578927" y="614316"/>
                </a:lnTo>
                <a:close/>
                <a:lnTo>
                  <a:pt x="1585816" y="611502"/>
                </a:lnTo>
                <a:close/>
                <a:lnTo>
                  <a:pt x="1592707" y="608697"/>
                </a:lnTo>
                <a:close/>
                <a:lnTo>
                  <a:pt x="1599600" y="605900"/>
                </a:lnTo>
                <a:close/>
                <a:lnTo>
                  <a:pt x="1606494" y="603112"/>
                </a:lnTo>
                <a:close/>
                <a:lnTo>
                  <a:pt x="1613388" y="600332"/>
                </a:lnTo>
                <a:close/>
                <a:lnTo>
                  <a:pt x="1620283" y="597560"/>
                </a:lnTo>
                <a:close/>
                <a:lnTo>
                  <a:pt x="1627178" y="594796"/>
                </a:lnTo>
                <a:close/>
                <a:lnTo>
                  <a:pt x="1634072" y="592040"/>
                </a:lnTo>
                <a:close/>
                <a:lnTo>
                  <a:pt x="1640966" y="589291"/>
                </a:lnTo>
                <a:close/>
                <a:lnTo>
                  <a:pt x="1647860" y="586549"/>
                </a:lnTo>
                <a:close/>
                <a:lnTo>
                  <a:pt x="1654753" y="583814"/>
                </a:lnTo>
                <a:close/>
                <a:lnTo>
                  <a:pt x="1661646" y="581087"/>
                </a:lnTo>
                <a:close/>
                <a:lnTo>
                  <a:pt x="1668539" y="578366"/>
                </a:lnTo>
                <a:close/>
                <a:lnTo>
                  <a:pt x="1675433" y="575652"/>
                </a:lnTo>
                <a:close/>
                <a:lnTo>
                  <a:pt x="1682326" y="572945"/>
                </a:lnTo>
                <a:close/>
                <a:lnTo>
                  <a:pt x="1689221" y="570245"/>
                </a:lnTo>
                <a:close/>
                <a:lnTo>
                  <a:pt x="1696115" y="567551"/>
                </a:lnTo>
                <a:close/>
                <a:lnTo>
                  <a:pt x="1703010" y="564863"/>
                </a:lnTo>
                <a:close/>
                <a:lnTo>
                  <a:pt x="1709905" y="562183"/>
                </a:lnTo>
                <a:close/>
                <a:lnTo>
                  <a:pt x="1716799" y="559508"/>
                </a:lnTo>
                <a:close/>
                <a:lnTo>
                  <a:pt x="1723692" y="556841"/>
                </a:lnTo>
                <a:close/>
                <a:lnTo>
                  <a:pt x="1730584" y="554179"/>
                </a:lnTo>
                <a:close/>
                <a:lnTo>
                  <a:pt x="1737474" y="551525"/>
                </a:lnTo>
                <a:close/>
                <a:lnTo>
                  <a:pt x="1744362" y="548877"/>
                </a:lnTo>
                <a:close/>
                <a:lnTo>
                  <a:pt x="1751249" y="546236"/>
                </a:lnTo>
                <a:close/>
                <a:lnTo>
                  <a:pt x="1758136" y="543602"/>
                </a:lnTo>
                <a:close/>
                <a:lnTo>
                  <a:pt x="1765022" y="540974"/>
                </a:lnTo>
                <a:close/>
                <a:lnTo>
                  <a:pt x="1771908" y="538354"/>
                </a:lnTo>
                <a:close/>
                <a:lnTo>
                  <a:pt x="1778795" y="535740"/>
                </a:lnTo>
                <a:close/>
                <a:lnTo>
                  <a:pt x="1785684" y="533133"/>
                </a:lnTo>
                <a:close/>
                <a:lnTo>
                  <a:pt x="1792574" y="530533"/>
                </a:lnTo>
                <a:close/>
                <a:lnTo>
                  <a:pt x="1799466" y="527940"/>
                </a:lnTo>
                <a:close/>
                <a:lnTo>
                  <a:pt x="1806359" y="525354"/>
                </a:lnTo>
                <a:close/>
                <a:lnTo>
                  <a:pt x="1813253" y="522774"/>
                </a:lnTo>
                <a:close/>
                <a:lnTo>
                  <a:pt x="1820148" y="520200"/>
                </a:lnTo>
                <a:close/>
                <a:lnTo>
                  <a:pt x="1827042" y="517633"/>
                </a:lnTo>
                <a:close/>
                <a:lnTo>
                  <a:pt x="1833937" y="515071"/>
                </a:lnTo>
                <a:close/>
                <a:lnTo>
                  <a:pt x="1840832" y="512514"/>
                </a:lnTo>
                <a:close/>
                <a:lnTo>
                  <a:pt x="1847725" y="509963"/>
                </a:lnTo>
                <a:close/>
                <a:lnTo>
                  <a:pt x="1854619" y="507418"/>
                </a:lnTo>
                <a:close/>
                <a:lnTo>
                  <a:pt x="1861512" y="504878"/>
                </a:lnTo>
                <a:close/>
                <a:lnTo>
                  <a:pt x="1868405" y="502345"/>
                </a:lnTo>
                <a:close/>
                <a:lnTo>
                  <a:pt x="1875298" y="499817"/>
                </a:lnTo>
                <a:close/>
                <a:lnTo>
                  <a:pt x="1882192" y="497295"/>
                </a:lnTo>
                <a:close/>
                <a:lnTo>
                  <a:pt x="1889086" y="494780"/>
                </a:lnTo>
                <a:close/>
                <a:lnTo>
                  <a:pt x="1895980" y="492271"/>
                </a:lnTo>
                <a:close/>
                <a:lnTo>
                  <a:pt x="1902875" y="489768"/>
                </a:lnTo>
                <a:close/>
                <a:lnTo>
                  <a:pt x="1909770" y="487271"/>
                </a:lnTo>
                <a:close/>
                <a:lnTo>
                  <a:pt x="1916664" y="484779"/>
                </a:lnTo>
                <a:close/>
                <a:lnTo>
                  <a:pt x="1923558" y="482292"/>
                </a:lnTo>
                <a:close/>
                <a:lnTo>
                  <a:pt x="1930450" y="479811"/>
                </a:lnTo>
                <a:close/>
                <a:lnTo>
                  <a:pt x="1937341" y="477334"/>
                </a:lnTo>
                <a:close/>
                <a:lnTo>
                  <a:pt x="1944231" y="474861"/>
                </a:lnTo>
                <a:close/>
                <a:lnTo>
                  <a:pt x="1951119" y="472392"/>
                </a:lnTo>
                <a:close/>
                <a:lnTo>
                  <a:pt x="1958005" y="469929"/>
                </a:lnTo>
                <a:close/>
                <a:lnTo>
                  <a:pt x="1964892" y="467471"/>
                </a:lnTo>
                <a:close/>
                <a:lnTo>
                  <a:pt x="1971778" y="465018"/>
                </a:lnTo>
                <a:close/>
                <a:lnTo>
                  <a:pt x="1978665" y="462571"/>
                </a:lnTo>
                <a:close/>
                <a:lnTo>
                  <a:pt x="1985552" y="460130"/>
                </a:lnTo>
                <a:close/>
                <a:lnTo>
                  <a:pt x="1992441" y="457697"/>
                </a:lnTo>
                <a:close/>
                <a:lnTo>
                  <a:pt x="1999332" y="455269"/>
                </a:lnTo>
                <a:close/>
                <a:lnTo>
                  <a:pt x="2006225" y="452849"/>
                </a:lnTo>
                <a:close/>
                <a:lnTo>
                  <a:pt x="2013118" y="450433"/>
                </a:lnTo>
                <a:close/>
                <a:lnTo>
                  <a:pt x="2020013" y="448024"/>
                </a:lnTo>
                <a:close/>
                <a:lnTo>
                  <a:pt x="2026907" y="445619"/>
                </a:lnTo>
                <a:close/>
                <a:lnTo>
                  <a:pt x="2033802" y="443218"/>
                </a:lnTo>
                <a:close/>
                <a:lnTo>
                  <a:pt x="2040697" y="440821"/>
                </a:lnTo>
                <a:close/>
                <a:lnTo>
                  <a:pt x="2047591" y="438427"/>
                </a:lnTo>
                <a:close/>
                <a:lnTo>
                  <a:pt x="2054484" y="436037"/>
                </a:lnTo>
                <a:close/>
                <a:lnTo>
                  <a:pt x="2061378" y="433651"/>
                </a:lnTo>
                <a:close/>
                <a:lnTo>
                  <a:pt x="2068271" y="431268"/>
                </a:lnTo>
                <a:close/>
                <a:lnTo>
                  <a:pt x="2075164" y="428890"/>
                </a:lnTo>
                <a:close/>
                <a:lnTo>
                  <a:pt x="2082057" y="426517"/>
                </a:lnTo>
                <a:close/>
                <a:lnTo>
                  <a:pt x="2088951" y="424148"/>
                </a:lnTo>
                <a:close/>
                <a:lnTo>
                  <a:pt x="2095845" y="421785"/>
                </a:lnTo>
                <a:close/>
                <a:lnTo>
                  <a:pt x="2102740" y="419427"/>
                </a:lnTo>
                <a:close/>
                <a:lnTo>
                  <a:pt x="2109635" y="417075"/>
                </a:lnTo>
                <a:close/>
                <a:lnTo>
                  <a:pt x="2116529" y="414728"/>
                </a:lnTo>
                <a:close/>
                <a:lnTo>
                  <a:pt x="2123423" y="412386"/>
                </a:lnTo>
                <a:close/>
                <a:lnTo>
                  <a:pt x="2130317" y="410050"/>
                </a:lnTo>
                <a:close/>
                <a:lnTo>
                  <a:pt x="2137209" y="407719"/>
                </a:lnTo>
                <a:close/>
                <a:lnTo>
                  <a:pt x="2144099" y="405393"/>
                </a:lnTo>
                <a:close/>
                <a:lnTo>
                  <a:pt x="2150988" y="403072"/>
                </a:lnTo>
                <a:close/>
                <a:lnTo>
                  <a:pt x="2157875" y="400756"/>
                </a:lnTo>
                <a:close/>
                <a:lnTo>
                  <a:pt x="2164761" y="398445"/>
                </a:lnTo>
                <a:close/>
                <a:lnTo>
                  <a:pt x="2171648" y="396139"/>
                </a:lnTo>
                <a:close/>
                <a:lnTo>
                  <a:pt x="2178534" y="393837"/>
                </a:lnTo>
                <a:close/>
                <a:lnTo>
                  <a:pt x="2185421" y="391539"/>
                </a:lnTo>
                <a:close/>
                <a:lnTo>
                  <a:pt x="2192309" y="389246"/>
                </a:lnTo>
                <a:close/>
                <a:lnTo>
                  <a:pt x="2199199" y="386957"/>
                </a:lnTo>
                <a:close/>
                <a:lnTo>
                  <a:pt x="2206091" y="384671"/>
                </a:lnTo>
                <a:close/>
                <a:lnTo>
                  <a:pt x="2212984" y="382390"/>
                </a:lnTo>
                <a:close/>
                <a:lnTo>
                  <a:pt x="2219878" y="380112"/>
                </a:lnTo>
                <a:close/>
                <a:lnTo>
                  <a:pt x="2226772" y="377839"/>
                </a:lnTo>
                <a:close/>
                <a:lnTo>
                  <a:pt x="2233667" y="375570"/>
                </a:lnTo>
                <a:close/>
                <a:lnTo>
                  <a:pt x="2240562" y="373305"/>
                </a:lnTo>
                <a:close/>
                <a:lnTo>
                  <a:pt x="2247456" y="371044"/>
                </a:lnTo>
                <a:close/>
                <a:lnTo>
                  <a:pt x="2254350" y="368787"/>
                </a:lnTo>
                <a:close/>
                <a:lnTo>
                  <a:pt x="2261243" y="366535"/>
                </a:lnTo>
                <a:close/>
                <a:lnTo>
                  <a:pt x="2268136" y="364287"/>
                </a:lnTo>
                <a:close/>
                <a:lnTo>
                  <a:pt x="2275030" y="362043"/>
                </a:lnTo>
                <a:close/>
                <a:lnTo>
                  <a:pt x="2281923" y="359803"/>
                </a:lnTo>
                <a:close/>
                <a:lnTo>
                  <a:pt x="2288816" y="357568"/>
                </a:lnTo>
                <a:close/>
                <a:lnTo>
                  <a:pt x="2295710" y="355336"/>
                </a:lnTo>
                <a:close/>
                <a:lnTo>
                  <a:pt x="2302605" y="353109"/>
                </a:lnTo>
                <a:close/>
                <a:lnTo>
                  <a:pt x="2309499" y="350886"/>
                </a:lnTo>
                <a:close/>
                <a:lnTo>
                  <a:pt x="2316394" y="348667"/>
                </a:lnTo>
                <a:close/>
                <a:lnTo>
                  <a:pt x="2323289" y="346453"/>
                </a:lnTo>
                <a:close/>
                <a:lnTo>
                  <a:pt x="2330182" y="344242"/>
                </a:lnTo>
                <a:close/>
                <a:lnTo>
                  <a:pt x="2337075" y="342036"/>
                </a:lnTo>
                <a:close/>
                <a:lnTo>
                  <a:pt x="2343966" y="339834"/>
                </a:lnTo>
                <a:close/>
                <a:lnTo>
                  <a:pt x="2350856" y="337636"/>
                </a:lnTo>
                <a:close/>
                <a:lnTo>
                  <a:pt x="2357744" y="335442"/>
                </a:lnTo>
                <a:close/>
                <a:lnTo>
                  <a:pt x="2364631" y="333252"/>
                </a:lnTo>
                <a:close/>
                <a:lnTo>
                  <a:pt x="2371517" y="331066"/>
                </a:lnTo>
                <a:close/>
                <a:lnTo>
                  <a:pt x="2378404" y="328885"/>
                </a:lnTo>
                <a:close/>
                <a:lnTo>
                  <a:pt x="2385290" y="326708"/>
                </a:lnTo>
                <a:close/>
                <a:lnTo>
                  <a:pt x="2392178" y="324535"/>
                </a:lnTo>
                <a:close/>
                <a:lnTo>
                  <a:pt x="2399067" y="322367"/>
                </a:lnTo>
                <a:close/>
                <a:lnTo>
                  <a:pt x="2405957" y="320203"/>
                </a:lnTo>
                <a:close/>
                <a:lnTo>
                  <a:pt x="2412849" y="318044"/>
                </a:lnTo>
                <a:close/>
                <a:lnTo>
                  <a:pt x="2419743" y="315888"/>
                </a:lnTo>
                <a:close/>
                <a:lnTo>
                  <a:pt x="2426637" y="313737"/>
                </a:lnTo>
                <a:close/>
                <a:lnTo>
                  <a:pt x="2433532" y="311589"/>
                </a:lnTo>
                <a:close/>
                <a:lnTo>
                  <a:pt x="2440426" y="309445"/>
                </a:lnTo>
                <a:close/>
                <a:lnTo>
                  <a:pt x="2447321" y="307304"/>
                </a:lnTo>
                <a:close/>
                <a:lnTo>
                  <a:pt x="2454215" y="305166"/>
                </a:lnTo>
                <a:close/>
                <a:lnTo>
                  <a:pt x="2461109" y="303032"/>
                </a:lnTo>
                <a:close/>
                <a:lnTo>
                  <a:pt x="2468002" y="300900"/>
                </a:lnTo>
                <a:close/>
                <a:lnTo>
                  <a:pt x="2474895" y="298772"/>
                </a:lnTo>
                <a:close/>
                <a:lnTo>
                  <a:pt x="2481788" y="296647"/>
                </a:lnTo>
                <a:close/>
                <a:lnTo>
                  <a:pt x="2488682" y="294524"/>
                </a:lnTo>
                <a:close/>
                <a:lnTo>
                  <a:pt x="2495575" y="292405"/>
                </a:lnTo>
                <a:close/>
                <a:lnTo>
                  <a:pt x="2502470" y="290289"/>
                </a:lnTo>
                <a:close/>
                <a:lnTo>
                  <a:pt x="2509364" y="288176"/>
                </a:lnTo>
                <a:close/>
                <a:lnTo>
                  <a:pt x="2516259" y="286067"/>
                </a:lnTo>
                <a:close/>
                <a:lnTo>
                  <a:pt x="2523154" y="283961"/>
                </a:lnTo>
                <a:close/>
                <a:lnTo>
                  <a:pt x="2530048" y="281859"/>
                </a:lnTo>
                <a:close/>
                <a:lnTo>
                  <a:pt x="2536941" y="279760"/>
                </a:lnTo>
                <a:close/>
                <a:lnTo>
                  <a:pt x="2543833" y="277667"/>
                </a:lnTo>
                <a:close/>
                <a:lnTo>
                  <a:pt x="2550724" y="275577"/>
                </a:lnTo>
                <a:close/>
                <a:lnTo>
                  <a:pt x="2557613" y="273493"/>
                </a:lnTo>
                <a:close/>
                <a:lnTo>
                  <a:pt x="2564501" y="271413"/>
                </a:lnTo>
                <a:close/>
                <a:lnTo>
                  <a:pt x="2571387" y="269337"/>
                </a:lnTo>
                <a:close/>
                <a:lnTo>
                  <a:pt x="2578273" y="267265"/>
                </a:lnTo>
                <a:close/>
                <a:lnTo>
                  <a:pt x="2585160" y="265197"/>
                </a:lnTo>
                <a:close/>
                <a:lnTo>
                  <a:pt x="2592047" y="263133"/>
                </a:lnTo>
                <a:close/>
                <a:lnTo>
                  <a:pt x="2598935" y="261072"/>
                </a:lnTo>
                <a:close/>
                <a:lnTo>
                  <a:pt x="2605824" y="259013"/>
                </a:lnTo>
                <a:close/>
                <a:lnTo>
                  <a:pt x="2612716" y="256958"/>
                </a:lnTo>
                <a:close/>
                <a:lnTo>
                  <a:pt x="2619608" y="254906"/>
                </a:lnTo>
                <a:close/>
                <a:lnTo>
                  <a:pt x="2626502" y="252857"/>
                </a:lnTo>
                <a:close/>
                <a:lnTo>
                  <a:pt x="2633396" y="250811"/>
                </a:lnTo>
                <a:close/>
                <a:lnTo>
                  <a:pt x="2640291" y="248769"/>
                </a:lnTo>
                <a:close/>
                <a:lnTo>
                  <a:pt x="2647186" y="246730"/>
                </a:lnTo>
                <a:close/>
                <a:lnTo>
                  <a:pt x="2654081" y="244696"/>
                </a:lnTo>
                <a:close/>
                <a:lnTo>
                  <a:pt x="2660974" y="242665"/>
                </a:lnTo>
                <a:close/>
                <a:lnTo>
                  <a:pt x="2667868" y="240638"/>
                </a:lnTo>
                <a:close/>
                <a:lnTo>
                  <a:pt x="2674761" y="238614"/>
                </a:lnTo>
                <a:close/>
                <a:lnTo>
                  <a:pt x="2681654" y="236593"/>
                </a:lnTo>
                <a:close/>
                <a:lnTo>
                  <a:pt x="2688547" y="234574"/>
                </a:lnTo>
                <a:close/>
                <a:lnTo>
                  <a:pt x="2695441" y="232558"/>
                </a:lnTo>
                <a:close/>
                <a:lnTo>
                  <a:pt x="2702335" y="230543"/>
                </a:lnTo>
                <a:close/>
                <a:lnTo>
                  <a:pt x="2709229" y="228530"/>
                </a:lnTo>
                <a:close/>
                <a:lnTo>
                  <a:pt x="2716124" y="226519"/>
                </a:lnTo>
                <a:close/>
                <a:lnTo>
                  <a:pt x="2723019" y="224510"/>
                </a:lnTo>
                <a:close/>
                <a:lnTo>
                  <a:pt x="2729913" y="222504"/>
                </a:lnTo>
                <a:close/>
                <a:lnTo>
                  <a:pt x="2736807" y="220501"/>
                </a:lnTo>
                <a:close/>
                <a:lnTo>
                  <a:pt x="2743700" y="218503"/>
                </a:lnTo>
                <a:close/>
                <a:lnTo>
                  <a:pt x="2750592" y="216509"/>
                </a:lnTo>
                <a:close/>
                <a:lnTo>
                  <a:pt x="2757481" y="214520"/>
                </a:lnTo>
                <a:close/>
                <a:lnTo>
                  <a:pt x="2764370" y="212537"/>
                </a:lnTo>
                <a:close/>
                <a:lnTo>
                  <a:pt x="2771257" y="210559"/>
                </a:lnTo>
                <a:close/>
                <a:lnTo>
                  <a:pt x="2778143" y="208584"/>
                </a:lnTo>
                <a:close/>
                <a:lnTo>
                  <a:pt x="2785029" y="206614"/>
                </a:lnTo>
                <a:close/>
                <a:lnTo>
                  <a:pt x="2791916" y="204646"/>
                </a:lnTo>
                <a:close/>
                <a:lnTo>
                  <a:pt x="2798803" y="202682"/>
                </a:lnTo>
                <a:close/>
                <a:lnTo>
                  <a:pt x="2805692" y="200719"/>
                </a:lnTo>
                <a:close/>
                <a:lnTo>
                  <a:pt x="2812582" y="198757"/>
                </a:lnTo>
                <a:close/>
                <a:lnTo>
                  <a:pt x="2819474" y="196797"/>
                </a:lnTo>
                <a:close/>
                <a:lnTo>
                  <a:pt x="2826367" y="194839"/>
                </a:lnTo>
                <a:close/>
                <a:lnTo>
                  <a:pt x="2833261" y="192884"/>
                </a:lnTo>
                <a:close/>
                <a:lnTo>
                  <a:pt x="2840156" y="190932"/>
                </a:lnTo>
                <a:close/>
                <a:lnTo>
                  <a:pt x="2847051" y="188982"/>
                </a:lnTo>
                <a:close/>
                <a:lnTo>
                  <a:pt x="2853946" y="187037"/>
                </a:lnTo>
                <a:close/>
                <a:lnTo>
                  <a:pt x="2860840" y="185096"/>
                </a:lnTo>
                <a:close/>
                <a:lnTo>
                  <a:pt x="2867734" y="183158"/>
                </a:lnTo>
                <a:close/>
                <a:lnTo>
                  <a:pt x="2874627" y="181225"/>
                </a:lnTo>
                <a:close/>
                <a:lnTo>
                  <a:pt x="2881520" y="179295"/>
                </a:lnTo>
                <a:close/>
                <a:lnTo>
                  <a:pt x="2888413" y="177367"/>
                </a:lnTo>
                <a:close/>
                <a:lnTo>
                  <a:pt x="2895306" y="175443"/>
                </a:lnTo>
                <a:close/>
                <a:lnTo>
                  <a:pt x="2902200" y="173521"/>
                </a:lnTo>
                <a:close/>
                <a:lnTo>
                  <a:pt x="2909094" y="171600"/>
                </a:lnTo>
                <a:close/>
                <a:lnTo>
                  <a:pt x="2915989" y="169682"/>
                </a:lnTo>
                <a:close/>
                <a:lnTo>
                  <a:pt x="2922883" y="167765"/>
                </a:lnTo>
                <a:close/>
                <a:lnTo>
                  <a:pt x="2929778" y="165851"/>
                </a:lnTo>
                <a:close/>
                <a:lnTo>
                  <a:pt x="2936672" y="163940"/>
                </a:lnTo>
                <a:close/>
                <a:lnTo>
                  <a:pt x="2943566" y="162032"/>
                </a:lnTo>
                <a:close/>
                <a:lnTo>
                  <a:pt x="2950458" y="160127"/>
                </a:lnTo>
                <a:close/>
                <a:lnTo>
                  <a:pt x="2957349" y="158226"/>
                </a:lnTo>
                <a:close/>
                <a:lnTo>
                  <a:pt x="2964239" y="156329"/>
                </a:lnTo>
                <a:close/>
                <a:lnTo>
                  <a:pt x="2971126" y="154436"/>
                </a:lnTo>
                <a:close/>
                <a:lnTo>
                  <a:pt x="2978013" y="152546"/>
                </a:lnTo>
                <a:close/>
                <a:lnTo>
                  <a:pt x="2984899" y="150660"/>
                </a:lnTo>
                <a:close/>
                <a:lnTo>
                  <a:pt x="2991785" y="148776"/>
                </a:lnTo>
                <a:close/>
                <a:lnTo>
                  <a:pt x="2998672" y="146896"/>
                </a:lnTo>
                <a:close/>
                <a:lnTo>
                  <a:pt x="3005560" y="145017"/>
                </a:lnTo>
                <a:close/>
                <a:lnTo>
                  <a:pt x="3012449" y="143140"/>
                </a:lnTo>
                <a:close/>
                <a:lnTo>
                  <a:pt x="3019340" y="141266"/>
                </a:lnTo>
                <a:close/>
                <a:lnTo>
                  <a:pt x="3026233" y="139393"/>
                </a:lnTo>
                <a:close/>
                <a:lnTo>
                  <a:pt x="3033127" y="137523"/>
                </a:lnTo>
                <a:close/>
                <a:lnTo>
                  <a:pt x="3040021" y="135656"/>
                </a:lnTo>
                <a:close/>
                <a:lnTo>
                  <a:pt x="3046916" y="133791"/>
                </a:lnTo>
                <a:close/>
                <a:lnTo>
                  <a:pt x="3053810" y="131930"/>
                </a:lnTo>
                <a:close/>
                <a:lnTo>
                  <a:pt x="3060705" y="130073"/>
                </a:lnTo>
                <a:close/>
                <a:lnTo>
                  <a:pt x="3067599" y="128220"/>
                </a:lnTo>
                <a:close/>
                <a:lnTo>
                  <a:pt x="3074493" y="126371"/>
                </a:lnTo>
                <a:close/>
                <a:lnTo>
                  <a:pt x="3081386" y="124525"/>
                </a:lnTo>
                <a:close/>
                <a:lnTo>
                  <a:pt x="3088279" y="122682"/>
                </a:lnTo>
                <a:close/>
                <a:lnTo>
                  <a:pt x="3095172" y="120843"/>
                </a:lnTo>
                <a:close/>
                <a:lnTo>
                  <a:pt x="3102065" y="119006"/>
                </a:lnTo>
                <a:close/>
                <a:lnTo>
                  <a:pt x="3108959" y="117172"/>
                </a:lnTo>
                <a:close/>
                <a:lnTo>
                  <a:pt x="3115853" y="115339"/>
                </a:lnTo>
                <a:close/>
                <a:lnTo>
                  <a:pt x="3122748" y="113509"/>
                </a:lnTo>
                <a:close/>
                <a:lnTo>
                  <a:pt x="3129643" y="111681"/>
                </a:lnTo>
                <a:close/>
                <a:lnTo>
                  <a:pt x="3136538" y="109856"/>
                </a:lnTo>
                <a:close/>
                <a:lnTo>
                  <a:pt x="3143432" y="108033"/>
                </a:lnTo>
                <a:close/>
                <a:lnTo>
                  <a:pt x="3150325" y="106212"/>
                </a:lnTo>
                <a:close/>
                <a:lnTo>
                  <a:pt x="3157217" y="104394"/>
                </a:lnTo>
                <a:close/>
                <a:lnTo>
                  <a:pt x="3164107" y="102578"/>
                </a:lnTo>
                <a:close/>
                <a:lnTo>
                  <a:pt x="3170995" y="100766"/>
                </a:lnTo>
                <a:close/>
                <a:lnTo>
                  <a:pt x="3177883" y="98956"/>
                </a:lnTo>
                <a:close/>
                <a:lnTo>
                  <a:pt x="3184769" y="97148"/>
                </a:lnTo>
                <a:close/>
                <a:lnTo>
                  <a:pt x="3191655" y="95343"/>
                </a:lnTo>
                <a:close/>
                <a:lnTo>
                  <a:pt x="3198542" y="93540"/>
                </a:lnTo>
                <a:close/>
                <a:lnTo>
                  <a:pt x="3205429" y="91739"/>
                </a:lnTo>
                <a:close/>
                <a:lnTo>
                  <a:pt x="3212317" y="89941"/>
                </a:lnTo>
                <a:close/>
                <a:lnTo>
                  <a:pt x="3219207" y="88144"/>
                </a:lnTo>
                <a:close/>
                <a:lnTo>
                  <a:pt x="3226099" y="86350"/>
                </a:lnTo>
                <a:close/>
                <a:lnTo>
                  <a:pt x="3232992" y="84558"/>
                </a:lnTo>
                <a:close/>
                <a:lnTo>
                  <a:pt x="3239886" y="82769"/>
                </a:lnTo>
                <a:close/>
                <a:lnTo>
                  <a:pt x="3246780" y="80984"/>
                </a:lnTo>
                <a:close/>
                <a:lnTo>
                  <a:pt x="3253675" y="79202"/>
                </a:lnTo>
                <a:close/>
                <a:lnTo>
                  <a:pt x="3260570" y="77424"/>
                </a:lnTo>
                <a:close/>
                <a:lnTo>
                  <a:pt x="3267464" y="75650"/>
                </a:lnTo>
                <a:close/>
                <a:lnTo>
                  <a:pt x="3274359" y="73880"/>
                </a:lnTo>
                <a:close/>
                <a:lnTo>
                  <a:pt x="3281252" y="72114"/>
                </a:lnTo>
                <a:close/>
                <a:lnTo>
                  <a:pt x="3288146" y="70351"/>
                </a:lnTo>
                <a:close/>
                <a:lnTo>
                  <a:pt x="3295039" y="68591"/>
                </a:lnTo>
                <a:close/>
                <a:lnTo>
                  <a:pt x="3301932" y="66833"/>
                </a:lnTo>
                <a:close/>
                <a:lnTo>
                  <a:pt x="3308825" y="65076"/>
                </a:lnTo>
                <a:close/>
                <a:lnTo>
                  <a:pt x="3315719" y="63319"/>
                </a:lnTo>
                <a:close/>
                <a:lnTo>
                  <a:pt x="3322612" y="61564"/>
                </a:lnTo>
                <a:close/>
                <a:lnTo>
                  <a:pt x="3329505" y="59809"/>
                </a:lnTo>
                <a:close/>
                <a:lnTo>
                  <a:pt x="3336399" y="58055"/>
                </a:lnTo>
                <a:close/>
                <a:lnTo>
                  <a:pt x="3343293" y="56303"/>
                </a:lnTo>
                <a:close/>
                <a:lnTo>
                  <a:pt x="3350186" y="54554"/>
                </a:lnTo>
                <a:close/>
                <a:lnTo>
                  <a:pt x="3357080" y="52809"/>
                </a:lnTo>
                <a:close/>
                <a:lnTo>
                  <a:pt x="3363973" y="51067"/>
                </a:lnTo>
                <a:close/>
                <a:lnTo>
                  <a:pt x="3370866" y="49330"/>
                </a:lnTo>
                <a:close/>
                <a:lnTo>
                  <a:pt x="3377759" y="47597"/>
                </a:lnTo>
                <a:close/>
                <a:lnTo>
                  <a:pt x="3384650" y="45869"/>
                </a:lnTo>
                <a:close/>
                <a:lnTo>
                  <a:pt x="3391540" y="44143"/>
                </a:lnTo>
                <a:close/>
                <a:lnTo>
                  <a:pt x="3398427" y="42421"/>
                </a:lnTo>
                <a:close/>
                <a:lnTo>
                  <a:pt x="3405312" y="40700"/>
                </a:lnTo>
                <a:close/>
                <a:lnTo>
                  <a:pt x="3412194" y="38981"/>
                </a:lnTo>
                <a:close/>
                <a:lnTo>
                  <a:pt x="3419072" y="37263"/>
                </a:lnTo>
                <a:close/>
                <a:lnTo>
                  <a:pt x="3425947" y="35546"/>
                </a:lnTo>
                <a:close/>
                <a:lnTo>
                  <a:pt x="3432822" y="33830"/>
                </a:lnTo>
                <a:close/>
                <a:lnTo>
                  <a:pt x="3439700" y="32115"/>
                </a:lnTo>
                <a:close/>
                <a:lnTo>
                  <a:pt x="3446586" y="30402"/>
                </a:lnTo>
                <a:close/>
                <a:lnTo>
                  <a:pt x="3453482" y="28690"/>
                </a:lnTo>
                <a:close/>
                <a:lnTo>
                  <a:pt x="3460392" y="26981"/>
                </a:lnTo>
                <a:close/>
                <a:lnTo>
                  <a:pt x="3467320" y="25275"/>
                </a:lnTo>
                <a:close/>
                <a:lnTo>
                  <a:pt x="3474267" y="23571"/>
                </a:lnTo>
                <a:close/>
                <a:lnTo>
                  <a:pt x="3481226" y="21870"/>
                </a:lnTo>
                <a:close/>
                <a:lnTo>
                  <a:pt x="3488180" y="20173"/>
                </a:lnTo>
                <a:close/>
                <a:lnTo>
                  <a:pt x="3495117" y="18478"/>
                </a:lnTo>
                <a:close/>
                <a:lnTo>
                  <a:pt x="3502022" y="16785"/>
                </a:lnTo>
                <a:close/>
                <a:lnTo>
                  <a:pt x="3508880" y="15096"/>
                </a:lnTo>
                <a:close/>
                <a:lnTo>
                  <a:pt x="3515678" y="13409"/>
                </a:lnTo>
                <a:close/>
                <a:lnTo>
                  <a:pt x="3522400" y="11725"/>
                </a:lnTo>
                <a:close/>
                <a:lnTo>
                  <a:pt x="3529033" y="10043"/>
                </a:lnTo>
                <a:close/>
                <a:lnTo>
                  <a:pt x="3535563" y="8363"/>
                </a:lnTo>
                <a:close/>
                <a:lnTo>
                  <a:pt x="3541975" y="6686"/>
                </a:lnTo>
                <a:close/>
                <a:lnTo>
                  <a:pt x="3548255" y="5011"/>
                </a:lnTo>
                <a:close/>
                <a:lnTo>
                  <a:pt x="3554389" y="3339"/>
                </a:lnTo>
                <a:close/>
                <a:lnTo>
                  <a:pt x="3560362" y="1668"/>
                </a:lnTo>
                <a:close/>
                <a:lnTo>
                  <a:pt x="356616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108710.0"/>
            <a:ext cx="0.0" cy="146304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311900" y="101981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11900" y="161417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6035040.0" y="1177290.0"/>
            <a:ext cx="274320.0" cy="1143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492240.0" y="1062990.0"/>
            <a:ext cx="274320.0" cy="6858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75400" y="-317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084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